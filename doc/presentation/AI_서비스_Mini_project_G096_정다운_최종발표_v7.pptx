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d5016f1ace44ba" /><Relationship Type="http://schemas.openxmlformats.org/officeDocument/2006/relationships/extended-properties" Target="/docProps/app.xml" Id="R54e25822f3924ffa" /><Relationship Type="http://schemas.openxmlformats.org/officeDocument/2006/relationships/officeDocument" Target="/ppt/presentation.xml" Id="Rc95ae99b481943e1" /></Relationships>
</file>

<file path=ppt/presentation.xml><?xml version="1.0" encoding="utf-8"?>
<p:presentation xmlns:p="http://schemas.openxmlformats.org/presentationml/2006/main">
  <p:sldMasterIdLst>
    <p:sldMasterId xmlns:r="http://schemas.openxmlformats.org/officeDocument/2006/relationships" id="2147483648" r:id="Rf118214ee4f942b4"/>
  </p:sldMasterIdLst>
  <p:notesMasterIdLst>
    <p:notesMasterId xmlns:r="http://schemas.openxmlformats.org/officeDocument/2006/relationships" r:id="Rf9b84f1197cd4698"/>
  </p:notesMasterIdLst>
  <p:sldIdLst>
    <p:sldId xmlns:r="http://schemas.openxmlformats.org/officeDocument/2006/relationships" id="256" r:id="R71bb132cd9064c06"/>
    <p:sldId xmlns:r="http://schemas.openxmlformats.org/officeDocument/2006/relationships" id="257" r:id="Ra7bd1e73727f4aea"/>
    <p:sldId xmlns:r="http://schemas.openxmlformats.org/officeDocument/2006/relationships" id="258" r:id="R8cfbb5d0e05b48c5"/>
    <p:sldId xmlns:r="http://schemas.openxmlformats.org/officeDocument/2006/relationships" id="259" r:id="Re6fc3b423bfb4105"/>
    <p:sldId xmlns:r="http://schemas.openxmlformats.org/officeDocument/2006/relationships" id="260" r:id="R5f52e7b40c7140df"/>
    <p:sldId xmlns:r="http://schemas.openxmlformats.org/officeDocument/2006/relationships" id="261" r:id="R96190f9e9e0e456e"/>
    <p:sldId xmlns:r="http://schemas.openxmlformats.org/officeDocument/2006/relationships" id="262" r:id="R244bd9c176334026"/>
    <p:sldId xmlns:r="http://schemas.openxmlformats.org/officeDocument/2006/relationships" id="263" r:id="Rdbfc65c0e7444115"/>
    <p:sldId xmlns:r="http://schemas.openxmlformats.org/officeDocument/2006/relationships" id="264" r:id="Rf840877193f94fbe"/>
    <p:sldId xmlns:r="http://schemas.openxmlformats.org/officeDocument/2006/relationships" id="265" r:id="Rb38924ea4bca48ef"/>
    <p:sldId xmlns:r="http://schemas.openxmlformats.org/officeDocument/2006/relationships" id="266" r:id="R0d2a439314ee48a2"/>
    <p:sldId xmlns:r="http://schemas.openxmlformats.org/officeDocument/2006/relationships" id="267" r:id="Rbc55bd41263e417d"/>
    <p:sldId xmlns:r="http://schemas.openxmlformats.org/officeDocument/2006/relationships" id="268" r:id="Ra6e6bbe8235f40e6"/>
    <p:sldId xmlns:r="http://schemas.openxmlformats.org/officeDocument/2006/relationships" id="269" r:id="Rce62d618bc91471f"/>
    <p:sldId xmlns:r="http://schemas.openxmlformats.org/officeDocument/2006/relationships" id="270" r:id="R5f5a4bdc10e44710"/>
    <p:sldId xmlns:r="http://schemas.openxmlformats.org/officeDocument/2006/relationships" id="271" r:id="R9cc318d578794fea"/>
    <p:sldId xmlns:r="http://schemas.openxmlformats.org/officeDocument/2006/relationships" id="272" r:id="R7686912cafa242f5"/>
    <p:sldId xmlns:r="http://schemas.openxmlformats.org/officeDocument/2006/relationships" id="273" r:id="Re59cec07d4a442e2"/>
    <p:sldId xmlns:r="http://schemas.openxmlformats.org/officeDocument/2006/relationships" id="274" r:id="R7b3dab5bda3846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f3fe02b6264975" /><Relationship Type="http://schemas.openxmlformats.org/officeDocument/2006/relationships/slideMaster" Target="/ppt/slideMasters/slideMaster1.xml" Id="Rf118214ee4f942b4" /><Relationship Type="http://schemas.openxmlformats.org/officeDocument/2006/relationships/notesMaster" Target="/ppt/notesMasters/notesMaster1.xml" Id="Rf9b84f1197cd4698" /><Relationship Type="http://schemas.openxmlformats.org/officeDocument/2006/relationships/presProps" Target="/ppt/presProps.xml" Id="R24f0d45a25db4f67" /><Relationship Type="http://schemas.openxmlformats.org/officeDocument/2006/relationships/tableStyles" Target="/ppt/tableStyles.xml" Id="Rbc442cf552bf4de5" /><Relationship Type="http://schemas.openxmlformats.org/officeDocument/2006/relationships/slide" Target="/ppt/slides/slide1.xml" Id="R71bb132cd9064c06" /><Relationship Type="http://schemas.openxmlformats.org/officeDocument/2006/relationships/slide" Target="/ppt/slides/slide2.xml" Id="Ra7bd1e73727f4aea" /><Relationship Type="http://schemas.openxmlformats.org/officeDocument/2006/relationships/slide" Target="/ppt/slides/slide3.xml" Id="R8cfbb5d0e05b48c5" /><Relationship Type="http://schemas.openxmlformats.org/officeDocument/2006/relationships/slide" Target="/ppt/slides/slide4.xml" Id="Re6fc3b423bfb4105" /><Relationship Type="http://schemas.openxmlformats.org/officeDocument/2006/relationships/slide" Target="/ppt/slides/slide5.xml" Id="R5f52e7b40c7140df" /><Relationship Type="http://schemas.openxmlformats.org/officeDocument/2006/relationships/slide" Target="/ppt/slides/slide6.xml" Id="R96190f9e9e0e456e" /><Relationship Type="http://schemas.openxmlformats.org/officeDocument/2006/relationships/slide" Target="/ppt/slides/slide7.xml" Id="R244bd9c176334026" /><Relationship Type="http://schemas.openxmlformats.org/officeDocument/2006/relationships/slide" Target="/ppt/slides/slide8.xml" Id="Rdbfc65c0e7444115" /><Relationship Type="http://schemas.openxmlformats.org/officeDocument/2006/relationships/slide" Target="/ppt/slides/slide9.xml" Id="Rf840877193f94fbe" /><Relationship Type="http://schemas.openxmlformats.org/officeDocument/2006/relationships/slide" Target="/ppt/slides/slide10.xml" Id="Rb38924ea4bca48ef" /><Relationship Type="http://schemas.openxmlformats.org/officeDocument/2006/relationships/slide" Target="/ppt/slides/slide11.xml" Id="R0d2a439314ee48a2" /><Relationship Type="http://schemas.openxmlformats.org/officeDocument/2006/relationships/slide" Target="/ppt/slides/slide12.xml" Id="Rbc55bd41263e417d" /><Relationship Type="http://schemas.openxmlformats.org/officeDocument/2006/relationships/slide" Target="/ppt/slides/slide13.xml" Id="Ra6e6bbe8235f40e6" /><Relationship Type="http://schemas.openxmlformats.org/officeDocument/2006/relationships/slide" Target="/ppt/slides/slide14.xml" Id="Rce62d618bc91471f" /><Relationship Type="http://schemas.openxmlformats.org/officeDocument/2006/relationships/slide" Target="/ppt/slides/slide15.xml" Id="R5f5a4bdc10e44710" /><Relationship Type="http://schemas.openxmlformats.org/officeDocument/2006/relationships/slide" Target="/ppt/slides/slide16.xml" Id="R9cc318d578794fea" /><Relationship Type="http://schemas.openxmlformats.org/officeDocument/2006/relationships/slide" Target="/ppt/slides/slide17.xml" Id="R7686912cafa242f5" /><Relationship Type="http://schemas.openxmlformats.org/officeDocument/2006/relationships/slide" Target="/ppt/slides/slide18.xml" Id="Re59cec07d4a442e2" /><Relationship Type="http://schemas.openxmlformats.org/officeDocument/2006/relationships/slide" Target="/ppt/slides/slide19.xml" Id="R7b3dab5bda3846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182f9271d84e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e03187a7274e2f" /><Relationship Type="http://schemas.openxmlformats.org/officeDocument/2006/relationships/notesMaster" Target="/ppt/notesMasters/notesMaster1.xml" Id="Rc02e9b1bad104b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3cea6c32784bdb" /><Relationship Type="http://schemas.openxmlformats.org/officeDocument/2006/relationships/notesMaster" Target="/ppt/notesMasters/notesMaster1.xml" Id="R8d6f6b60cb1c47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b4d7bc079d42ab" /><Relationship Type="http://schemas.openxmlformats.org/officeDocument/2006/relationships/notesMaster" Target="/ppt/notesMasters/notesMaster1.xml" Id="Rca812e9b902147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d912442002447e" /><Relationship Type="http://schemas.openxmlformats.org/officeDocument/2006/relationships/notesMaster" Target="/ppt/notesMasters/notesMaster1.xml" Id="R9e8d86cbd6c548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60e82d9b6b4336" /><Relationship Type="http://schemas.openxmlformats.org/officeDocument/2006/relationships/notesMaster" Target="/ppt/notesMasters/notesMaster1.xml" Id="R9cb473b4079d4e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13f927c80040c0" /><Relationship Type="http://schemas.openxmlformats.org/officeDocument/2006/relationships/notesMaster" Target="/ppt/notesMasters/notesMaster1.xml" Id="Rfbc2e937d6de4f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56dc34a48045bf" /><Relationship Type="http://schemas.openxmlformats.org/officeDocument/2006/relationships/notesMaster" Target="/ppt/notesMasters/notesMaster1.xml" Id="R70dd38cad7f644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6969715ea84d46" /><Relationship Type="http://schemas.openxmlformats.org/officeDocument/2006/relationships/notesMaster" Target="/ppt/notesMasters/notesMaster1.xml" Id="R181dc7f4373444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118458b6944488" /><Relationship Type="http://schemas.openxmlformats.org/officeDocument/2006/relationships/notesMaster" Target="/ppt/notesMasters/notesMaster1.xml" Id="R951b53c15a0741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a56504e37041e3" /><Relationship Type="http://schemas.openxmlformats.org/officeDocument/2006/relationships/notesMaster" Target="/ppt/notesMasters/notesMaster1.xml" Id="Rba37de7715b741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345859dd55488c" /><Relationship Type="http://schemas.openxmlformats.org/officeDocument/2006/relationships/notesMaster" Target="/ppt/notesMasters/notesMaster1.xml" Id="Rc5277785fef349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4c1145a97b4777" /><Relationship Type="http://schemas.openxmlformats.org/officeDocument/2006/relationships/notesMaster" Target="/ppt/notesMasters/notesMaster1.xml" Id="R3d5efe443e8d4f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21d14fb5b94163" /><Relationship Type="http://schemas.openxmlformats.org/officeDocument/2006/relationships/notesMaster" Target="/ppt/notesMasters/notesMaster1.xml" Id="Rc89921621ba14a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e7826609e9406e" /><Relationship Type="http://schemas.openxmlformats.org/officeDocument/2006/relationships/notesMaster" Target="/ppt/notesMasters/notesMaster1.xml" Id="R7f089d1721b445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ad492fe1524c3b" /><Relationship Type="http://schemas.openxmlformats.org/officeDocument/2006/relationships/notesMaster" Target="/ppt/notesMasters/notesMaster1.xml" Id="R2c14ba1687464c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d6baf0211c483e" /><Relationship Type="http://schemas.openxmlformats.org/officeDocument/2006/relationships/notesMaster" Target="/ppt/notesMasters/notesMaster1.xml" Id="R3e4efc4170c047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1d3241b36784360" /><Relationship Type="http://schemas.openxmlformats.org/officeDocument/2006/relationships/notesMaster" Target="/ppt/notesMasters/notesMaster1.xml" Id="Rc023aace7b634e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2175798ee44bfb" /><Relationship Type="http://schemas.openxmlformats.org/officeDocument/2006/relationships/notesMaster" Target="/ppt/notesMasters/notesMaster1.xml" Id="Re064412c88fc42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f1c4a9add14dd6" /><Relationship Type="http://schemas.openxmlformats.org/officeDocument/2006/relationships/notesMaster" Target="/ppt/notesMasters/notesMaster1.xml" Id="Rc42aab10963f4e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세 군데를 구체적으로 개선했습니다. 첫째, 시스템명이 없으면 auth-service로 대체하던 부분을 Registry 검증과 사용자 재질문으로 바꿨습니다. 둘째, 모니터링 키워드로 Runbook 하나만 선택하던 부분을 질문과 알림을 이용한 다중 문서 검색으로 바꿨습니다. 셋째, 길이와 번호만 검사하고 세 번 뒤 강제 통과시키던 답변 검증에 수치·출처 검사와 Judge를 추가했습니다. 왼쪽은 초기 커밋, 오른쪽은 현재 구현의 핵심 경로입니다. 기존에도 MCP Monitoring Tool과 Runbook Resource는 있었습니다.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기존에는 대상이 없으면 auth-service로 대체했습니다. 이제 resolve_target이 monitoring.json의 시스템명·설명을 LLM에 주고 후보를 받습니다. SystemRegistry가 실제 등록된 이름인지 확인한 뒤 resolved, missing, unknown, ambiguous 네 상태 중 하나로 정리합니다. resolved만 plan으로 이동합니다. 대상이 없거나, 미등록 이름이거나, 여러 후보 중 확정하지 못하면 clarify_target으로 가서 질문합니다. 왼쪽 화면은 처음 missing이었다가 사용자가 auth-service라고 답한 사례입니다. 근거: agent/target_nodes.py:12–44, agent/graph.py:220–258, agent/system_registry.py:74–112,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resolved가 아닌 세 상태는 clarify_target으로 갑니다. 서버는 AsyncSqliteSaver를 열어 Graph와 연결했고, 노드의 interrupt()가 실행을 멈추면 현재 상태와 원래 query가 체크포인트에 남습니다. 화면은 clarification 질문과 graph_thread_id를 받습니다. 사용자 답을 보낼 때 서버는 그 ID가 같은 채팅의 실제 중단 상태인지 검사하고, LangGraph 설정의 같은 thread_id로 Command(resume=message)를 전달합니다. 재개된 답은 clarification_answer에 저장되고 다시 resolve_target에서 검증합니다. resolved면 그때 plan으로 가고, 여전히 불명확하면 다시 질문합니다. 앱의 thread_id는 채팅 세션이고 graph_thread_id는 체크포인트 키입니다. 근거: server.py:103–106·157–170, agent/graph.py:220–270, agent/target_nodes.py:12–53, web_chat.html:165–207.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MCP 서버의 Prompt, Tool, Resource는 원래 실습 코드에도 있었습니다. plan은 Prompt의 표준 진단 절차를 읽지만 그것만으로 Tool을 실행하지는 않습니다. research가 get_monitoring_status Tool을 호출하면 서버는 monitoring.json을 읽어 status, cpu_percent, memory_percent, alerts[]를 반환합니다. alerts[]는 CPU 수치 필드 자체가 아니라 예를 들어 CPU 91% 초과나 upstream timeout을 적은 경고 문구의 목록입니다. Runbook 원문은 Resource URI로 읽습니다.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plan은 resolve_target이 확정한 target_systems만 입력받습니다. MCP Prompt incident_analysis_prompt에서 표준 진단 순서를 읽어 fast_llm.plan에 원래 장애 질문, 절차, 확정된 시스템을 전달합니다. 모델의 JSON을 그대로 실행하지 않고 task_planner.normalize_plan이 등록된 대상마다 research·monitoring·pending task를 하나씩 만듭니다. 예를 들어 payments-service와 gateway-service가 확정되면 모니터링 task 두 개가 생기고 research가 이를 병렬 실행합니다. 모델이 패턴 비교를 제안하면 analysis task도 만들 수 있습니다. needs_analysis=False인데 analysis task가 섞이면 gate가 제거합니다. plan은 MCP Tool을 실행하지 않습니다. 근거: agent/graph.py:51–85, agent/task_planner.py:6–29, agent/openai_llm.py:139–156.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FastAPI가 시작할 때 MCPClient는 ops와 docs 서버에 stdio 세션을 연결하고 요청마다 재사용합니다. plan은 MCP Prompt를 읽어 확정된 시스템별 Monitoring task를 만듭니다. 첫 research가 get_monitoring_status Tool을 호출해 status·cpu_percent·memory_percent·alerts[]를 collected에 저장합니다. replan_check의 검색은 원래 질문과 성공한 조회의 alerts[] 경고 문구를 사용합니다. 선택된 Runbook ID가 있으면 같은 research가 Resource 원문을 읽습니다. 근거: server.py:69–112, agent/mcp_client.py:44–122, agent/graph.py:51–70·88–195.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MCP Tool get_monitoring_status는 system_name을 입력받아 monitoring.json을 매번 읽고 status, cpu_percent, memory_percent, alerts[]를 반환합니다. cpu_percent는 별도 숫자 필드이고 alerts[]는 경고 문구 문자열 목록입니다. plan이 아니라 research가 monitoring task마다 deps.mcp.call_tool을 with_retry로 호출합니다. 성공 결과만 collected에 저장하고 실패는 task.error로 남깁니다. 시연 화면에서 gateway-service는 조회를 마쳤고 payments-service는 실패했습니다. 근거: mcp_server.py:33–53, agent/graph.py:117–151, agent/mcp_client.py:70–77.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사용자 질문은 payments-service와 gateway-service의 CPU 급증 및 timeout 장애입니다. plan이 만든 두 Monitoring task를 첫 research가 실행합니다. Tool 결과에서 payments-service의 alerts[]에는 CPU 91% (threshold 80%), gateway-service의 alerts[]에는 upstream timeout to payments-service (504)가 있습니다. alerts[]는 경고 문구 문자열 목록이고, 별도의 cpu_percent·memory_percent 수치 필드와 다릅니다. 현재 임베딩 검색은 원래 질문과 alerts[]의 각 문구를 개별 질의로 사용합니다. 이 예시에서는 cpu-spike와 network-timeout ID가 선택됩니다. 첫 replan_check가 Runbook task를 만들고 두 번째 research가 MCP Resource에서 network-timeout.md 원문을 읽습니다. 오른쪽 1·2번은 이미 확인된 장애 사실이 아니라 문서에 적힌 후속 점검 지시입니다. gateway의 upstream timeout 알림이 그 점검의 출발 단서입니다. 근거: data/monitoring.json, agent/runbook_retrieval.py:38–61, agent/graph.py:165–195,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첫 실행 뒤 replan_check는 Monitoring 조회의 성공·실패를 포함한 현재 상태를 봅니다. 그러나 성공 수치가 충분한지 품질 심사를 하는 노드는 아닙니다. 성공한 조회는 collected에 남고 실패 task에는 error가 남습니다. 첫 replan_check는 원래 질문과 성공한 Monitoring 알림으로 RunbookRetriever.search를 한 번 호출합니다. 관련 문서가 하나 이상 나오면 문서별 research·runbook·pending task를 추가하고 is_sufficient=False로 같은 research에 되돌립니다. 문서가 없거나 검색 오류라면 새 task가 없으므로 is_sufficient=True로 analysis로 이동합니다. Resource 조회 후 두 번째 replan_check는 rounds&gt;=1 조건으로 더 검색하지 않고 is_sufficient=True로 analysis에 보냅니다. Resource 실패도 자동 재시도가 아니라 실패 기록으로 남습니다. 여기서 sufficient는 추가 Runbook 조사 task가 없다는 의미이고 보고서 품질의 합격 판정은 validate의 책임입니다. 근거: agent/graph.py:130–195, 227–231.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Runbook 여섯 개와 고정 질문 다섯 개로 검색 단계만 비교했습니다. gpt-4o-mini 문서 랭킹의 정밀도는 85.7%였습니다. 첫 시도인 본문 전체와 합친 질문 임베딩은 정밀도·재현율 각각 66.7%로 낮았습니다. 공통 절차 문장과 복합 증상이 한 벡터에 섞이는 문제로 판단해 문서 제목을 임베딩하고 원래 질문과 Monitoring 결과의 alerts[] 각 경고 문구를 개별 검색 질의로 바꿨습니다. 여기서 alerts[]는 cpu_percent 숫자 필드가 아닙니다. 수정 결과는 고정 질문 5건에서 정밀도 100%, 검색 시간 합계 1.51초였습니다. 5문항은 조정에도 썼으므로 독립 평가가 아닙니다.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Runbook은 여섯 개입니다. 제목 벡터를 메모리에 캐시하고 원래 질문 및 Monitoring alerts[] 문구의 벡터를 코사인 유사도로 비교합니다. 파일 본문 해시가 바뀌면 해당 제목 벡터만 다시 만듭니다. 검색 후 문서 원문은 MCP Resource에서 읽습니다. 벡터 DB를 안 쓴 것은 현재 규모의 저장소 운영 부담을 줄인 선택입니다. 재시작 시 캐시가 사라지고 질문·alerts[] 임베딩 호출 비용은 남습니다.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 전 validate_node는 응답이 30자 이상이고 1) 번호가 있는지만 확인했습니다. 수치·시스템명·Runbook 근거가 틀려도 형식을 맞추면 통과할 수 있고, 세 번째 실패에서는 품질과 관계없이 강제 합격 처리했습니다. 현재는 grounded_issues가 대상 시스템명, 수치, 사용한 Runbook 출처, 조회 실패 고지를 코드로 검사합니다. 이어 같은 quality_llm의 judge 메서드를 작성과 별도로 호출해 원문에 없는 절차, 실제로 하지 않은 조치를 완료했다고 쓰는 표현, 무관한 시스템에 적용한 조치를 확인합니다. OpenAI/Ollama 모드의 judge는 LLM 호출이므로 LLM-as-a-Judge입니다. 시연용 고정 모드의 Judge는 LLM이 아니라 결정론적 검사 대역입니다. 코드 검사와 Judge가 모두 통과해야 합격입니다. 최대 세 번 재작성 후에도 실패하면 미검증 초안을 채택하지 않고 확인 가능한 사실만 반환합니다. 근거: git f6d7ea2:agent/graph.py:274–298, agent/answer_validation.py:22–84, agent/openai_llm.py:232–255, agent/fake_llm.py:275–285, agent/report_nodes.py:31–55.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 전 research의 asyncio.gather는 하나의 Monitoring 또는 Resource 호출이 예외를 던지면 research 노드 전체가 예외로 종료됐습니다. 그래서 다른 시스템의 조회가 성공했더라도 아래 결과 처리 루프에 도달하지 못해 collected에 남기지 못했습니다. 현재 run_one은 개별 task의 예외를 잡아 ok=False와 error를 반환합니다. gather가 모든 결과를 돌려주면 성공한 항목만 collected에 넣고 실패 task는 status=failed와 error를 남깁니다. report_nodes.write는 이 실패 정보를 작성 모델에 함께 주고, answer_validation은 실패 대상과 실패 고지를 확인합니다. 시연에서는 payments-service 조회를 의도적으로 실패시켜 gateway-service의 성공 결과가 보고서에 남고 payments 실패는 진단 한계에 표기되는 것을 보여줍니다. 이 변화는 데이터 오류를 복구하는 것이 아니라 확보한 근거를 보존하고 진단 한계를 명확히 하는 것입니다. 근거: git f6d7ea2:agent/graph.py:135–183, agent/graph.py:89–161, agent/report_nodes.py:12–27, agent/answer_validation.py:22–40, scripts/demo_partial_failure.py.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build_graph는 노드를 등록하고 다음 노드로 갈 조건을 연결합니다. route가 일반 대화로 판단하면 chat_answer로 끝나고, 장애라면 resolve_target을 거칩니다. resolved 뒤 plan은 시스템별 Monitoring task를 만들고 gate는 필요 없는 분석 task를 제거합니다. 첫 research는 MCP Tool, 첫 replan_check는 Runbook 검색입니다. 문서 task가 생긴 때만 같은 research가 두 번째로 실행돼 MCP Resource 원문을 읽습니다. 두 번째 replan_check의 is_sufficient는 추가 Runbook task가 없다는 뜻이지 답변 완성이라는 뜻이 아닙니다. analysis는 남은 분석 task가 있을 때만 수행하고, 이후 write·validate·finalize로 갑니다. 역할별 코드는 target_nodes, runbook_retrieval, report_nodes로 분리했습니다. 근거: agent/graph.py:51–270, agent/task_planner.py:6–28.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시연용 고정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시연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과제에서는 시스템을 임의로 정하지 않고 사용자에게 확인한 뒤 진단했고, 질문과 모니터링 알림으로 여러 Runbook을 검색해 원문을 답변에 반영했습니다. 수치·출처와 Judge 검증을 추가했으며 일부 조회 실패도 보고서에 밝혔습니다. 느낀 점은 LLM의 판단을 실제 시스템 목록과 조회 근거, 검증 코드로 다시 확인해야 한다는 것입니다. 앞으로는 별도 질문으로 검색 성능을 독립 평가하고, SSE가 검증 전 초안을 보여주는 문제를 막고, 오래된 체크포인트의 보관 정책을 정해야 합니다. 사용 기술은 LangGraph, MCP, RAG/임베딩, LangSmith, 의존성 주입, 모듈화, 단위 테스트입니다.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bd111b04ee43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e17f6cc61349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cc3dea0f4d47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0cedeed72447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36eb6fe7a044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389ee9c7674a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7FEA93-DD36-4B7E-A416-05AC101A7C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A35B09-F13D-4CA8-A910-BB6EDA1AB5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2ED670-C541-458D-B15F-C7376BB08F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ADD644-0202-40C9-BE47-0FDBAFECE6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E0DFC7-2B2B-45AA-8DA2-5D276784A1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1FA732-9566-4FEF-AD27-D06C379849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A4972B-FC71-4F91-87F8-FA31FD3EA9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E4DFFA-3149-48ED-A856-5B63CCD60E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ED2D87-66F8-4090-9077-C63CFF2F71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A30C40-0FF3-47E6-97BC-A083EE3509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ce089d50a24bb0" /><Relationship Type="http://schemas.openxmlformats.org/officeDocument/2006/relationships/slideLayout" Target="/ppt/slideLayouts/slideLayout1.xml" Id="R12556f563cd74339" /><Relationship Type="http://schemas.openxmlformats.org/officeDocument/2006/relationships/slideLayout" Target="/ppt/slideLayouts/slideLayout2.xml" Id="R938fdab7b1aa438f" /><Relationship Type="http://schemas.openxmlformats.org/officeDocument/2006/relationships/slideLayout" Target="/ppt/slideLayouts/slideLayout3.xml" Id="R4c7ceae2596f432f" /><Relationship Type="http://schemas.openxmlformats.org/officeDocument/2006/relationships/slideLayout" Target="/ppt/slideLayouts/slideLayout4.xml" Id="R0bd4973d6b714164" /><Relationship Type="http://schemas.openxmlformats.org/officeDocument/2006/relationships/slideLayout" Target="/ppt/slideLayouts/slideLayout5.xml" Id="Rb3056d3fc1874ad8" /><Relationship Type="http://schemas.openxmlformats.org/officeDocument/2006/relationships/slideLayout" Target="/ppt/slideLayouts/slideLayout6.xml" Id="R12b144cf971f48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556f563cd74339"/>
    <p:sldLayoutId xmlns:r="http://schemas.openxmlformats.org/officeDocument/2006/relationships" id="2147483650" r:id="R938fdab7b1aa438f"/>
    <p:sldLayoutId xmlns:r="http://schemas.openxmlformats.org/officeDocument/2006/relationships" id="2147483651" r:id="R4c7ceae2596f432f"/>
    <p:sldLayoutId xmlns:r="http://schemas.openxmlformats.org/officeDocument/2006/relationships" id="2147483652" r:id="R0bd4973d6b714164"/>
    <p:sldLayoutId xmlns:r="http://schemas.openxmlformats.org/officeDocument/2006/relationships" id="2147483653" r:id="Rb3056d3fc1874ad8"/>
    <p:sldLayoutId xmlns:r="http://schemas.openxmlformats.org/officeDocument/2006/relationships" id="2147483654" r:id="R12b144cf971f48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ec53d1f65a4efc" /><Relationship Type="http://schemas.openxmlformats.org/officeDocument/2006/relationships/notesSlide" Target="/ppt/notesSlides/notesSlide1.xml" Id="R86b538f9901240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0d10a89d204b47" /><Relationship Type="http://schemas.openxmlformats.org/officeDocument/2006/relationships/notesSlide" Target="/ppt/notesSlides/notesSlide2.xml" Id="Rb33ac2cce2454b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04ebc4e0f54b02" /><Relationship Type="http://schemas.openxmlformats.org/officeDocument/2006/relationships/notesSlide" Target="/ppt/notesSlides/notesSlide3.xml" Id="Rd2f7dc3070314e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253cb6c7d445e0" /><Relationship Type="http://schemas.openxmlformats.org/officeDocument/2006/relationships/image" Target="/ppt/media/image.jpeg" Id="R1fff1728ccfa489f" /><Relationship Type="http://schemas.openxmlformats.org/officeDocument/2006/relationships/notesSlide" Target="/ppt/notesSlides/notesSlide4.xml" Id="R585aeb3dc6304b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ef5d07db75440a1" /><Relationship Type="http://schemas.openxmlformats.org/officeDocument/2006/relationships/notesSlide" Target="/ppt/notesSlides/notesSlide5.xml" Id="R83a8516e3a634f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2083074d63442d" /><Relationship Type="http://schemas.openxmlformats.org/officeDocument/2006/relationships/notesSlide" Target="/ppt/notesSlides/notesSlide6.xml" Id="Rea5b8592212049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19897896ae4069" /><Relationship Type="http://schemas.openxmlformats.org/officeDocument/2006/relationships/notesSlide" Target="/ppt/notesSlides/notesSlide7.xml" Id="R06ebf4cdb8ab45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78fa4e005f4f45" /><Relationship Type="http://schemas.openxmlformats.org/officeDocument/2006/relationships/notesSlide" Target="/ppt/notesSlides/notesSlide8.xml" Id="R9a337594a50a44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eab195921e4e33" /><Relationship Type="http://schemas.openxmlformats.org/officeDocument/2006/relationships/image" Target="/ppt/media/image2.jpeg" Id="R498b9b2a72074427" /><Relationship Type="http://schemas.openxmlformats.org/officeDocument/2006/relationships/notesSlide" Target="/ppt/notesSlides/notesSlide9.xml" Id="Rca148024896b46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f732fb69454d55" /><Relationship Type="http://schemas.openxmlformats.org/officeDocument/2006/relationships/notesSlide" Target="/ppt/notesSlides/notesSlide10.xml" Id="R080ed509099246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d87cb059cb4e4c" /><Relationship Type="http://schemas.openxmlformats.org/officeDocument/2006/relationships/notesSlide" Target="/ppt/notesSlides/notesSlide11.xml" Id="Rcebe270b929a43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b5cdd14bc5f44c1" /><Relationship Type="http://schemas.openxmlformats.org/officeDocument/2006/relationships/notesSlide" Target="/ppt/notesSlides/notesSlide12.xml" Id="R4798109358d347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4a9fa2b97e9437b" /><Relationship Type="http://schemas.openxmlformats.org/officeDocument/2006/relationships/notesSlide" Target="/ppt/notesSlides/notesSlide13.xml" Id="R0fb52496e2cd4a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5887217fc0485d" /><Relationship Type="http://schemas.openxmlformats.org/officeDocument/2006/relationships/notesSlide" Target="/ppt/notesSlides/notesSlide14.xml" Id="R6924ef9353e542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a90a5b1dc484e86" /><Relationship Type="http://schemas.openxmlformats.org/officeDocument/2006/relationships/image" Target="/ppt/media/image3.jpeg" Id="R2ea7214c047148e1" /><Relationship Type="http://schemas.openxmlformats.org/officeDocument/2006/relationships/notesSlide" Target="/ppt/notesSlides/notesSlide15.xml" Id="R669c7ff4f3d244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9bd72fc64ef4dcb" /><Relationship Type="http://schemas.openxmlformats.org/officeDocument/2006/relationships/notesSlide" Target="/ppt/notesSlides/notesSlide16.xml" Id="R0ae6bff700e24c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b3c5506089414c" /><Relationship Type="http://schemas.openxmlformats.org/officeDocument/2006/relationships/image" Target="/ppt/media/image4.jpeg" Id="R7d66cfef96e04895" /><Relationship Type="http://schemas.openxmlformats.org/officeDocument/2006/relationships/notesSlide" Target="/ppt/notesSlides/notesSlide17.xml" Id="Rbe4e6c9f0c8a42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a8d8c64b00d494f" /><Relationship Type="http://schemas.openxmlformats.org/officeDocument/2006/relationships/image" Target="/ppt/media/image5.jpeg" Id="Rab18d7da05914a63" /><Relationship Type="http://schemas.openxmlformats.org/officeDocument/2006/relationships/notesSlide" Target="/ppt/notesSlides/notesSlide18.xml" Id="R0d6affb218624d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b35d9957dc44d37" /><Relationship Type="http://schemas.openxmlformats.org/officeDocument/2006/relationships/notesSlide" Target="/ppt/notesSlides/notesSlide19.xml" Id="R95a20b02be9b491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A1E9FD-5066-4BEC-8929-74079A6D5806}"/>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18DC2EE1-CD89-4580-A052-C1FA5556F366}"/>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919B5EF3-5F12-4968-A038-FBB781DBFFA6}"/>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9E6A9BC8-459C-4F2B-8402-56F28F47FFE3}"/>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1765379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9A2CA14-F497-4C5A-B44E-BBDA38024E8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656B2E6B-5632-49BB-AF4A-FFD9E8B40AC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EE973BA0-745A-4AD5-997F-509384F6C168}"/>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12C835AF-2EE9-4883-ABA4-9491CBF35764}"/>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76860CE8-DD85-41E1-87AC-52EA026726B1}"/>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1D9B7C5A-35C4-4ECA-884C-917B8AE613DD}"/>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6C379690-A113-46E9-969C-954B5614F2B8}"/>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44F13556-D1B9-444B-92D4-508950221514}"/>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질문·Monitoring alerts[]로 문서 선택</a:t>
            </a:r>
          </a:p>
        </p:txBody>
      </p:sp>
      <p:sp>
        <p:nvSpPr>
          <p:cNvPr id="9" name="">
            <a:extLst xmlns:a="http://schemas.openxmlformats.org/drawingml/2006/main">
              <a:ext uri="{FF2B5EF4-FFF2-40B4-BE49-F238E27FC236}">
                <a16:creationId xmlns:a16="http://schemas.microsoft.com/office/drawing/2014/main" id="{476B8F2F-C8EC-4FFF-8D20-3EA65EC99AD7}"/>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EEDA3C14-40D4-400F-B92A-833E67A3E817}"/>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3D4D70B8-D020-40C8-8719-FB4E5DB79512}"/>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9921FAF1-8CA5-4E16-A994-8C5304C9EEBF}"/>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034041A4-88F6-48DB-B55E-FCB0E3A57823}"/>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BD4F0D79-CFC6-4A3E-9B1A-24DC9D8D4293}"/>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24133D48-7D1B-4A94-88F5-9DC6046502D5}"/>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41D21F06-C760-4DB9-8FE9-9C7051F06F37}"/>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97B3985E-41F9-4B56-B954-7BA2D39D6595}"/>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B1D8EFF7-3FDA-44EA-8C5D-5DC3696170FF}"/>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7641707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B90A24B-4209-4ABC-B57E-44301159B49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2E7E30B7-FDB4-4FD9-9D6E-3DCA0C5D431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14733ED0-E573-4418-AC51-203A83284D5A}"/>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63DB0400-B907-42F8-B356-5CEDAAAC8B4C}"/>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EA807EED-8D9E-4594-92E8-F248B1A52C0B}"/>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6551F2E4-ECAE-4149-8C3B-53E17185D6DC}"/>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BB07D425-C5B3-4E1B-BAFD-795CC1815991}"/>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대상 없으면 Prompt에 auth-service</a:t>
            </a:r>
          </a:p>
        </p:txBody>
      </p:sp>
      <p:sp>
        <p:nvSpPr>
          <p:cNvPr id="8" name="">
            <a:extLst xmlns:a="http://schemas.openxmlformats.org/drawingml/2006/main">
              <a:ext uri="{FF2B5EF4-FFF2-40B4-BE49-F238E27FC236}">
                <a16:creationId xmlns:a16="http://schemas.microsoft.com/office/drawing/2014/main" id="{AF8B0092-EE68-4E53-8CBA-884D608F4739}"/>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B9DD6FB2-3300-485F-B4E2-18E8ECA779C6}"/>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C008DEF8-7527-458D-94C4-A99730D26DEC}"/>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71F7AD44-6BBE-4ACE-A96F-3C415041E947}"/>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D4660F71-DB51-47E0-814B-E751595726BE}"/>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BE7351D2-41D9-4194-B358-2E26984147A3}"/>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674AA9A1-C610-489A-9546-517793AFDE70}"/>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23CBB154-377B-4A6F-9079-6925A96A4563}"/>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74E0BD70-223A-49D1-8769-B7DFE44C4DA1}"/>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4DE997FA-FE85-4FB7-BC21-2F0EE36FD046}"/>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537A09EC-FC62-43A0-BE01-3E0484706AB1}"/>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3D87A0F7-F6FE-4355-9764-750840FF4C11}"/>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5ED00831-D5DB-4041-9E9F-99A149AD85F3}"/>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E50ACCC4-B19B-41F0-8026-C304EC2A1572}"/>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9744E722-EB18-45D7-A9FC-540E4B2317BF}"/>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15A0CFE8-8FB6-4C7F-8FE9-BC5E7B039564}"/>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FD6B5357-043C-45E8-BC44-374BAEFE7B7E}"/>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3A5456BD-D68D-4DB6-BC75-F8ABC60EE1B6}"/>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4C37DC94-2445-46B0-B9BA-2EDDEF8B3238}"/>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질문·Monitoring alerts[]로 문서 검색</a:t>
            </a:r>
          </a:p>
        </p:txBody>
      </p:sp>
      <p:sp>
        <p:nvSpPr>
          <p:cNvPr id="27" name="">
            <a:extLst xmlns:a="http://schemas.openxmlformats.org/drawingml/2006/main">
              <a:ext uri="{FF2B5EF4-FFF2-40B4-BE49-F238E27FC236}">
                <a16:creationId xmlns:a16="http://schemas.microsoft.com/office/drawing/2014/main" id="{B14AAE79-EA79-432C-AE74-64115F8DAF6E}"/>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903691C2-A156-41D2-A00B-2DC8883605B4}"/>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BC913EAD-A74B-49BD-9D4C-7803113C8A8D}"/>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5C8A2F47-0309-42AA-8478-F50B96CBC748}"/>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4689C377-24A6-45E0-B977-E71A2761F765}"/>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6F3ADD1A-3D85-4A1A-B2A0-560924EDB8A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11255471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86DD54-5A08-4E4B-8D86-4D3D1E1BD26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 판별의 네 가지 결과</a:t>
            </a:r>
          </a:p>
        </p:txBody>
      </p:sp>
      <p:sp>
        <p:nvSpPr>
          <p:cNvPr id="2" name="">
            <a:extLst xmlns:a="http://schemas.openxmlformats.org/drawingml/2006/main">
              <a:ext uri="{FF2B5EF4-FFF2-40B4-BE49-F238E27FC236}">
                <a16:creationId xmlns:a16="http://schemas.microsoft.com/office/drawing/2014/main" id="{BFF36544-E1A0-45EE-9D5A-58E0E1EE0AB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229A3F94-BC1D-4B1B-8FCF-D0F3B8A23C76}"/>
              </a:ext>
            </a:extLst>
          </p:cNvPr>
          <p:cNvPicPr>
            <a:picLocks xmlns:a="http://schemas.openxmlformats.org/drawingml/2006/main" noChangeAspect="1"/>
          </p:cNvPicPr>
          <p:nvPr/>
        </p:nvPicPr>
        <p:blipFill>
          <a:blip xmlns:r="http://schemas.openxmlformats.org/officeDocument/2006/relationships" xmlns:a="http://schemas.openxmlformats.org/drawingml/2006/main" r:embed="R1fff1728ccfa489f"/>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ABACC3D-4B0A-4F86-97A0-1EB2DBB7A873}"/>
              </a:ext>
            </a:extLst>
          </p:cNvPr>
          <p:cNvSpPr>
            <a:spLocks xmlns:a="http://schemas.openxmlformats.org/drawingml/2006/main" noGrp="1"/>
          </p:cNvSpPr>
          <p:nvPr/>
        </p:nvSpPr>
        <p:spPr>
          <a:xfrm xmlns:a="http://schemas.openxmlformats.org/drawingml/2006/main">
            <a:off x="5810250" y="149542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문제</a:t>
            </a:r>
          </a:p>
        </p:txBody>
      </p:sp>
      <p:sp>
        <p:nvSpPr>
          <p:cNvPr id="5" name="">
            <a:extLst xmlns:a="http://schemas.openxmlformats.org/drawingml/2006/main">
              <a:ext uri="{FF2B5EF4-FFF2-40B4-BE49-F238E27FC236}">
                <a16:creationId xmlns:a16="http://schemas.microsoft.com/office/drawing/2014/main" id="{AF2903BD-5EDD-45BD-9ED6-DFFD6BD6BF79}"/>
              </a:ext>
            </a:extLst>
          </p:cNvPr>
          <p:cNvSpPr>
            <a:spLocks xmlns:a="http://schemas.openxmlformats.org/drawingml/2006/main" noGrp="1"/>
          </p:cNvSpPr>
          <p:nvPr/>
        </p:nvSpPr>
        <p:spPr>
          <a:xfrm xmlns:a="http://schemas.openxmlformats.org/drawingml/2006/main">
            <a:off x="5810250" y="1847850"/>
            <a:ext cx="5572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대상 미확인 시 auth-service로 대체</a:t>
            </a:r>
          </a:p>
        </p:txBody>
      </p:sp>
      <p:sp>
        <p:nvSpPr>
          <p:cNvPr id="6" name="">
            <a:extLst xmlns:a="http://schemas.openxmlformats.org/drawingml/2006/main">
              <a:ext uri="{FF2B5EF4-FFF2-40B4-BE49-F238E27FC236}">
                <a16:creationId xmlns:a16="http://schemas.microsoft.com/office/drawing/2014/main" id="{11626BD4-A6A0-41F7-8D92-3821E5A287AD}"/>
              </a:ext>
            </a:extLst>
          </p:cNvPr>
          <p:cNvSpPr>
            <a:spLocks xmlns:a="http://schemas.openxmlformats.org/drawingml/2006/main" noGrp="1"/>
          </p:cNvSpPr>
          <p:nvPr/>
        </p:nvSpPr>
        <p:spPr>
          <a:xfrm xmlns:a="http://schemas.openxmlformats.org/drawingml/2006/main">
            <a:off x="5810250" y="24574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LLM 후보를 Registry로 검증</a:t>
            </a:r>
          </a:p>
        </p:txBody>
      </p:sp>
      <p:sp>
        <p:nvSpPr>
          <p:cNvPr id="7" name="">
            <a:extLst xmlns:a="http://schemas.openxmlformats.org/drawingml/2006/main">
              <a:ext uri="{FF2B5EF4-FFF2-40B4-BE49-F238E27FC236}">
                <a16:creationId xmlns:a16="http://schemas.microsoft.com/office/drawing/2014/main" id="{30EB8392-96B9-4A59-9548-026BDA55011D}"/>
              </a:ext>
            </a:extLst>
          </p:cNvPr>
          <p:cNvSpPr>
            <a:spLocks xmlns:a="http://schemas.openxmlformats.org/drawingml/2006/main" noGrp="1"/>
          </p:cNvSpPr>
          <p:nvPr/>
        </p:nvSpPr>
        <p:spPr>
          <a:xfrm xmlns:a="http://schemas.openxmlformats.org/drawingml/2006/main">
            <a:off x="5810250" y="28956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resolved</a:t>
            </a:r>
          </a:p>
        </p:txBody>
      </p:sp>
      <p:sp>
        <p:nvSpPr>
          <p:cNvPr id="8" name="">
            <a:extLst xmlns:a="http://schemas.openxmlformats.org/drawingml/2006/main">
              <a:ext uri="{FF2B5EF4-FFF2-40B4-BE49-F238E27FC236}">
                <a16:creationId xmlns:a16="http://schemas.microsoft.com/office/drawing/2014/main" id="{B7736865-AFD7-4D39-8287-EAF7302D8157}"/>
              </a:ext>
            </a:extLst>
          </p:cNvPr>
          <p:cNvSpPr>
            <a:spLocks xmlns:a="http://schemas.openxmlformats.org/drawingml/2006/main" noGrp="1"/>
          </p:cNvSpPr>
          <p:nvPr/>
        </p:nvSpPr>
        <p:spPr>
          <a:xfrm xmlns:a="http://schemas.openxmlformats.org/drawingml/2006/main">
            <a:off x="7381875" y="28956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등록된 대상 확정 → plan</a:t>
            </a:r>
          </a:p>
        </p:txBody>
      </p:sp>
      <p:sp>
        <p:nvSpPr>
          <p:cNvPr id="9" name="">
            <a:extLst xmlns:a="http://schemas.openxmlformats.org/drawingml/2006/main">
              <a:ext uri="{FF2B5EF4-FFF2-40B4-BE49-F238E27FC236}">
                <a16:creationId xmlns:a16="http://schemas.microsoft.com/office/drawing/2014/main" id="{31BF5C63-EA67-40A8-800C-BFC0B4EE017D}"/>
              </a:ext>
            </a:extLst>
          </p:cNvPr>
          <p:cNvSpPr>
            <a:spLocks xmlns:a="http://schemas.openxmlformats.org/drawingml/2006/main" noGrp="1"/>
          </p:cNvSpPr>
          <p:nvPr/>
        </p:nvSpPr>
        <p:spPr>
          <a:xfrm xmlns:a="http://schemas.openxmlformats.org/drawingml/2006/main">
            <a:off x="5810250" y="34290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missing</a:t>
            </a:r>
          </a:p>
        </p:txBody>
      </p:sp>
      <p:sp>
        <p:nvSpPr>
          <p:cNvPr id="10" name="">
            <a:extLst xmlns:a="http://schemas.openxmlformats.org/drawingml/2006/main">
              <a:ext uri="{FF2B5EF4-FFF2-40B4-BE49-F238E27FC236}">
                <a16:creationId xmlns:a16="http://schemas.microsoft.com/office/drawing/2014/main" id="{B383F222-48D6-4FD7-818B-06972A55C6C8}"/>
              </a:ext>
            </a:extLst>
          </p:cNvPr>
          <p:cNvSpPr>
            <a:spLocks xmlns:a="http://schemas.openxmlformats.org/drawingml/2006/main" noGrp="1"/>
          </p:cNvSpPr>
          <p:nvPr/>
        </p:nvSpPr>
        <p:spPr>
          <a:xfrm xmlns:a="http://schemas.openxmlformats.org/drawingml/2006/main">
            <a:off x="7381875" y="3429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대상을 특정할 근거 없음</a:t>
            </a:r>
          </a:p>
        </p:txBody>
      </p:sp>
      <p:sp>
        <p:nvSpPr>
          <p:cNvPr id="11" name="">
            <a:extLst xmlns:a="http://schemas.openxmlformats.org/drawingml/2006/main">
              <a:ext uri="{FF2B5EF4-FFF2-40B4-BE49-F238E27FC236}">
                <a16:creationId xmlns:a16="http://schemas.microsoft.com/office/drawing/2014/main" id="{C80D30D2-A137-47B8-967C-80CBDDBD47FC}"/>
              </a:ext>
            </a:extLst>
          </p:cNvPr>
          <p:cNvSpPr>
            <a:spLocks xmlns:a="http://schemas.openxmlformats.org/drawingml/2006/main" noGrp="1"/>
          </p:cNvSpPr>
          <p:nvPr/>
        </p:nvSpPr>
        <p:spPr>
          <a:xfrm xmlns:a="http://schemas.openxmlformats.org/drawingml/2006/main">
            <a:off x="5810250" y="39624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unknown</a:t>
            </a:r>
          </a:p>
        </p:txBody>
      </p:sp>
      <p:sp>
        <p:nvSpPr>
          <p:cNvPr id="12" name="">
            <a:extLst xmlns:a="http://schemas.openxmlformats.org/drawingml/2006/main">
              <a:ext uri="{FF2B5EF4-FFF2-40B4-BE49-F238E27FC236}">
                <a16:creationId xmlns:a16="http://schemas.microsoft.com/office/drawing/2014/main" id="{C3B054D7-3B98-427F-8083-4DDCDE36A9EA}"/>
              </a:ext>
            </a:extLst>
          </p:cNvPr>
          <p:cNvSpPr>
            <a:spLocks xmlns:a="http://schemas.openxmlformats.org/drawingml/2006/main" noGrp="1"/>
          </p:cNvSpPr>
          <p:nvPr/>
        </p:nvSpPr>
        <p:spPr>
          <a:xfrm xmlns:a="http://schemas.openxmlformats.org/drawingml/2006/main">
            <a:off x="7381875" y="39624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 목록 밖의 시스템명</a:t>
            </a:r>
          </a:p>
        </p:txBody>
      </p:sp>
      <p:sp>
        <p:nvSpPr>
          <p:cNvPr id="13" name="">
            <a:extLst xmlns:a="http://schemas.openxmlformats.org/drawingml/2006/main">
              <a:ext uri="{FF2B5EF4-FFF2-40B4-BE49-F238E27FC236}">
                <a16:creationId xmlns:a16="http://schemas.microsoft.com/office/drawing/2014/main" id="{B2DA33EC-1713-4504-8101-B75627BC1D7B}"/>
              </a:ext>
            </a:extLst>
          </p:cNvPr>
          <p:cNvSpPr>
            <a:spLocks xmlns:a="http://schemas.openxmlformats.org/drawingml/2006/main" noGrp="1"/>
          </p:cNvSpPr>
          <p:nvPr/>
        </p:nvSpPr>
        <p:spPr>
          <a:xfrm xmlns:a="http://schemas.openxmlformats.org/drawingml/2006/main">
            <a:off x="5810250" y="44958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ambiguous</a:t>
            </a:r>
          </a:p>
        </p:txBody>
      </p:sp>
      <p:sp>
        <p:nvSpPr>
          <p:cNvPr id="14" name="">
            <a:extLst xmlns:a="http://schemas.openxmlformats.org/drawingml/2006/main">
              <a:ext uri="{FF2B5EF4-FFF2-40B4-BE49-F238E27FC236}">
                <a16:creationId xmlns:a16="http://schemas.microsoft.com/office/drawing/2014/main" id="{7F495CB5-6A00-4E18-A39D-D4A9FF50D46D}"/>
              </a:ext>
            </a:extLst>
          </p:cNvPr>
          <p:cNvSpPr>
            <a:spLocks xmlns:a="http://schemas.openxmlformats.org/drawingml/2006/main" noGrp="1"/>
          </p:cNvSpPr>
          <p:nvPr/>
        </p:nvSpPr>
        <p:spPr>
          <a:xfrm xmlns:a="http://schemas.openxmlformats.org/drawingml/2006/main">
            <a:off x="7381875" y="44958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여러 후보 중 확정 불가</a:t>
            </a:r>
          </a:p>
        </p:txBody>
      </p:sp>
      <p:sp>
        <p:nvSpPr>
          <p:cNvPr id="15" name="">
            <a:extLst xmlns:a="http://schemas.openxmlformats.org/drawingml/2006/main">
              <a:ext uri="{FF2B5EF4-FFF2-40B4-BE49-F238E27FC236}">
                <a16:creationId xmlns:a16="http://schemas.microsoft.com/office/drawing/2014/main" id="{2A78F9AD-C5FE-4743-97D6-EE5EE6BA1323}"/>
              </a:ext>
            </a:extLst>
          </p:cNvPr>
          <p:cNvSpPr>
            <a:spLocks xmlns:a="http://schemas.openxmlformats.org/drawingml/2006/main" noGrp="1"/>
          </p:cNvSpPr>
          <p:nvPr/>
        </p:nvSpPr>
        <p:spPr>
          <a:xfrm xmlns:a="http://schemas.openxmlformats.org/drawingml/2006/main">
            <a:off x="5810250" y="5248275"/>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아래 3가지 → clarify_target에서 재질문</a:t>
            </a:r>
          </a:p>
        </p:txBody>
      </p:sp>
      <p:sp>
        <p:nvSpPr>
          <p:cNvPr id="16" name="">
            <a:extLst xmlns:a="http://schemas.openxmlformats.org/drawingml/2006/main">
              <a:ext uri="{FF2B5EF4-FFF2-40B4-BE49-F238E27FC236}">
                <a16:creationId xmlns:a16="http://schemas.microsoft.com/office/drawing/2014/main" id="{E79D66A2-5655-4CBB-AC45-CEB863ABFA18}"/>
              </a:ext>
            </a:extLst>
          </p:cNvPr>
          <p:cNvSpPr>
            <a:spLocks xmlns:a="http://schemas.openxmlformats.org/drawingml/2006/main" noGrp="1"/>
          </p:cNvSpPr>
          <p:nvPr/>
        </p:nvSpPr>
        <p:spPr>
          <a:xfrm xmlns:a="http://schemas.openxmlformats.org/drawingml/2006/main">
            <a:off x="5810250" y="5715000"/>
            <a:ext cx="561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답변도 Registry로 다시 확인한 뒤 plan 진행</a:t>
            </a:r>
          </a:p>
        </p:txBody>
      </p:sp>
      <p:sp>
        <p:nvSpPr>
          <p:cNvPr id="17" name="">
            <a:extLst xmlns:a="http://schemas.openxmlformats.org/drawingml/2006/main">
              <a:ext uri="{FF2B5EF4-FFF2-40B4-BE49-F238E27FC236}">
                <a16:creationId xmlns:a16="http://schemas.microsoft.com/office/drawing/2014/main" id="{A5FAC9F0-A937-4D0F-8B2D-2579687BB3A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11398848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FA4BEE0-8311-4B2E-AB17-D07268FC9BF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중단한 Graph의 상태 저장과 재개</a:t>
            </a:r>
          </a:p>
        </p:txBody>
      </p:sp>
      <p:sp>
        <p:nvSpPr>
          <p:cNvPr id="2" name="">
            <a:extLst xmlns:a="http://schemas.openxmlformats.org/drawingml/2006/main">
              <a:ext uri="{FF2B5EF4-FFF2-40B4-BE49-F238E27FC236}">
                <a16:creationId xmlns:a16="http://schemas.microsoft.com/office/drawing/2014/main" id="{333F6D2C-DF80-4803-B652-99F4A59A6EA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76C43743-51F6-4983-B9D5-62884A1E4879}"/>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SQLite checkpointer 연결 · server.py:103–106, graph.py:270</a:t>
            </a:r>
          </a:p>
        </p:txBody>
      </p:sp>
      <p:sp>
        <p:nvSpPr>
          <p:cNvPr id="4" name="">
            <a:extLst xmlns:a="http://schemas.openxmlformats.org/drawingml/2006/main">
              <a:ext uri="{FF2B5EF4-FFF2-40B4-BE49-F238E27FC236}">
                <a16:creationId xmlns:a16="http://schemas.microsoft.com/office/drawing/2014/main" id="{0423CBA0-82D8-437F-8311-40A1785C1290}"/>
              </a:ext>
            </a:extLst>
          </p:cNvPr>
          <p:cNvSpPr>
            <a:spLocks xmlns:a="http://schemas.openxmlformats.org/drawingml/2006/main" noGrp="1"/>
          </p:cNvSpPr>
          <p:nvPr/>
        </p:nvSpPr>
        <p:spPr>
          <a:xfrm xmlns:a="http://schemas.openxmlformats.org/drawingml/2006/main">
            <a:off x="666750" y="18478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async with AsyncSqliteSaver.from_conn_string(</a:t>
            </a:r>
          </a:p>
        </p:txBody>
      </p:sp>
      <p:sp>
        <p:nvSpPr>
          <p:cNvPr id="5" name="">
            <a:extLst xmlns:a="http://schemas.openxmlformats.org/drawingml/2006/main">
              <a:ext uri="{FF2B5EF4-FFF2-40B4-BE49-F238E27FC236}">
                <a16:creationId xmlns:a16="http://schemas.microsoft.com/office/drawing/2014/main" id="{E4E50847-7B18-48B7-BCEA-14285409D5B3}"/>
              </a:ext>
            </a:extLst>
          </p:cNvPr>
          <p:cNvSpPr>
            <a:spLocks xmlns:a="http://schemas.openxmlformats.org/drawingml/2006/main" noGrp="1"/>
          </p:cNvSpPr>
          <p:nvPr/>
        </p:nvSpPr>
        <p:spPr>
          <a:xfrm xmlns:a="http://schemas.openxmlformats.org/drawingml/2006/main">
            <a:off x="666750" y="22098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str(checkpoint_path)) as checkpointer:</a:t>
            </a:r>
          </a:p>
        </p:txBody>
      </p:sp>
      <p:sp>
        <p:nvSpPr>
          <p:cNvPr id="6" name="">
            <a:extLst xmlns:a="http://schemas.openxmlformats.org/drawingml/2006/main">
              <a:ext uri="{FF2B5EF4-FFF2-40B4-BE49-F238E27FC236}">
                <a16:creationId xmlns:a16="http://schemas.microsoft.com/office/drawing/2014/main" id="{BCCA1A11-972A-4AE0-97FE-1E6B77E39838}"/>
              </a:ext>
            </a:extLst>
          </p:cNvPr>
          <p:cNvSpPr>
            <a:spLocks xmlns:a="http://schemas.openxmlformats.org/drawingml/2006/main" noGrp="1"/>
          </p:cNvSpPr>
          <p:nvPr/>
        </p:nvSpPr>
        <p:spPr>
          <a:xfrm xmlns:a="http://schemas.openxmlformats.org/drawingml/2006/main">
            <a:off x="666750" y="25717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build_graph(deps, checkpointer=checkpointer)</a:t>
            </a:r>
          </a:p>
        </p:txBody>
      </p:sp>
      <p:sp>
        <p:nvSpPr>
          <p:cNvPr id="7" name="">
            <a:extLst xmlns:a="http://schemas.openxmlformats.org/drawingml/2006/main">
              <a:ext uri="{FF2B5EF4-FFF2-40B4-BE49-F238E27FC236}">
                <a16:creationId xmlns:a16="http://schemas.microsoft.com/office/drawing/2014/main" id="{B597C85F-6544-4EE0-8D30-E73B5F2E5F83}"/>
              </a:ext>
            </a:extLst>
          </p:cNvPr>
          <p:cNvSpPr>
            <a:spLocks xmlns:a="http://schemas.openxmlformats.org/drawingml/2006/main" noGrp="1"/>
          </p:cNvSpPr>
          <p:nvPr/>
        </p:nvSpPr>
        <p:spPr>
          <a:xfrm xmlns:a="http://schemas.openxmlformats.org/drawingml/2006/main">
            <a:off x="666750" y="29337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g.compile(checkpointer=checkpointer)</a:t>
            </a:r>
          </a:p>
        </p:txBody>
      </p:sp>
      <p:sp>
        <p:nvSpPr>
          <p:cNvPr id="8" name="">
            <a:extLst xmlns:a="http://schemas.openxmlformats.org/drawingml/2006/main">
              <a:ext uri="{FF2B5EF4-FFF2-40B4-BE49-F238E27FC236}">
                <a16:creationId xmlns:a16="http://schemas.microsoft.com/office/drawing/2014/main" id="{11B60231-9EAB-4DF0-9D68-11F36ED1D9D6}"/>
              </a:ext>
            </a:extLst>
          </p:cNvPr>
          <p:cNvSpPr>
            <a:spLocks xmlns:a="http://schemas.openxmlformats.org/drawingml/2006/main" noGrp="1"/>
          </p:cNvSpPr>
          <p:nvPr/>
        </p:nvSpPr>
        <p:spPr>
          <a:xfrm xmlns:a="http://schemas.openxmlformats.org/drawingml/2006/main">
            <a:off x="666750" y="372427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대상 확인 질문에서 중단 · target_nodes.py:49</a:t>
            </a:r>
          </a:p>
        </p:txBody>
      </p:sp>
      <p:sp>
        <p:nvSpPr>
          <p:cNvPr id="9" name="">
            <a:extLst xmlns:a="http://schemas.openxmlformats.org/drawingml/2006/main">
              <a:ext uri="{FF2B5EF4-FFF2-40B4-BE49-F238E27FC236}">
                <a16:creationId xmlns:a16="http://schemas.microsoft.com/office/drawing/2014/main" id="{AB09B614-3922-4D21-BDE6-A878B98718A3}"/>
              </a:ext>
            </a:extLst>
          </p:cNvPr>
          <p:cNvSpPr>
            <a:spLocks xmlns:a="http://schemas.openxmlformats.org/drawingml/2006/main" noGrp="1"/>
          </p:cNvSpPr>
          <p:nvPr/>
        </p:nvSpPr>
        <p:spPr>
          <a:xfrm xmlns:a="http://schemas.openxmlformats.org/drawingml/2006/main">
            <a:off x="666750" y="412432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answer = interrupt({</a:t>
            </a:r>
          </a:p>
        </p:txBody>
      </p:sp>
      <p:sp>
        <p:nvSpPr>
          <p:cNvPr id="10" name="">
            <a:extLst xmlns:a="http://schemas.openxmlformats.org/drawingml/2006/main">
              <a:ext uri="{FF2B5EF4-FFF2-40B4-BE49-F238E27FC236}">
                <a16:creationId xmlns:a16="http://schemas.microsoft.com/office/drawing/2014/main" id="{5501CACD-FCE8-48CA-BAF0-9D0196E0F791}"/>
              </a:ext>
            </a:extLst>
          </p:cNvPr>
          <p:cNvSpPr>
            <a:spLocks xmlns:a="http://schemas.openxmlformats.org/drawingml/2006/main" noGrp="1"/>
          </p:cNvSpPr>
          <p:nvPr/>
        </p:nvSpPr>
        <p:spPr>
          <a:xfrm xmlns:a="http://schemas.openxmlformats.org/drawingml/2006/main">
            <a:off x="666750" y="447675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"question": state["clarification_question"],</a:t>
            </a:r>
          </a:p>
        </p:txBody>
      </p:sp>
      <p:sp>
        <p:nvSpPr>
          <p:cNvPr id="11" name="">
            <a:extLst xmlns:a="http://schemas.openxmlformats.org/drawingml/2006/main">
              <a:ext uri="{FF2B5EF4-FFF2-40B4-BE49-F238E27FC236}">
                <a16:creationId xmlns:a16="http://schemas.microsoft.com/office/drawing/2014/main" id="{86E8748D-98F1-42F8-A56C-0E2A0D662F29}"/>
              </a:ext>
            </a:extLst>
          </p:cNvPr>
          <p:cNvSpPr>
            <a:spLocks xmlns:a="http://schemas.openxmlformats.org/drawingml/2006/main" noGrp="1"/>
          </p:cNvSpPr>
          <p:nvPr/>
        </p:nvSpPr>
        <p:spPr>
          <a:xfrm xmlns:a="http://schemas.openxmlformats.org/drawingml/2006/main">
            <a:off x="666750" y="482917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"original_query": state["query"]})</a:t>
            </a:r>
          </a:p>
        </p:txBody>
      </p:sp>
      <p:sp>
        <p:nvSpPr>
          <p:cNvPr id="12" name="">
            <a:extLst xmlns:a="http://schemas.openxmlformats.org/drawingml/2006/main">
              <a:ext uri="{FF2B5EF4-FFF2-40B4-BE49-F238E27FC236}">
                <a16:creationId xmlns:a16="http://schemas.microsoft.com/office/drawing/2014/main" id="{C90049B4-BEC3-44A7-9FC2-3272E792A8C2}"/>
              </a:ext>
            </a:extLst>
          </p:cNvPr>
          <p:cNvSpPr>
            <a:spLocks xmlns:a="http://schemas.openxmlformats.org/drawingml/2006/main" noGrp="1"/>
          </p:cNvSpPr>
          <p:nvPr/>
        </p:nvSpPr>
        <p:spPr>
          <a:xfrm xmlns:a="http://schemas.openxmlformats.org/drawingml/2006/main">
            <a:off x="666750" y="518160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{"clarification_answer": str(answer).strip()}</a:t>
            </a:r>
          </a:p>
        </p:txBody>
      </p:sp>
      <p:sp>
        <p:nvSpPr>
          <p:cNvPr id="13" name="">
            <a:extLst xmlns:a="http://schemas.openxmlformats.org/drawingml/2006/main">
              <a:ext uri="{FF2B5EF4-FFF2-40B4-BE49-F238E27FC236}">
                <a16:creationId xmlns:a16="http://schemas.microsoft.com/office/drawing/2014/main" id="{D5F4B5DE-2D89-4D99-A948-D4947C0D7772}"/>
              </a:ext>
            </a:extLst>
          </p:cNvPr>
          <p:cNvSpPr>
            <a:spLocks xmlns:a="http://schemas.openxmlformats.org/drawingml/2006/main" noGrp="1"/>
          </p:cNvSpPr>
          <p:nvPr/>
        </p:nvSpPr>
        <p:spPr>
          <a:xfrm xmlns:a="http://schemas.openxmlformats.org/drawingml/2006/main">
            <a:off x="6381750" y="1438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같은 thread_id로 재개 · server.py:160–170</a:t>
            </a:r>
          </a:p>
        </p:txBody>
      </p:sp>
      <p:sp>
        <p:nvSpPr>
          <p:cNvPr id="14" name="">
            <a:extLst xmlns:a="http://schemas.openxmlformats.org/drawingml/2006/main">
              <a:ext uri="{FF2B5EF4-FFF2-40B4-BE49-F238E27FC236}">
                <a16:creationId xmlns:a16="http://schemas.microsoft.com/office/drawing/2014/main" id="{AB874B21-FA39-4212-842C-601451E9D1BA}"/>
              </a:ext>
            </a:extLst>
          </p:cNvPr>
          <p:cNvSpPr>
            <a:spLocks xmlns:a="http://schemas.openxmlformats.org/drawingml/2006/main" noGrp="1"/>
          </p:cNvSpPr>
          <p:nvPr/>
        </p:nvSpPr>
        <p:spPr>
          <a:xfrm xmlns:a="http://schemas.openxmlformats.org/drawingml/2006/main">
            <a:off x="6381750" y="1847850"/>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config = {"configurable": {"thread_id": run_id}}</a:t>
            </a:r>
          </a:p>
        </p:txBody>
      </p:sp>
      <p:sp>
        <p:nvSpPr>
          <p:cNvPr id="15" name="">
            <a:extLst xmlns:a="http://schemas.openxmlformats.org/drawingml/2006/main">
              <a:ext uri="{FF2B5EF4-FFF2-40B4-BE49-F238E27FC236}">
                <a16:creationId xmlns:a16="http://schemas.microsoft.com/office/drawing/2014/main" id="{F74757EC-00D4-481C-BB49-8E940501B169}"/>
              </a:ext>
            </a:extLst>
          </p:cNvPr>
          <p:cNvSpPr>
            <a:spLocks xmlns:a="http://schemas.openxmlformats.org/drawingml/2006/main" noGrp="1"/>
          </p:cNvSpPr>
          <p:nvPr/>
        </p:nvSpPr>
        <p:spPr>
          <a:xfrm xmlns:a="http://schemas.openxmlformats.org/drawingml/2006/main">
            <a:off x="6381750" y="2276475"/>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Command(resume=message)</a:t>
            </a:r>
          </a:p>
        </p:txBody>
      </p:sp>
      <p:sp>
        <p:nvSpPr>
          <p:cNvPr id="16" name="">
            <a:extLst xmlns:a="http://schemas.openxmlformats.org/drawingml/2006/main">
              <a:ext uri="{FF2B5EF4-FFF2-40B4-BE49-F238E27FC236}">
                <a16:creationId xmlns:a16="http://schemas.microsoft.com/office/drawing/2014/main" id="{3DB081D3-6686-49E5-9B91-51CA5CAA4424}"/>
              </a:ext>
            </a:extLst>
          </p:cNvPr>
          <p:cNvSpPr>
            <a:spLocks xmlns:a="http://schemas.openxmlformats.org/drawingml/2006/main" noGrp="1"/>
          </p:cNvSpPr>
          <p:nvPr/>
        </p:nvSpPr>
        <p:spPr>
          <a:xfrm xmlns:a="http://schemas.openxmlformats.org/drawingml/2006/main">
            <a:off x="6381750" y="3724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④ 답변을 다시 Registry로 확인 · graph.py:258</a:t>
            </a:r>
          </a:p>
        </p:txBody>
      </p:sp>
      <p:sp>
        <p:nvSpPr>
          <p:cNvPr id="17" name="">
            <a:extLst xmlns:a="http://schemas.openxmlformats.org/drawingml/2006/main">
              <a:ext uri="{FF2B5EF4-FFF2-40B4-BE49-F238E27FC236}">
                <a16:creationId xmlns:a16="http://schemas.microsoft.com/office/drawing/2014/main" id="{C4A9DD4C-96F2-430D-82A2-ED754C9E749F}"/>
              </a:ext>
            </a:extLst>
          </p:cNvPr>
          <p:cNvSpPr>
            <a:spLocks xmlns:a="http://schemas.openxmlformats.org/drawingml/2006/main" noGrp="1"/>
          </p:cNvSpPr>
          <p:nvPr/>
        </p:nvSpPr>
        <p:spPr>
          <a:xfrm xmlns:a="http://schemas.openxmlformats.org/drawingml/2006/main">
            <a:off x="6381750" y="4124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g.add_edge("clarify_target", "resolve_target")</a:t>
            </a:r>
          </a:p>
        </p:txBody>
      </p:sp>
      <p:sp>
        <p:nvSpPr>
          <p:cNvPr id="18" name="">
            <a:extLst xmlns:a="http://schemas.openxmlformats.org/drawingml/2006/main">
              <a:ext uri="{FF2B5EF4-FFF2-40B4-BE49-F238E27FC236}">
                <a16:creationId xmlns:a16="http://schemas.microsoft.com/office/drawing/2014/main" id="{B4948AD8-443A-401B-8B74-D1B25D59F352}"/>
              </a:ext>
            </a:extLst>
          </p:cNvPr>
          <p:cNvSpPr>
            <a:spLocks xmlns:a="http://schemas.openxmlformats.org/drawingml/2006/main" noGrp="1"/>
          </p:cNvSpPr>
          <p:nvPr/>
        </p:nvSpPr>
        <p:spPr>
          <a:xfrm xmlns:a="http://schemas.openxmlformats.org/drawingml/2006/main">
            <a:off x="6381750" y="4486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query=state.get("clarification_answer")</a:t>
            </a:r>
          </a:p>
        </p:txBody>
      </p:sp>
      <p:sp>
        <p:nvSpPr>
          <p:cNvPr id="19" name="">
            <a:extLst xmlns:a="http://schemas.openxmlformats.org/drawingml/2006/main">
              <a:ext uri="{FF2B5EF4-FFF2-40B4-BE49-F238E27FC236}">
                <a16:creationId xmlns:a16="http://schemas.microsoft.com/office/drawing/2014/main" id="{F85033FF-57C3-43AF-8569-C86FB462E973}"/>
              </a:ext>
            </a:extLst>
          </p:cNvPr>
          <p:cNvSpPr>
            <a:spLocks xmlns:a="http://schemas.openxmlformats.org/drawingml/2006/main" noGrp="1"/>
          </p:cNvSpPr>
          <p:nvPr/>
        </p:nvSpPr>
        <p:spPr>
          <a:xfrm xmlns:a="http://schemas.openxmlformats.org/drawingml/2006/main">
            <a:off x="6381750" y="4848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 state["query"]</a:t>
            </a:r>
          </a:p>
        </p:txBody>
      </p:sp>
      <p:sp>
        <p:nvSpPr>
          <p:cNvPr id="20" name="">
            <a:extLst xmlns:a="http://schemas.openxmlformats.org/drawingml/2006/main">
              <a:ext uri="{FF2B5EF4-FFF2-40B4-BE49-F238E27FC236}">
                <a16:creationId xmlns:a16="http://schemas.microsoft.com/office/drawing/2014/main" id="{1878095A-141B-41BC-B494-144DEB7841C0}"/>
              </a:ext>
            </a:extLst>
          </p:cNvPr>
          <p:cNvSpPr>
            <a:spLocks xmlns:a="http://schemas.openxmlformats.org/drawingml/2006/main" noGrp="1"/>
          </p:cNvSpPr>
          <p:nvPr/>
        </p:nvSpPr>
        <p:spPr>
          <a:xfrm xmlns:a="http://schemas.openxmlformats.org/drawingml/2006/main">
            <a:off x="685800" y="5762625"/>
            <a:ext cx="10715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resolved → 원래 장애 질문 + 확정 대상 → plan  |  그 외 → 다시 질문</a:t>
            </a:r>
          </a:p>
        </p:txBody>
      </p:sp>
      <p:sp>
        <p:nvSpPr>
          <p:cNvPr id="21" name="">
            <a:extLst xmlns:a="http://schemas.openxmlformats.org/drawingml/2006/main">
              <a:ext uri="{FF2B5EF4-FFF2-40B4-BE49-F238E27FC236}">
                <a16:creationId xmlns:a16="http://schemas.microsoft.com/office/drawing/2014/main" id="{F9E8B3D6-7DDE-4CDB-B15B-4CA07C6A9E7C}"/>
              </a:ext>
            </a:extLst>
          </p:cNvPr>
          <p:cNvSpPr>
            <a:spLocks xmlns:a="http://schemas.openxmlformats.org/drawingml/2006/main" noGrp="1"/>
          </p:cNvSpPr>
          <p:nvPr/>
        </p:nvSpPr>
        <p:spPr>
          <a:xfrm xmlns:a="http://schemas.openxmlformats.org/drawingml/2006/main">
            <a:off x="685800" y="6219825"/>
            <a:ext cx="10715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앱 thread_id: 채팅 이력   /   graph_thread_id: LangGraph 체크포인트 키</a:t>
            </a:r>
          </a:p>
        </p:txBody>
      </p:sp>
      <p:sp>
        <p:nvSpPr>
          <p:cNvPr id="22" name="">
            <a:extLst xmlns:a="http://schemas.openxmlformats.org/drawingml/2006/main">
              <a:ext uri="{FF2B5EF4-FFF2-40B4-BE49-F238E27FC236}">
                <a16:creationId xmlns:a16="http://schemas.microsoft.com/office/drawing/2014/main" id="{4B1E4745-4744-457E-9D3A-C3135CA41CB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8519213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27E0F00-D905-43C6-9489-57231209557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22DB2BC1-4FB7-4CE0-A277-552C8A887AA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66BED357-15FC-4F05-BA6D-5F66F7CA72DB}"/>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D8446E67-9EB0-4DE5-8052-08819B7784D5}"/>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32DFEF0E-A722-420E-A558-D5C2C696F0A0}"/>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A89E35CB-3A86-42F6-9284-841190ADB432}"/>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18F0D65A-728F-494A-ADDB-65271A8C30CC}"/>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32098A36-5905-4326-8655-B8B5CF4B9DEF}"/>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B6598192-A826-47E9-B0DE-AE1C1CB4B8E4}"/>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AD871656-91D7-4920-8AD7-4FCA7479CC45}"/>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32947AD9-CD21-43C5-9999-3B43471A2EA9}"/>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17E8561C-E584-4107-A08F-85C41A030CA6}"/>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상태·수치·alerts[] 반환</a:t>
            </a:r>
          </a:p>
        </p:txBody>
      </p:sp>
      <p:sp>
        <p:nvSpPr>
          <p:cNvPr id="13" name="">
            <a:extLst xmlns:a="http://schemas.openxmlformats.org/drawingml/2006/main">
              <a:ext uri="{FF2B5EF4-FFF2-40B4-BE49-F238E27FC236}">
                <a16:creationId xmlns:a16="http://schemas.microsoft.com/office/drawing/2014/main" id="{0BB0DF5B-5222-4E58-BAC1-712F48945C79}"/>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8738ACB0-EF85-4A9A-9D90-BD2FA26CBFEF}"/>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F2AB0A07-C112-4918-823E-2F397294DBD4}"/>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F5434898-D6C3-4DC1-940F-E2B9C75CD4FD}"/>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707701C5-946A-412B-9946-6AE870DC9287}"/>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FC62978E-1CA1-4AF2-AC64-B9BE2B0D3E60}"/>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D89AD14F-A0FF-4568-BD41-C4113AE44BF7}"/>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35EB75FB-657E-4029-A762-B95465537CE9}"/>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989686D0-BAEF-45AA-8A55-F199B993BCDC}"/>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22FCFD28-8532-4E62-ABF9-604F0865A17D}"/>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MCP 구성 재사용 · Runbook 선택은 replan_check에서 개선</a:t>
            </a:r>
          </a:p>
        </p:txBody>
      </p:sp>
      <p:sp>
        <p:nvSpPr>
          <p:cNvPr id="23" name="">
            <a:extLst xmlns:a="http://schemas.openxmlformats.org/drawingml/2006/main">
              <a:ext uri="{FF2B5EF4-FFF2-40B4-BE49-F238E27FC236}">
                <a16:creationId xmlns:a16="http://schemas.microsoft.com/office/drawing/2014/main" id="{B4A678F8-A3F7-4DDC-88AD-59F5F49C068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886454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DFF3309-BD9A-4F11-8FA9-07A8387338C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plan은 어떤 task를 만들어 research에 넘길까?</a:t>
            </a:r>
          </a:p>
        </p:txBody>
      </p:sp>
      <p:sp>
        <p:nvSpPr>
          <p:cNvPr id="2" name="">
            <a:extLst xmlns:a="http://schemas.openxmlformats.org/drawingml/2006/main">
              <a:ext uri="{FF2B5EF4-FFF2-40B4-BE49-F238E27FC236}">
                <a16:creationId xmlns:a16="http://schemas.microsoft.com/office/drawing/2014/main" id="{DE4DCF9A-BE17-4382-AF9D-E419515244D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996241BD-987F-4557-8642-DA0A7793D04F}"/>
              </a:ext>
            </a:extLst>
          </p:cNvPr>
          <p:cNvSpPr>
            <a:spLocks xmlns:a="http://schemas.openxmlformats.org/drawingml/2006/main" noGrp="1"/>
          </p:cNvSpPr>
          <p:nvPr/>
        </p:nvSpPr>
        <p:spPr>
          <a:xfrm xmlns:a="http://schemas.openxmlformats.org/drawingml/2006/main">
            <a:off x="666750" y="1438275"/>
            <a:ext cx="538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plan · agent/graph.py:52–71</a:t>
            </a:r>
          </a:p>
        </p:txBody>
      </p:sp>
      <p:sp>
        <p:nvSpPr>
          <p:cNvPr id="4" name="">
            <a:extLst xmlns:a="http://schemas.openxmlformats.org/drawingml/2006/main">
              <a:ext uri="{FF2B5EF4-FFF2-40B4-BE49-F238E27FC236}">
                <a16:creationId xmlns:a16="http://schemas.microsoft.com/office/drawing/2014/main" id="{08FE5A61-9DAA-4153-9657-4E3FAE8E411C}"/>
              </a:ext>
            </a:extLst>
          </p:cNvPr>
          <p:cNvSpPr>
            <a:spLocks xmlns:a="http://schemas.openxmlformats.org/drawingml/2006/main" noGrp="1"/>
          </p:cNvSpPr>
          <p:nvPr/>
        </p:nvSpPr>
        <p:spPr>
          <a:xfrm xmlns:a="http://schemas.openxmlformats.org/drawingml/2006/main">
            <a:off x="666750" y="18383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targets = state["target_systems"]</a:t>
            </a:r>
          </a:p>
        </p:txBody>
      </p:sp>
      <p:sp>
        <p:nvSpPr>
          <p:cNvPr id="5" name="">
            <a:extLst xmlns:a="http://schemas.openxmlformats.org/drawingml/2006/main">
              <a:ext uri="{FF2B5EF4-FFF2-40B4-BE49-F238E27FC236}">
                <a16:creationId xmlns:a16="http://schemas.microsoft.com/office/drawing/2014/main" id="{70993648-2BAD-46C7-9595-C36F17BDBCCF}"/>
              </a:ext>
            </a:extLst>
          </p:cNvPr>
          <p:cNvSpPr>
            <a:spLocks xmlns:a="http://schemas.openxmlformats.org/drawingml/2006/main" noGrp="1"/>
          </p:cNvSpPr>
          <p:nvPr/>
        </p:nvSpPr>
        <p:spPr>
          <a:xfrm xmlns:a="http://schemas.openxmlformats.org/drawingml/2006/main">
            <a:off x="666750" y="21907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procedure = await deps.mcp.get_prompt(</a:t>
            </a:r>
          </a:p>
        </p:txBody>
      </p:sp>
      <p:sp>
        <p:nvSpPr>
          <p:cNvPr id="6" name="">
            <a:extLst xmlns:a="http://schemas.openxmlformats.org/drawingml/2006/main">
              <a:ext uri="{FF2B5EF4-FFF2-40B4-BE49-F238E27FC236}">
                <a16:creationId xmlns:a16="http://schemas.microsoft.com/office/drawing/2014/main" id="{542AA7D6-B8FE-4FFE-834B-827082EB7EB4}"/>
              </a:ext>
            </a:extLst>
          </p:cNvPr>
          <p:cNvSpPr>
            <a:spLocks xmlns:a="http://schemas.openxmlformats.org/drawingml/2006/main" noGrp="1"/>
          </p:cNvSpPr>
          <p:nvPr/>
        </p:nvSpPr>
        <p:spPr>
          <a:xfrm xmlns:a="http://schemas.openxmlformats.org/drawingml/2006/main">
            <a:off x="666750" y="254317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"incident_analysis_prompt", ...)</a:t>
            </a:r>
          </a:p>
        </p:txBody>
      </p:sp>
      <p:sp>
        <p:nvSpPr>
          <p:cNvPr id="7" name="">
            <a:extLst xmlns:a="http://schemas.openxmlformats.org/drawingml/2006/main">
              <a:ext uri="{FF2B5EF4-FFF2-40B4-BE49-F238E27FC236}">
                <a16:creationId xmlns:a16="http://schemas.microsoft.com/office/drawing/2014/main" id="{838F0FC5-5A6E-44FC-849C-1F4680C8B125}"/>
              </a:ext>
            </a:extLst>
          </p:cNvPr>
          <p:cNvSpPr>
            <a:spLocks xmlns:a="http://schemas.openxmlformats.org/drawingml/2006/main" noGrp="1"/>
          </p:cNvSpPr>
          <p:nvPr/>
        </p:nvSpPr>
        <p:spPr>
          <a:xfrm xmlns:a="http://schemas.openxmlformats.org/drawingml/2006/main">
            <a:off x="666750" y="289560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result, usage = deps.fast_llm.plan(</a:t>
            </a:r>
          </a:p>
        </p:txBody>
      </p:sp>
      <p:sp>
        <p:nvSpPr>
          <p:cNvPr id="8" name="">
            <a:extLst xmlns:a="http://schemas.openxmlformats.org/drawingml/2006/main">
              <a:ext uri="{FF2B5EF4-FFF2-40B4-BE49-F238E27FC236}">
                <a16:creationId xmlns:a16="http://schemas.microsoft.com/office/drawing/2014/main" id="{8C7B5D0D-909F-4B79-B828-D39835C66CC8}"/>
              </a:ext>
            </a:extLst>
          </p:cNvPr>
          <p:cNvSpPr>
            <a:spLocks xmlns:a="http://schemas.openxmlformats.org/drawingml/2006/main" noGrp="1"/>
          </p:cNvSpPr>
          <p:nvPr/>
        </p:nvSpPr>
        <p:spPr>
          <a:xfrm xmlns:a="http://schemas.openxmlformats.org/drawingml/2006/main">
            <a:off x="666750" y="32480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state["query"], procedure, targets)</a:t>
            </a:r>
          </a:p>
        </p:txBody>
      </p:sp>
      <p:sp>
        <p:nvSpPr>
          <p:cNvPr id="9" name="">
            <a:extLst xmlns:a="http://schemas.openxmlformats.org/drawingml/2006/main">
              <a:ext uri="{FF2B5EF4-FFF2-40B4-BE49-F238E27FC236}">
                <a16:creationId xmlns:a16="http://schemas.microsoft.com/office/drawing/2014/main" id="{AE8D5387-0C27-48CE-9B99-391A71264F5E}"/>
              </a:ext>
            </a:extLst>
          </p:cNvPr>
          <p:cNvSpPr>
            <a:spLocks xmlns:a="http://schemas.openxmlformats.org/drawingml/2006/main" noGrp="1"/>
          </p:cNvSpPr>
          <p:nvPr/>
        </p:nvSpPr>
        <p:spPr>
          <a:xfrm xmlns:a="http://schemas.openxmlformats.org/drawingml/2006/main">
            <a:off x="666750" y="36004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{"tasks": result["tasks"], ...}</a:t>
            </a:r>
          </a:p>
        </p:txBody>
      </p:sp>
      <p:sp>
        <p:nvSpPr>
          <p:cNvPr id="10" name="">
            <a:extLst xmlns:a="http://schemas.openxmlformats.org/drawingml/2006/main">
              <a:ext uri="{FF2B5EF4-FFF2-40B4-BE49-F238E27FC236}">
                <a16:creationId xmlns:a16="http://schemas.microsoft.com/office/drawing/2014/main" id="{F9ABB1DD-7CC7-4CA8-8771-2584550C47F3}"/>
              </a:ext>
            </a:extLst>
          </p:cNvPr>
          <p:cNvSpPr>
            <a:spLocks xmlns:a="http://schemas.openxmlformats.org/drawingml/2006/main" noGrp="1"/>
          </p:cNvSpPr>
          <p:nvPr/>
        </p:nvSpPr>
        <p:spPr>
          <a:xfrm xmlns:a="http://schemas.openxmlformats.org/drawingml/2006/main">
            <a:off x="6419850" y="1438275"/>
            <a:ext cx="519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정규화 · agent/task_planner.py:12–28</a:t>
            </a:r>
          </a:p>
        </p:txBody>
      </p:sp>
      <p:sp>
        <p:nvSpPr>
          <p:cNvPr id="11" name="">
            <a:extLst xmlns:a="http://schemas.openxmlformats.org/drawingml/2006/main">
              <a:ext uri="{FF2B5EF4-FFF2-40B4-BE49-F238E27FC236}">
                <a16:creationId xmlns:a16="http://schemas.microsoft.com/office/drawing/2014/main" id="{6161D4F1-2DC3-4FDD-82CF-75F82CF56280}"/>
              </a:ext>
            </a:extLst>
          </p:cNvPr>
          <p:cNvSpPr>
            <a:spLocks xmlns:a="http://schemas.openxmlformats.org/drawingml/2006/main" noGrp="1"/>
          </p:cNvSpPr>
          <p:nvPr/>
        </p:nvSpPr>
        <p:spPr>
          <a:xfrm xmlns:a="http://schemas.openxmlformats.org/drawingml/2006/main">
            <a:off x="6419850" y="1838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tasks = [</a:t>
            </a:r>
          </a:p>
        </p:txBody>
      </p:sp>
      <p:sp>
        <p:nvSpPr>
          <p:cNvPr id="12" name="">
            <a:extLst xmlns:a="http://schemas.openxmlformats.org/drawingml/2006/main">
              <a:ext uri="{FF2B5EF4-FFF2-40B4-BE49-F238E27FC236}">
                <a16:creationId xmlns:a16="http://schemas.microsoft.com/office/drawing/2014/main" id="{CF2B830E-635E-433F-BB34-64D135083464}"/>
              </a:ext>
            </a:extLst>
          </p:cNvPr>
          <p:cNvSpPr>
            <a:spLocks xmlns:a="http://schemas.openxmlformats.org/drawingml/2006/main" noGrp="1"/>
          </p:cNvSpPr>
          <p:nvPr/>
        </p:nvSpPr>
        <p:spPr>
          <a:xfrm xmlns:a="http://schemas.openxmlformats.org/drawingml/2006/main">
            <a:off x="6419850" y="2143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{"id": f"task-{index}", "agent": "research",</a:t>
            </a:r>
          </a:p>
        </p:txBody>
      </p:sp>
      <p:sp>
        <p:nvSpPr>
          <p:cNvPr id="13" name="">
            <a:extLst xmlns:a="http://schemas.openxmlformats.org/drawingml/2006/main">
              <a:ext uri="{FF2B5EF4-FFF2-40B4-BE49-F238E27FC236}">
                <a16:creationId xmlns:a16="http://schemas.microsoft.com/office/drawing/2014/main" id="{6A128BE7-3400-43C7-946D-096169E9AE53}"/>
              </a:ext>
            </a:extLst>
          </p:cNvPr>
          <p:cNvSpPr>
            <a:spLocks xmlns:a="http://schemas.openxmlformats.org/drawingml/2006/main" noGrp="1"/>
          </p:cNvSpPr>
          <p:nvPr/>
        </p:nvSpPr>
        <p:spPr>
          <a:xfrm xmlns:a="http://schemas.openxmlformats.org/drawingml/2006/main">
            <a:off x="6419850" y="2447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"kind": "monitoring", "target": target,</a:t>
            </a:r>
          </a:p>
        </p:txBody>
      </p:sp>
      <p:sp>
        <p:nvSpPr>
          <p:cNvPr id="14" name="">
            <a:extLst xmlns:a="http://schemas.openxmlformats.org/drawingml/2006/main">
              <a:ext uri="{FF2B5EF4-FFF2-40B4-BE49-F238E27FC236}">
                <a16:creationId xmlns:a16="http://schemas.microsoft.com/office/drawing/2014/main" id="{E2C7FD16-7F76-4D4E-A419-357AB0469703}"/>
              </a:ext>
            </a:extLst>
          </p:cNvPr>
          <p:cNvSpPr>
            <a:spLocks xmlns:a="http://schemas.openxmlformats.org/drawingml/2006/main" noGrp="1"/>
          </p:cNvSpPr>
          <p:nvPr/>
        </p:nvSpPr>
        <p:spPr>
          <a:xfrm xmlns:a="http://schemas.openxmlformats.org/drawingml/2006/main">
            <a:off x="6419850" y="27527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"status": "pending"}</a:t>
            </a:r>
          </a:p>
        </p:txBody>
      </p:sp>
      <p:sp>
        <p:nvSpPr>
          <p:cNvPr id="15" name="">
            <a:extLst xmlns:a="http://schemas.openxmlformats.org/drawingml/2006/main">
              <a:ext uri="{FF2B5EF4-FFF2-40B4-BE49-F238E27FC236}">
                <a16:creationId xmlns:a16="http://schemas.microsoft.com/office/drawing/2014/main" id="{9D583A8A-D679-4C71-9B03-68CE60F80489}"/>
              </a:ext>
            </a:extLst>
          </p:cNvPr>
          <p:cNvSpPr>
            <a:spLocks xmlns:a="http://schemas.openxmlformats.org/drawingml/2006/main" noGrp="1"/>
          </p:cNvSpPr>
          <p:nvPr/>
        </p:nvSpPr>
        <p:spPr>
          <a:xfrm xmlns:a="http://schemas.openxmlformats.org/drawingml/2006/main">
            <a:off x="6419850" y="30575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for index, target in enumerate(verified)</a:t>
            </a:r>
          </a:p>
        </p:txBody>
      </p:sp>
      <p:sp>
        <p:nvSpPr>
          <p:cNvPr id="16" name="">
            <a:extLst xmlns:a="http://schemas.openxmlformats.org/drawingml/2006/main">
              <a:ext uri="{FF2B5EF4-FFF2-40B4-BE49-F238E27FC236}">
                <a16:creationId xmlns:a16="http://schemas.microsoft.com/office/drawing/2014/main" id="{00BDE69C-079D-47B7-837B-0CDDE8069B23}"/>
              </a:ext>
            </a:extLst>
          </p:cNvPr>
          <p:cNvSpPr>
            <a:spLocks xmlns:a="http://schemas.openxmlformats.org/drawingml/2006/main" noGrp="1"/>
          </p:cNvSpPr>
          <p:nvPr/>
        </p:nvSpPr>
        <p:spPr>
          <a:xfrm xmlns:a="http://schemas.openxmlformats.org/drawingml/2006/main">
            <a:off x="6419850" y="3362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t>
            </a:r>
          </a:p>
        </p:txBody>
      </p:sp>
      <p:sp>
        <p:nvSpPr>
          <p:cNvPr id="17" name="">
            <a:extLst xmlns:a="http://schemas.openxmlformats.org/drawingml/2006/main">
              <a:ext uri="{FF2B5EF4-FFF2-40B4-BE49-F238E27FC236}">
                <a16:creationId xmlns:a16="http://schemas.microsoft.com/office/drawing/2014/main" id="{18A784D4-0107-4562-9B9E-B1E00A574EB6}"/>
              </a:ext>
            </a:extLst>
          </p:cNvPr>
          <p:cNvSpPr>
            <a:spLocks xmlns:a="http://schemas.openxmlformats.org/drawingml/2006/main" noGrp="1"/>
          </p:cNvSpPr>
          <p:nvPr/>
        </p:nvSpPr>
        <p:spPr>
          <a:xfrm xmlns:a="http://schemas.openxmlformats.org/drawingml/2006/main">
            <a:off x="6419850" y="3667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needs_analysis or has_analysis:</a:t>
            </a:r>
          </a:p>
        </p:txBody>
      </p:sp>
      <p:sp>
        <p:nvSpPr>
          <p:cNvPr id="18" name="">
            <a:extLst xmlns:a="http://schemas.openxmlformats.org/drawingml/2006/main">
              <a:ext uri="{FF2B5EF4-FFF2-40B4-BE49-F238E27FC236}">
                <a16:creationId xmlns:a16="http://schemas.microsoft.com/office/drawing/2014/main" id="{7486E77B-2B7B-4B40-8A67-3E0985A1B1F9}"/>
              </a:ext>
            </a:extLst>
          </p:cNvPr>
          <p:cNvSpPr>
            <a:spLocks xmlns:a="http://schemas.openxmlformats.org/drawingml/2006/main" noGrp="1"/>
          </p:cNvSpPr>
          <p:nvPr/>
        </p:nvSpPr>
        <p:spPr>
          <a:xfrm xmlns:a="http://schemas.openxmlformats.org/drawingml/2006/main">
            <a:off x="6419850" y="3971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tasks.append({"agent": "analysis", ...})</a:t>
            </a:r>
          </a:p>
        </p:txBody>
      </p:sp>
      <p:sp>
        <p:nvSpPr>
          <p:cNvPr id="19" name="">
            <a:extLst xmlns:a="http://schemas.openxmlformats.org/drawingml/2006/main">
              <a:ext uri="{FF2B5EF4-FFF2-40B4-BE49-F238E27FC236}">
                <a16:creationId xmlns:a16="http://schemas.microsoft.com/office/drawing/2014/main" id="{01165022-BF1B-48FE-8A87-3EF1549D193B}"/>
              </a:ext>
            </a:extLst>
          </p:cNvPr>
          <p:cNvSpPr>
            <a:spLocks xmlns:a="http://schemas.openxmlformats.org/drawingml/2006/main" noGrp="1"/>
          </p:cNvSpPr>
          <p:nvPr/>
        </p:nvSpPr>
        <p:spPr>
          <a:xfrm xmlns:a="http://schemas.openxmlformats.org/drawingml/2006/main">
            <a:off x="666750" y="46291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예: 확정 대상 2개</a:t>
            </a:r>
          </a:p>
        </p:txBody>
      </p:sp>
      <p:sp>
        <p:nvSpPr>
          <p:cNvPr id="20" name="">
            <a:extLst xmlns:a="http://schemas.openxmlformats.org/drawingml/2006/main">
              <a:ext uri="{FF2B5EF4-FFF2-40B4-BE49-F238E27FC236}">
                <a16:creationId xmlns:a16="http://schemas.microsoft.com/office/drawing/2014/main" id="{AFACDDB9-0287-4C03-B6B2-1A7FC700AD13}"/>
              </a:ext>
            </a:extLst>
          </p:cNvPr>
          <p:cNvSpPr>
            <a:spLocks xmlns:a="http://schemas.openxmlformats.org/drawingml/2006/main" noGrp="1"/>
          </p:cNvSpPr>
          <p:nvPr/>
        </p:nvSpPr>
        <p:spPr>
          <a:xfrm xmlns:a="http://schemas.openxmlformats.org/drawingml/2006/main">
            <a:off x="666750" y="5067300"/>
            <a:ext cx="10763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 · gateway-service → Monitoring task 2개 → research 병렬 실행</a:t>
            </a:r>
          </a:p>
        </p:txBody>
      </p:sp>
      <p:sp>
        <p:nvSpPr>
          <p:cNvPr id="21" name="">
            <a:extLst xmlns:a="http://schemas.openxmlformats.org/drawingml/2006/main">
              <a:ext uri="{FF2B5EF4-FFF2-40B4-BE49-F238E27FC236}">
                <a16:creationId xmlns:a16="http://schemas.microsoft.com/office/drawing/2014/main" id="{E7DF0634-4EF2-4926-BF72-2CBD56776EBA}"/>
              </a:ext>
            </a:extLst>
          </p:cNvPr>
          <p:cNvSpPr>
            <a:spLocks xmlns:a="http://schemas.openxmlformats.org/drawingml/2006/main" noGrp="1"/>
          </p:cNvSpPr>
          <p:nvPr/>
        </p:nvSpPr>
        <p:spPr>
          <a:xfrm xmlns:a="http://schemas.openxmlformats.org/drawingml/2006/main">
            <a:off x="666750" y="5762625"/>
            <a:ext cx="1081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선택적 analysis task는 gate 검사 후 유지·제거 · Runbook task는 아직 만들지 않음</a:t>
            </a:r>
          </a:p>
        </p:txBody>
      </p:sp>
      <p:sp>
        <p:nvSpPr>
          <p:cNvPr id="22" name="">
            <a:extLst xmlns:a="http://schemas.openxmlformats.org/drawingml/2006/main">
              <a:ext uri="{FF2B5EF4-FFF2-40B4-BE49-F238E27FC236}">
                <a16:creationId xmlns:a16="http://schemas.microsoft.com/office/drawing/2014/main" id="{3252C4A0-5170-4BCF-8E05-FD5FDF00498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696061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CA97FFF-EE94-4F90-8F52-B03B824A249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FC36B09F-F38C-4F30-8166-3388B3E29BA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D7B67DED-4267-466A-85AE-52A802D94488}"/>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CF837970-4701-4B91-BF85-B3512C0A868F}"/>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D1A4B631-7D7A-429E-AEC3-5A759DACA9B6}"/>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0264D7FB-39D4-436C-8217-4C5D54BB9A6F}"/>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17ABDB4F-DE01-4891-952C-A03773E7934D}"/>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0C7DCBCD-E2EA-4CE1-9E76-43A8C8DCD4AB}"/>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F25ECFB3-9E1C-4BA1-BA3D-442FB88419D6}"/>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3AD35BBF-0204-42AC-8622-2A800A8F290D}"/>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D5C21926-BA45-4AE0-A9A3-6C77B981F9FD}"/>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Prompt 조회 → task 작성 (Tool 호출 전)</a:t>
            </a:r>
          </a:p>
        </p:txBody>
      </p:sp>
      <p:sp>
        <p:nvSpPr>
          <p:cNvPr id="12" name="">
            <a:extLst xmlns:a="http://schemas.openxmlformats.org/drawingml/2006/main">
              <a:ext uri="{FF2B5EF4-FFF2-40B4-BE49-F238E27FC236}">
                <a16:creationId xmlns:a16="http://schemas.microsoft.com/office/drawing/2014/main" id="{EC35E8C5-ED68-4F2B-BB75-FBE00442216A}"/>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4782ACC3-AE04-47C0-80E6-70560EBB334A}"/>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71AD6C13-5F10-47AF-AF7C-C2665106E297}"/>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C41EF7EF-0DFC-4EC0-8CBC-53CAADBB538D}"/>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Runbook ID 선택·task 추가 (MCP 아님)</a:t>
            </a:r>
          </a:p>
        </p:txBody>
      </p:sp>
      <p:sp>
        <p:nvSpPr>
          <p:cNvPr id="16" name="">
            <a:extLst xmlns:a="http://schemas.openxmlformats.org/drawingml/2006/main">
              <a:ext uri="{FF2B5EF4-FFF2-40B4-BE49-F238E27FC236}">
                <a16:creationId xmlns:a16="http://schemas.microsoft.com/office/drawing/2014/main" id="{99CEEB4A-B2CE-43C6-AB02-0A4334B6C455}"/>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3B60CB64-48D8-429F-AB8E-2EE1BD3AE121}"/>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944B9FD8-C2BB-4F01-B1F1-199833718DFD}"/>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B5405DFF-79E6-4CA7-A0B0-D40057D333C2}"/>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C2DF3F2C-B2A7-433C-9598-969760A99F4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0655470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497BD28-727A-49DB-B495-D57338E6433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Tool: 정의부터 화면의 조회 완료까지</a:t>
            </a:r>
          </a:p>
        </p:txBody>
      </p:sp>
      <p:sp>
        <p:nvSpPr>
          <p:cNvPr id="2" name="">
            <a:extLst xmlns:a="http://schemas.openxmlformats.org/drawingml/2006/main">
              <a:ext uri="{FF2B5EF4-FFF2-40B4-BE49-F238E27FC236}">
                <a16:creationId xmlns:a16="http://schemas.microsoft.com/office/drawing/2014/main" id="{47DF6FEC-0B37-4E6E-AA6C-6F681DD9A14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18BD4555-31CA-455E-B913-337CADEEAD6F}"/>
              </a:ext>
            </a:extLst>
          </p:cNvPr>
          <p:cNvSpPr>
            <a:spLocks xmlns:a="http://schemas.openxmlformats.org/drawingml/2006/main" noGrp="1"/>
          </p:cNvSpPr>
          <p:nvPr/>
        </p:nvSpPr>
        <p:spPr>
          <a:xfrm xmlns:a="http://schemas.openxmlformats.org/drawingml/2006/main">
            <a:off x="666750" y="14192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서버가 Tool 등록 · mcp_server.py:33</a:t>
            </a:r>
          </a:p>
        </p:txBody>
      </p:sp>
      <p:sp>
        <p:nvSpPr>
          <p:cNvPr id="4" name="">
            <a:extLst xmlns:a="http://schemas.openxmlformats.org/drawingml/2006/main">
              <a:ext uri="{FF2B5EF4-FFF2-40B4-BE49-F238E27FC236}">
                <a16:creationId xmlns:a16="http://schemas.microsoft.com/office/drawing/2014/main" id="{20B347B0-544C-44D5-883B-4134AED9E8FD}"/>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EC0A74E4-90B5-422A-A160-04D3654ED035}"/>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609ED405-6284-471A-A468-2DD379528B08}"/>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D8D3FCBF-281D-44A3-81CD-EE0586A01C8C}"/>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4E9B6CC8-AA57-4264-888A-077400634B20}"/>
              </a:ext>
            </a:extLst>
          </p:cNvPr>
          <p:cNvSpPr>
            <a:spLocks xmlns:a="http://schemas.openxmlformats.org/drawingml/2006/main" noGrp="1"/>
          </p:cNvSpPr>
          <p:nvPr/>
        </p:nvSpPr>
        <p:spPr>
          <a:xfrm xmlns:a="http://schemas.openxmlformats.org/drawingml/2006/main">
            <a:off x="666750" y="3324225"/>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research가 호출 · agent/graph.py:117</a:t>
            </a:r>
          </a:p>
        </p:txBody>
      </p:sp>
      <p:sp>
        <p:nvSpPr>
          <p:cNvPr id="9" name="">
            <a:extLst xmlns:a="http://schemas.openxmlformats.org/drawingml/2006/main">
              <a:ext uri="{FF2B5EF4-FFF2-40B4-BE49-F238E27FC236}">
                <a16:creationId xmlns:a16="http://schemas.microsoft.com/office/drawing/2014/main" id="{EDC99DD0-9C73-4EB7-A3CC-D8BB84A192BF}"/>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B70C1EAB-A14A-4269-A5CB-6805D3DB3CEE}"/>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9F41FE60-B51F-408B-889E-7BA928250A27}"/>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FC0A8295-8DD3-49E7-BC2B-A2683E96BEBA}"/>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세션 전송 · agent/mcp_client.py:76</a:t>
            </a:r>
          </a:p>
        </p:txBody>
      </p:sp>
      <p:sp>
        <p:nvSpPr>
          <p:cNvPr id="13" name="">
            <a:extLst xmlns:a="http://schemas.openxmlformats.org/drawingml/2006/main">
              <a:ext uri="{FF2B5EF4-FFF2-40B4-BE49-F238E27FC236}">
                <a16:creationId xmlns:a16="http://schemas.microsoft.com/office/drawing/2014/main" id="{EEED9B0A-3EAA-4C4F-AC0E-AEDDD87497D3}"/>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FC56F788-BF28-42F5-995B-CD72699192F1}"/>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FFA13F9B-72A6-45E3-8E40-D3210819F84D}"/>
              </a:ext>
            </a:extLst>
          </p:cNvPr>
          <p:cNvPicPr>
            <a:picLocks xmlns:a="http://schemas.openxmlformats.org/drawingml/2006/main" noChangeAspect="1"/>
          </p:cNvPicPr>
          <p:nvPr/>
        </p:nvPicPr>
        <p:blipFill>
          <a:blip xmlns:r="http://schemas.openxmlformats.org/officeDocument/2006/relationships" xmlns:a="http://schemas.openxmlformats.org/drawingml/2006/main" r:embed="R498b9b2a72074427"/>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573C0B8-84F5-4761-A181-AC6C4C91D498}"/>
              </a:ext>
            </a:extLst>
          </p:cNvPr>
          <p:cNvSpPr>
            <a:spLocks xmlns:a="http://schemas.openxmlformats.org/drawingml/2006/main" noGrp="1"/>
          </p:cNvSpPr>
          <p:nvPr/>
        </p:nvSpPr>
        <p:spPr>
          <a:xfrm xmlns:a="http://schemas.openxmlformats.org/drawingml/2006/main">
            <a:off x="6572250" y="5915025"/>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B4232D"/>
                </a:solidFill>
                <a:latin typeface="Apple SD Gothic Neo"/>
                <a:ea typeface="Apple SD Gothic Neo"/>
                <a:cs typeface="Apple SD Gothic Neo"/>
              </a:defRPr>
            </a:defPPr>
            <a:lvl1pPr algn="l">
              <a:defRPr sz="1350" b="1">
                <a:solidFill>
                  <a:srgbClr val="B4232D"/>
                </a:solidFill>
                <a:latin typeface="Apple SD Gothic Neo"/>
                <a:ea typeface="Apple SD Gothic Neo"/>
                <a:cs typeface="Apple SD Gothic Neo"/>
              </a:defRPr>
            </a:lvl1pPr>
            <a:lvl2pPr algn="l">
              <a:defRPr sz="1350" b="1">
                <a:solidFill>
                  <a:srgbClr val="B4232D"/>
                </a:solidFill>
                <a:latin typeface="Apple SD Gothic Neo"/>
                <a:ea typeface="Apple SD Gothic Neo"/>
                <a:cs typeface="Apple SD Gothic Neo"/>
              </a:defRPr>
            </a:lvl2pPr>
            <a:lvl3pPr algn="l">
              <a:defRPr sz="1350" b="1">
                <a:solidFill>
                  <a:srgbClr val="B4232D"/>
                </a:solidFill>
                <a:latin typeface="Apple SD Gothic Neo"/>
                <a:ea typeface="Apple SD Gothic Neo"/>
                <a:cs typeface="Apple SD Gothic Neo"/>
              </a:defRPr>
            </a:lvl3pPr>
            <a:lvl4pPr algn="l">
              <a:defRPr sz="1350" b="1">
                <a:solidFill>
                  <a:srgbClr val="B4232D"/>
                </a:solidFill>
                <a:latin typeface="Apple SD Gothic Neo"/>
                <a:ea typeface="Apple SD Gothic Neo"/>
                <a:cs typeface="Apple SD Gothic Neo"/>
              </a:defRPr>
            </a:lvl4pPr>
            <a:lvl5pPr algn="l">
              <a:defRPr sz="1350" b="1">
                <a:solidFill>
                  <a:srgbClr val="B4232D"/>
                </a:solidFill>
                <a:latin typeface="Apple SD Gothic Neo"/>
                <a:ea typeface="Apple SD Gothic Neo"/>
                <a:cs typeface="Apple SD Gothic Neo"/>
              </a:defRPr>
            </a:lvl5pPr>
            <a:lvl6pPr algn="l">
              <a:defRPr sz="1350" b="1">
                <a:solidFill>
                  <a:srgbClr val="B4232D"/>
                </a:solidFill>
                <a:latin typeface="Apple SD Gothic Neo"/>
                <a:ea typeface="Apple SD Gothic Neo"/>
                <a:cs typeface="Apple SD Gothic Neo"/>
              </a:defRPr>
            </a:lvl6pPr>
            <a:lvl7pPr algn="l">
              <a:defRPr sz="1350" b="1">
                <a:solidFill>
                  <a:srgbClr val="B4232D"/>
                </a:solidFill>
                <a:latin typeface="Apple SD Gothic Neo"/>
                <a:ea typeface="Apple SD Gothic Neo"/>
                <a:cs typeface="Apple SD Gothic Neo"/>
              </a:defRPr>
            </a:lvl7pPr>
            <a:lvl8pPr algn="l">
              <a:defRPr sz="1350" b="1">
                <a:solidFill>
                  <a:srgbClr val="B4232D"/>
                </a:solidFill>
                <a:latin typeface="Apple SD Gothic Neo"/>
                <a:ea typeface="Apple SD Gothic Neo"/>
                <a:cs typeface="Apple SD Gothic Neo"/>
              </a:defRPr>
            </a:lvl8pPr>
            <a:lvl9pPr algn="l">
              <a:defRPr sz="1350" b="1">
                <a:solidFill>
                  <a:srgbClr val="B4232D"/>
                </a:solidFill>
                <a:latin typeface="Apple SD Gothic Neo"/>
                <a:ea typeface="Apple SD Gothic Neo"/>
                <a:cs typeface="Apple SD Gothic Neo"/>
              </a:defRPr>
            </a:lvl9pPr>
          </a:lstStyle>
          <a:p xmlns:a="http://schemas.openxmlformats.org/drawingml/2006/main">
            <a:pPr algn="l">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Tool 결과: status·cpu_percent·memory_percent·alerts[]</a:t>
            </a:r>
          </a:p>
        </p:txBody>
      </p:sp>
      <p:sp>
        <p:nvSpPr>
          <p:cNvPr id="17" name="">
            <a:extLst xmlns:a="http://schemas.openxmlformats.org/drawingml/2006/main">
              <a:ext uri="{FF2B5EF4-FFF2-40B4-BE49-F238E27FC236}">
                <a16:creationId xmlns:a16="http://schemas.microsoft.com/office/drawing/2014/main" id="{BBCDAE8E-DEB6-440C-9529-C37C0E27B1F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8610513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A2ADA4-2233-40EA-8534-049E8774C47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질문과 Monitoring alerts[]에서 Runbook 원문까지</a:t>
            </a:r>
          </a:p>
        </p:txBody>
      </p:sp>
      <p:sp>
        <p:nvSpPr>
          <p:cNvPr id="2" name="">
            <a:extLst xmlns:a="http://schemas.openxmlformats.org/drawingml/2006/main">
              <a:ext uri="{FF2B5EF4-FFF2-40B4-BE49-F238E27FC236}">
                <a16:creationId xmlns:a16="http://schemas.microsoft.com/office/drawing/2014/main" id="{B74CC45F-5D61-4044-9E2D-CD7939AB11A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D5E251B1-BC9E-49E1-88D8-138D7C217B1B}"/>
              </a:ext>
            </a:extLst>
          </p:cNvPr>
          <p:cNvSpPr>
            <a:spLocks xmlns:a="http://schemas.openxmlformats.org/drawingml/2006/main" noGrp="1"/>
          </p:cNvSpPr>
          <p:nvPr/>
        </p:nvSpPr>
        <p:spPr>
          <a:xfrm xmlns:a="http://schemas.openxmlformats.org/drawingml/2006/main">
            <a:off x="685800" y="1457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사용자 질문</a:t>
            </a:r>
          </a:p>
        </p:txBody>
      </p:sp>
      <p:sp>
        <p:nvSpPr>
          <p:cNvPr id="4" name="">
            <a:extLst xmlns:a="http://schemas.openxmlformats.org/drawingml/2006/main">
              <a:ext uri="{FF2B5EF4-FFF2-40B4-BE49-F238E27FC236}">
                <a16:creationId xmlns:a16="http://schemas.microsoft.com/office/drawing/2014/main" id="{7A599A7E-36A7-499B-B54F-B330D6FE28FB}"/>
              </a:ext>
            </a:extLst>
          </p:cNvPr>
          <p:cNvSpPr>
            <a:spLocks xmlns:a="http://schemas.openxmlformats.org/drawingml/2006/main" noGrp="1"/>
          </p:cNvSpPr>
          <p:nvPr/>
        </p:nvSpPr>
        <p:spPr>
          <a:xfrm xmlns:a="http://schemas.openxmlformats.org/drawingml/2006/main">
            <a:off x="685800" y="1800225"/>
            <a:ext cx="59245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payments-service와 gateway-service</a:t>
            </a:r>
          </a:p>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CPU 급증 및 timeout 장애</a:t>
            </a:r>
          </a:p>
        </p:txBody>
      </p:sp>
      <p:sp>
        <p:nvSpPr>
          <p:cNvPr id="5" name="">
            <a:extLst xmlns:a="http://schemas.openxmlformats.org/drawingml/2006/main">
              <a:ext uri="{FF2B5EF4-FFF2-40B4-BE49-F238E27FC236}">
                <a16:creationId xmlns:a16="http://schemas.microsoft.com/office/drawing/2014/main" id="{58A33500-8E32-4B0F-904E-5961AA2351E2}"/>
              </a:ext>
            </a:extLst>
          </p:cNvPr>
          <p:cNvSpPr>
            <a:spLocks xmlns:a="http://schemas.openxmlformats.org/drawingml/2006/main" noGrp="1"/>
          </p:cNvSpPr>
          <p:nvPr/>
        </p:nvSpPr>
        <p:spPr>
          <a:xfrm xmlns:a="http://schemas.openxmlformats.org/drawingml/2006/main">
            <a:off x="685800" y="2809875"/>
            <a:ext cx="600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Monitoring Tool 결과의 alerts[] 문구</a:t>
            </a:r>
          </a:p>
        </p:txBody>
      </p:sp>
      <p:sp>
        <p:nvSpPr>
          <p:cNvPr id="6" name="">
            <a:extLst xmlns:a="http://schemas.openxmlformats.org/drawingml/2006/main">
              <a:ext uri="{FF2B5EF4-FFF2-40B4-BE49-F238E27FC236}">
                <a16:creationId xmlns:a16="http://schemas.microsoft.com/office/drawing/2014/main" id="{7F545863-0C79-4FDC-BB08-2B3C4CF29A4F}"/>
              </a:ext>
            </a:extLst>
          </p:cNvPr>
          <p:cNvSpPr>
            <a:spLocks xmlns:a="http://schemas.openxmlformats.org/drawingml/2006/main" noGrp="1"/>
          </p:cNvSpPr>
          <p:nvPr/>
        </p:nvSpPr>
        <p:spPr>
          <a:xfrm xmlns:a="http://schemas.openxmlformats.org/drawingml/2006/main">
            <a:off x="685800" y="31718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payments: "CPU 91% (threshold 80%)"</a:t>
            </a:r>
          </a:p>
        </p:txBody>
      </p:sp>
      <p:sp>
        <p:nvSpPr>
          <p:cNvPr id="7" name="">
            <a:extLst xmlns:a="http://schemas.openxmlformats.org/drawingml/2006/main">
              <a:ext uri="{FF2B5EF4-FFF2-40B4-BE49-F238E27FC236}">
                <a16:creationId xmlns:a16="http://schemas.microsoft.com/office/drawing/2014/main" id="{4B7068F3-304A-4CC8-90D8-34120DC56EE6}"/>
              </a:ext>
            </a:extLst>
          </p:cNvPr>
          <p:cNvSpPr>
            <a:spLocks xmlns:a="http://schemas.openxmlformats.org/drawingml/2006/main" noGrp="1"/>
          </p:cNvSpPr>
          <p:nvPr/>
        </p:nvSpPr>
        <p:spPr>
          <a:xfrm xmlns:a="http://schemas.openxmlformats.org/drawingml/2006/main">
            <a:off x="685800" y="35147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gateway: "upstream timeout to payments-service (504)"</a:t>
            </a:r>
          </a:p>
        </p:txBody>
      </p:sp>
      <p:sp>
        <p:nvSpPr>
          <p:cNvPr id="8" name="">
            <a:extLst xmlns:a="http://schemas.openxmlformats.org/drawingml/2006/main">
              <a:ext uri="{FF2B5EF4-FFF2-40B4-BE49-F238E27FC236}">
                <a16:creationId xmlns:a16="http://schemas.microsoft.com/office/drawing/2014/main" id="{300CA4ED-C978-4F9E-9FD6-5CA010099351}"/>
              </a:ext>
            </a:extLst>
          </p:cNvPr>
          <p:cNvSpPr>
            <a:spLocks xmlns:a="http://schemas.openxmlformats.org/drawingml/2006/main" noGrp="1"/>
          </p:cNvSpPr>
          <p:nvPr/>
        </p:nvSpPr>
        <p:spPr>
          <a:xfrm xmlns:a="http://schemas.openxmlformats.org/drawingml/2006/main">
            <a:off x="685800" y="4133850"/>
            <a:ext cx="585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검색 → 선택된 문서 원문 조회</a:t>
            </a:r>
          </a:p>
        </p:txBody>
      </p:sp>
      <p:sp>
        <p:nvSpPr>
          <p:cNvPr id="9" name="">
            <a:extLst xmlns:a="http://schemas.openxmlformats.org/drawingml/2006/main">
              <a:ext uri="{FF2B5EF4-FFF2-40B4-BE49-F238E27FC236}">
                <a16:creationId xmlns:a16="http://schemas.microsoft.com/office/drawing/2014/main" id="{F9D37005-5F52-4C6C-9B1C-D01B8EF068C9}"/>
              </a:ext>
            </a:extLst>
          </p:cNvPr>
          <p:cNvSpPr>
            <a:spLocks xmlns:a="http://schemas.openxmlformats.org/drawingml/2006/main" noGrp="1"/>
          </p:cNvSpPr>
          <p:nvPr/>
        </p:nvSpPr>
        <p:spPr>
          <a:xfrm xmlns:a="http://schemas.openxmlformats.org/drawingml/2006/main">
            <a:off x="685800" y="44767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matches, usage = retriever.search(...)</a:t>
            </a:r>
          </a:p>
        </p:txBody>
      </p:sp>
      <p:sp>
        <p:nvSpPr>
          <p:cNvPr id="10" name="">
            <a:extLst xmlns:a="http://schemas.openxmlformats.org/drawingml/2006/main">
              <a:ext uri="{FF2B5EF4-FFF2-40B4-BE49-F238E27FC236}">
                <a16:creationId xmlns:a16="http://schemas.microsoft.com/office/drawing/2014/main" id="{713A177F-C410-4A13-9840-517FAA863AD5}"/>
              </a:ext>
            </a:extLst>
          </p:cNvPr>
          <p:cNvSpPr>
            <a:spLocks xmlns:a="http://schemas.openxmlformats.org/drawingml/2006/main" noGrp="1"/>
          </p:cNvSpPr>
          <p:nvPr/>
        </p:nvSpPr>
        <p:spPr>
          <a:xfrm xmlns:a="http://schemas.openxmlformats.org/drawingml/2006/main">
            <a:off x="685800" y="48006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예: cpu-spike, network-timeout</a:t>
            </a:r>
          </a:p>
        </p:txBody>
      </p:sp>
      <p:sp>
        <p:nvSpPr>
          <p:cNvPr id="11" name="">
            <a:extLst xmlns:a="http://schemas.openxmlformats.org/drawingml/2006/main">
              <a:ext uri="{FF2B5EF4-FFF2-40B4-BE49-F238E27FC236}">
                <a16:creationId xmlns:a16="http://schemas.microsoft.com/office/drawing/2014/main" id="{60670BF5-16C9-48B2-BA8B-752542EA167C}"/>
              </a:ext>
            </a:extLst>
          </p:cNvPr>
          <p:cNvSpPr>
            <a:spLocks xmlns:a="http://schemas.openxmlformats.org/drawingml/2006/main" noGrp="1"/>
          </p:cNvSpPr>
          <p:nvPr/>
        </p:nvSpPr>
        <p:spPr>
          <a:xfrm xmlns:a="http://schemas.openxmlformats.org/drawingml/2006/main">
            <a:off x="685800" y="51244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 await deps.mcp.read_resource(uri, ...)</a:t>
            </a:r>
          </a:p>
        </p:txBody>
      </p:sp>
      <p:sp>
        <p:nvSpPr>
          <p:cNvPr id="12" name="">
            <a:extLst xmlns:a="http://schemas.openxmlformats.org/drawingml/2006/main">
              <a:ext uri="{FF2B5EF4-FFF2-40B4-BE49-F238E27FC236}">
                <a16:creationId xmlns:a16="http://schemas.microsoft.com/office/drawing/2014/main" id="{C592466F-0C42-4FB9-8255-058C6A43FAA2}"/>
              </a:ext>
            </a:extLst>
          </p:cNvPr>
          <p:cNvSpPr>
            <a:spLocks xmlns:a="http://schemas.openxmlformats.org/drawingml/2006/main" noGrp="1"/>
          </p:cNvSpPr>
          <p:nvPr/>
        </p:nvSpPr>
        <p:spPr>
          <a:xfrm xmlns:a="http://schemas.openxmlformats.org/drawingml/2006/main">
            <a:off x="685800" y="54483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collected.append(item)</a:t>
            </a:r>
          </a:p>
        </p:txBody>
      </p:sp>
      <p:sp>
        <p:nvSpPr>
          <p:cNvPr id="13" name="">
            <a:extLst xmlns:a="http://schemas.openxmlformats.org/drawingml/2006/main">
              <a:ext uri="{FF2B5EF4-FFF2-40B4-BE49-F238E27FC236}">
                <a16:creationId xmlns:a16="http://schemas.microsoft.com/office/drawing/2014/main" id="{CE1F2DFB-CC52-4530-9144-8FF721674AC2}"/>
              </a:ext>
            </a:extLst>
          </p:cNvPr>
          <p:cNvSpPr>
            <a:spLocks xmlns:a="http://schemas.openxmlformats.org/drawingml/2006/main" noGrp="1"/>
          </p:cNvSpPr>
          <p:nvPr/>
        </p:nvSpPr>
        <p:spPr>
          <a:xfrm xmlns:a="http://schemas.openxmlformats.org/drawingml/2006/main">
            <a:off x="7305675" y="14573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network-timeout.md의 점검 절차</a:t>
            </a:r>
          </a:p>
        </p:txBody>
      </p:sp>
      <p:sp>
        <p:nvSpPr>
          <p:cNvPr id="14" name="">
            <a:extLst xmlns:a="http://schemas.openxmlformats.org/drawingml/2006/main">
              <a:ext uri="{FF2B5EF4-FFF2-40B4-BE49-F238E27FC236}">
                <a16:creationId xmlns:a16="http://schemas.microsoft.com/office/drawing/2014/main" id="{C41A2580-DF09-4538-90A9-ECB36E42ECFD}"/>
              </a:ext>
            </a:extLst>
          </p:cNvPr>
          <p:cNvSpPr>
            <a:spLocks xmlns:a="http://schemas.openxmlformats.org/drawingml/2006/main" noGrp="1"/>
          </p:cNvSpPr>
          <p:nvPr/>
        </p:nvSpPr>
        <p:spPr>
          <a:xfrm xmlns:a="http://schemas.openxmlformats.org/drawingml/2006/main">
            <a:off x="7305675" y="20574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1. 어떤 시스템 간 호출에서</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   타임아웃이 나는지 확인</a:t>
            </a:r>
          </a:p>
        </p:txBody>
      </p:sp>
      <p:sp>
        <p:nvSpPr>
          <p:cNvPr id="15" name="">
            <a:extLst xmlns:a="http://schemas.openxmlformats.org/drawingml/2006/main">
              <a:ext uri="{FF2B5EF4-FFF2-40B4-BE49-F238E27FC236}">
                <a16:creationId xmlns:a16="http://schemas.microsoft.com/office/drawing/2014/main" id="{FA12DAB1-89A5-4992-B950-D38A8BC72FC7}"/>
              </a:ext>
            </a:extLst>
          </p:cNvPr>
          <p:cNvSpPr>
            <a:spLocks xmlns:a="http://schemas.openxmlformats.org/drawingml/2006/main" noGrp="1"/>
          </p:cNvSpPr>
          <p:nvPr/>
        </p:nvSpPr>
        <p:spPr>
          <a:xfrm xmlns:a="http://schemas.openxmlformats.org/drawingml/2006/main">
            <a:off x="7305675" y="33147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2. DNS·방화벽·로드밸런서</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   변경 여부 점검</a:t>
            </a:r>
          </a:p>
        </p:txBody>
      </p:sp>
      <p:sp>
        <p:nvSpPr>
          <p:cNvPr id="16" name="">
            <a:extLst xmlns:a="http://schemas.openxmlformats.org/drawingml/2006/main">
              <a:ext uri="{FF2B5EF4-FFF2-40B4-BE49-F238E27FC236}">
                <a16:creationId xmlns:a16="http://schemas.microsoft.com/office/drawing/2014/main" id="{B0D239C0-16B7-46B4-86C2-3117335BAB17}"/>
              </a:ext>
            </a:extLst>
          </p:cNvPr>
          <p:cNvSpPr>
            <a:spLocks xmlns:a="http://schemas.openxmlformats.org/drawingml/2006/main" noGrp="1"/>
          </p:cNvSpPr>
          <p:nvPr/>
        </p:nvSpPr>
        <p:spPr>
          <a:xfrm xmlns:a="http://schemas.openxmlformats.org/drawingml/2006/main">
            <a:off x="7305675" y="4981575"/>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문서의 1·2번은 확인된 사실이 아니라</a:t>
            </a:r>
          </a:p>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이후 수행할 점검 방법입니다.</a:t>
            </a:r>
          </a:p>
        </p:txBody>
      </p:sp>
      <p:sp>
        <p:nvSpPr>
          <p:cNvPr id="17" name="">
            <a:extLst xmlns:a="http://schemas.openxmlformats.org/drawingml/2006/main">
              <a:ext uri="{FF2B5EF4-FFF2-40B4-BE49-F238E27FC236}">
                <a16:creationId xmlns:a16="http://schemas.microsoft.com/office/drawing/2014/main" id="{3EBE8D1A-13D4-4D9C-B090-7FD3234D382B}"/>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임베딩 검색: 원래 질문 + alerts[] 각 문자열 · CPU/메모리 수치 필드는 별도</a:t>
            </a:r>
          </a:p>
        </p:txBody>
      </p:sp>
      <p:sp>
        <p:nvSpPr>
          <p:cNvPr id="18" name="">
            <a:extLst xmlns:a="http://schemas.openxmlformats.org/drawingml/2006/main">
              <a:ext uri="{FF2B5EF4-FFF2-40B4-BE49-F238E27FC236}">
                <a16:creationId xmlns:a16="http://schemas.microsoft.com/office/drawing/2014/main" id="{D380DA68-DF1F-4051-81D0-CE74866CC4C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426469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BDBFB7-8BFC-4C97-809D-422B31C6B26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replan_check는 언제 research로 되돌릴까?</a:t>
            </a:r>
          </a:p>
        </p:txBody>
      </p:sp>
      <p:sp>
        <p:nvSpPr>
          <p:cNvPr id="2" name="">
            <a:extLst xmlns:a="http://schemas.openxmlformats.org/drawingml/2006/main">
              <a:ext uri="{FF2B5EF4-FFF2-40B4-BE49-F238E27FC236}">
                <a16:creationId xmlns:a16="http://schemas.microsoft.com/office/drawing/2014/main" id="{8817093B-B85F-4DB1-86E8-709D61E98F2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75EB6DC5-09DD-428E-A103-44E0C74AC673}"/>
              </a:ext>
            </a:extLst>
          </p:cNvPr>
          <p:cNvSpPr>
            <a:spLocks xmlns:a="http://schemas.openxmlformats.org/drawingml/2006/main" noGrp="1"/>
          </p:cNvSpPr>
          <p:nvPr/>
        </p:nvSpPr>
        <p:spPr>
          <a:xfrm xmlns:a="http://schemas.openxmlformats.org/drawingml/2006/main">
            <a:off x="685800" y="14287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분기 코드 · agent/graph.py:165–195, 227–231</a:t>
            </a:r>
          </a:p>
        </p:txBody>
      </p:sp>
      <p:sp>
        <p:nvSpPr>
          <p:cNvPr id="4" name="">
            <a:extLst xmlns:a="http://schemas.openxmlformats.org/drawingml/2006/main">
              <a:ext uri="{FF2B5EF4-FFF2-40B4-BE49-F238E27FC236}">
                <a16:creationId xmlns:a16="http://schemas.microsoft.com/office/drawing/2014/main" id="{64167E5C-219F-4E4E-A574-69D2467B9B2A}"/>
              </a:ext>
            </a:extLst>
          </p:cNvPr>
          <p:cNvSpPr>
            <a:spLocks xmlns:a="http://schemas.openxmlformats.org/drawingml/2006/main" noGrp="1"/>
          </p:cNvSpPr>
          <p:nvPr/>
        </p:nvSpPr>
        <p:spPr>
          <a:xfrm xmlns:a="http://schemas.openxmlformats.org/drawingml/2006/main">
            <a:off x="685800" y="1809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rounds = state.get("replan_rounds", 0)</a:t>
            </a:r>
          </a:p>
        </p:txBody>
      </p:sp>
      <p:sp>
        <p:nvSpPr>
          <p:cNvPr id="5" name="">
            <a:extLst xmlns:a="http://schemas.openxmlformats.org/drawingml/2006/main">
              <a:ext uri="{FF2B5EF4-FFF2-40B4-BE49-F238E27FC236}">
                <a16:creationId xmlns:a16="http://schemas.microsoft.com/office/drawing/2014/main" id="{5530F1FD-1A29-4F62-96A7-D7EDCF3ADCC4}"/>
              </a:ext>
            </a:extLst>
          </p:cNvPr>
          <p:cNvSpPr>
            <a:spLocks xmlns:a="http://schemas.openxmlformats.org/drawingml/2006/main" noGrp="1"/>
          </p:cNvSpPr>
          <p:nvPr/>
        </p:nvSpPr>
        <p:spPr>
          <a:xfrm xmlns:a="http://schemas.openxmlformats.org/drawingml/2006/main">
            <a:off x="685800" y="2114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if rounds &gt;= 1:  # 두 번째 검사</a:t>
            </a:r>
          </a:p>
        </p:txBody>
      </p:sp>
      <p:sp>
        <p:nvSpPr>
          <p:cNvPr id="6" name="">
            <a:extLst xmlns:a="http://schemas.openxmlformats.org/drawingml/2006/main">
              <a:ext uri="{FF2B5EF4-FFF2-40B4-BE49-F238E27FC236}">
                <a16:creationId xmlns:a16="http://schemas.microsoft.com/office/drawing/2014/main" id="{701504A6-4B46-4868-B42A-DFA7E401AE48}"/>
              </a:ext>
            </a:extLst>
          </p:cNvPr>
          <p:cNvSpPr>
            <a:spLocks xmlns:a="http://schemas.openxmlformats.org/drawingml/2006/main" noGrp="1"/>
          </p:cNvSpPr>
          <p:nvPr/>
        </p:nvSpPr>
        <p:spPr>
          <a:xfrm xmlns:a="http://schemas.openxmlformats.org/drawingml/2006/main">
            <a:off x="685800" y="2419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verdict = {"is_sufficient": True, ...}</a:t>
            </a:r>
          </a:p>
        </p:txBody>
      </p:sp>
      <p:sp>
        <p:nvSpPr>
          <p:cNvPr id="7" name="">
            <a:extLst xmlns:a="http://schemas.openxmlformats.org/drawingml/2006/main">
              <a:ext uri="{FF2B5EF4-FFF2-40B4-BE49-F238E27FC236}">
                <a16:creationId xmlns:a16="http://schemas.microsoft.com/office/drawing/2014/main" id="{9256D0D4-FF23-4BDB-8E14-28D89587BBBE}"/>
              </a:ext>
            </a:extLst>
          </p:cNvPr>
          <p:cNvSpPr>
            <a:spLocks xmlns:a="http://schemas.openxmlformats.org/drawingml/2006/main" noGrp="1"/>
          </p:cNvSpPr>
          <p:nvPr/>
        </p:nvSpPr>
        <p:spPr>
          <a:xfrm xmlns:a="http://schemas.openxmlformats.org/drawingml/2006/main">
            <a:off x="685800" y="2724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{"events": state["events"] + [verdict]}</a:t>
            </a:r>
          </a:p>
        </p:txBody>
      </p:sp>
      <p:sp>
        <p:nvSpPr>
          <p:cNvPr id="8" name="">
            <a:extLst xmlns:a="http://schemas.openxmlformats.org/drawingml/2006/main">
              <a:ext uri="{FF2B5EF4-FFF2-40B4-BE49-F238E27FC236}">
                <a16:creationId xmlns:a16="http://schemas.microsoft.com/office/drawing/2014/main" id="{12B2EF70-F9DD-4582-8958-C21A3B4607CA}"/>
              </a:ext>
            </a:extLst>
          </p:cNvPr>
          <p:cNvSpPr>
            <a:spLocks xmlns:a="http://schemas.openxmlformats.org/drawingml/2006/main" noGrp="1"/>
          </p:cNvSpPr>
          <p:nvPr/>
        </p:nvSpPr>
        <p:spPr>
          <a:xfrm xmlns:a="http://schemas.openxmlformats.org/drawingml/2006/main">
            <a:off x="685800" y="30289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matches, usage = retriever.search(...)</a:t>
            </a:r>
          </a:p>
        </p:txBody>
      </p:sp>
      <p:sp>
        <p:nvSpPr>
          <p:cNvPr id="9" name="">
            <a:extLst xmlns:a="http://schemas.openxmlformats.org/drawingml/2006/main">
              <a:ext uri="{FF2B5EF4-FFF2-40B4-BE49-F238E27FC236}">
                <a16:creationId xmlns:a16="http://schemas.microsoft.com/office/drawing/2014/main" id="{ABE11CDA-9EF3-4131-95D9-99084117AE9C}"/>
              </a:ext>
            </a:extLst>
          </p:cNvPr>
          <p:cNvSpPr>
            <a:spLocks xmlns:a="http://schemas.openxmlformats.org/drawingml/2006/main" noGrp="1"/>
          </p:cNvSpPr>
          <p:nvPr/>
        </p:nvSpPr>
        <p:spPr>
          <a:xfrm xmlns:a="http://schemas.openxmlformats.org/drawingml/2006/main">
            <a:off x="685800" y="3333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gap_tasks = [{"agent": "research", "kind": "runbook", ...}</a:t>
            </a:r>
          </a:p>
        </p:txBody>
      </p:sp>
      <p:sp>
        <p:nvSpPr>
          <p:cNvPr id="10" name="">
            <a:extLst xmlns:a="http://schemas.openxmlformats.org/drawingml/2006/main">
              <a:ext uri="{FF2B5EF4-FFF2-40B4-BE49-F238E27FC236}">
                <a16:creationId xmlns:a16="http://schemas.microsoft.com/office/drawing/2014/main" id="{4E1DC4BE-0885-41F5-8046-E3255C80AD2C}"/>
              </a:ext>
            </a:extLst>
          </p:cNvPr>
          <p:cNvSpPr>
            <a:spLocks xmlns:a="http://schemas.openxmlformats.org/drawingml/2006/main" noGrp="1"/>
          </p:cNvSpPr>
          <p:nvPr/>
        </p:nvSpPr>
        <p:spPr>
          <a:xfrm xmlns:a="http://schemas.openxmlformats.org/drawingml/2006/main">
            <a:off x="685800" y="3638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for match in matches]</a:t>
            </a:r>
          </a:p>
        </p:txBody>
      </p:sp>
      <p:sp>
        <p:nvSpPr>
          <p:cNvPr id="11" name="">
            <a:extLst xmlns:a="http://schemas.openxmlformats.org/drawingml/2006/main">
              <a:ext uri="{FF2B5EF4-FFF2-40B4-BE49-F238E27FC236}">
                <a16:creationId xmlns:a16="http://schemas.microsoft.com/office/drawing/2014/main" id="{448BDE09-E098-4F8F-899F-083BDA350A35}"/>
              </a:ext>
            </a:extLst>
          </p:cNvPr>
          <p:cNvSpPr>
            <a:spLocks xmlns:a="http://schemas.openxmlformats.org/drawingml/2006/main" noGrp="1"/>
          </p:cNvSpPr>
          <p:nvPr/>
        </p:nvSpPr>
        <p:spPr>
          <a:xfrm xmlns:a="http://schemas.openxmlformats.org/drawingml/2006/main">
            <a:off x="685800" y="3943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"is_sufficient": not bool(gap_tasks)</a:t>
            </a:r>
          </a:p>
        </p:txBody>
      </p:sp>
      <p:sp>
        <p:nvSpPr>
          <p:cNvPr id="12" name="">
            <a:extLst xmlns:a="http://schemas.openxmlformats.org/drawingml/2006/main">
              <a:ext uri="{FF2B5EF4-FFF2-40B4-BE49-F238E27FC236}">
                <a16:creationId xmlns:a16="http://schemas.microsoft.com/office/drawing/2014/main" id="{CCB840AC-EB78-4E00-A1CD-EFD1C8A29D89}"/>
              </a:ext>
            </a:extLst>
          </p:cNvPr>
          <p:cNvSpPr>
            <a:spLocks xmlns:a="http://schemas.openxmlformats.org/drawingml/2006/main" noGrp="1"/>
          </p:cNvSpPr>
          <p:nvPr/>
        </p:nvSpPr>
        <p:spPr>
          <a:xfrm xmlns:a="http://schemas.openxmlformats.org/drawingml/2006/main">
            <a:off x="685800" y="4248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"analysis" if last.get("is_sufficient") else "research"</a:t>
            </a:r>
          </a:p>
        </p:txBody>
      </p:sp>
      <p:sp>
        <p:nvSpPr>
          <p:cNvPr id="13" name="">
            <a:extLst xmlns:a="http://schemas.openxmlformats.org/drawingml/2006/main">
              <a:ext uri="{FF2B5EF4-FFF2-40B4-BE49-F238E27FC236}">
                <a16:creationId xmlns:a16="http://schemas.microsoft.com/office/drawing/2014/main" id="{4EFE392F-B03C-4E78-B700-F7FF1A0347D8}"/>
              </a:ext>
            </a:extLst>
          </p:cNvPr>
          <p:cNvSpPr>
            <a:spLocks xmlns:a="http://schemas.openxmlformats.org/drawingml/2006/main" noGrp="1"/>
          </p:cNvSpPr>
          <p:nvPr/>
        </p:nvSpPr>
        <p:spPr>
          <a:xfrm xmlns:a="http://schemas.openxmlformats.org/drawingml/2006/main">
            <a:off x="685800" y="46958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첫 검사</a:t>
            </a:r>
          </a:p>
        </p:txBody>
      </p:sp>
      <p:sp>
        <p:nvSpPr>
          <p:cNvPr id="14" name="">
            <a:extLst xmlns:a="http://schemas.openxmlformats.org/drawingml/2006/main">
              <a:ext uri="{FF2B5EF4-FFF2-40B4-BE49-F238E27FC236}">
                <a16:creationId xmlns:a16="http://schemas.microsoft.com/office/drawing/2014/main" id="{1E958C93-3DB0-40B0-91B8-76755C6F270A}"/>
              </a:ext>
            </a:extLst>
          </p:cNvPr>
          <p:cNvSpPr>
            <a:spLocks xmlns:a="http://schemas.openxmlformats.org/drawingml/2006/main" noGrp="1"/>
          </p:cNvSpPr>
          <p:nvPr/>
        </p:nvSpPr>
        <p:spPr>
          <a:xfrm xmlns:a="http://schemas.openxmlformats.org/drawingml/2006/main">
            <a:off x="685800" y="5057775"/>
            <a:ext cx="5238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문서 선택됨 → task 추가 → research 재실행</a:t>
            </a:r>
          </a:p>
        </p:txBody>
      </p:sp>
      <p:sp>
        <p:nvSpPr>
          <p:cNvPr id="15" name="">
            <a:extLst xmlns:a="http://schemas.openxmlformats.org/drawingml/2006/main">
              <a:ext uri="{FF2B5EF4-FFF2-40B4-BE49-F238E27FC236}">
                <a16:creationId xmlns:a16="http://schemas.microsoft.com/office/drawing/2014/main" id="{124A40D4-A2D8-49D9-80D1-C80B88482D39}"/>
              </a:ext>
            </a:extLst>
          </p:cNvPr>
          <p:cNvSpPr>
            <a:spLocks xmlns:a="http://schemas.openxmlformats.org/drawingml/2006/main" noGrp="1"/>
          </p:cNvSpPr>
          <p:nvPr/>
        </p:nvSpPr>
        <p:spPr>
          <a:xfrm xmlns:a="http://schemas.openxmlformats.org/drawingml/2006/main">
            <a:off x="685800" y="55149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문서 없음·검색 오류 → analysis</a:t>
            </a:r>
          </a:p>
        </p:txBody>
      </p:sp>
      <p:sp>
        <p:nvSpPr>
          <p:cNvPr id="16" name="">
            <a:extLst xmlns:a="http://schemas.openxmlformats.org/drawingml/2006/main">
              <a:ext uri="{FF2B5EF4-FFF2-40B4-BE49-F238E27FC236}">
                <a16:creationId xmlns:a16="http://schemas.microsoft.com/office/drawing/2014/main" id="{65AF4C44-DAB3-49C7-A73E-60C2CEF532B3}"/>
              </a:ext>
            </a:extLst>
          </p:cNvPr>
          <p:cNvSpPr>
            <a:spLocks xmlns:a="http://schemas.openxmlformats.org/drawingml/2006/main" noGrp="1"/>
          </p:cNvSpPr>
          <p:nvPr/>
        </p:nvSpPr>
        <p:spPr>
          <a:xfrm xmlns:a="http://schemas.openxmlformats.org/drawingml/2006/main">
            <a:off x="6362700" y="46958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두 번째 검사</a:t>
            </a:r>
          </a:p>
        </p:txBody>
      </p:sp>
      <p:sp>
        <p:nvSpPr>
          <p:cNvPr id="17" name="">
            <a:extLst xmlns:a="http://schemas.openxmlformats.org/drawingml/2006/main">
              <a:ext uri="{FF2B5EF4-FFF2-40B4-BE49-F238E27FC236}">
                <a16:creationId xmlns:a16="http://schemas.microsoft.com/office/drawing/2014/main" id="{E8F9A49C-3036-43CF-BCD8-52A738D5C499}"/>
              </a:ext>
            </a:extLst>
          </p:cNvPr>
          <p:cNvSpPr>
            <a:spLocks xmlns:a="http://schemas.openxmlformats.org/drawingml/2006/main" noGrp="1"/>
          </p:cNvSpPr>
          <p:nvPr/>
        </p:nvSpPr>
        <p:spPr>
          <a:xfrm xmlns:a="http://schemas.openxmlformats.org/drawingml/2006/main">
            <a:off x="6362700" y="5057775"/>
            <a:ext cx="506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더 검색하지 않고 analysis로 진행</a:t>
            </a:r>
          </a:p>
        </p:txBody>
      </p:sp>
      <p:sp>
        <p:nvSpPr>
          <p:cNvPr id="18" name="">
            <a:extLst xmlns:a="http://schemas.openxmlformats.org/drawingml/2006/main">
              <a:ext uri="{FF2B5EF4-FFF2-40B4-BE49-F238E27FC236}">
                <a16:creationId xmlns:a16="http://schemas.microsoft.com/office/drawing/2014/main" id="{8AD91BDC-31C4-42D0-8E4A-473EF4A14C32}"/>
              </a:ext>
            </a:extLst>
          </p:cNvPr>
          <p:cNvSpPr>
            <a:spLocks xmlns:a="http://schemas.openxmlformats.org/drawingml/2006/main" noGrp="1"/>
          </p:cNvSpPr>
          <p:nvPr/>
        </p:nvSpPr>
        <p:spPr>
          <a:xfrm xmlns:a="http://schemas.openxmlformats.org/drawingml/2006/main">
            <a:off x="6362700" y="5514975"/>
            <a:ext cx="506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조회 실패는 별도 기록 · 품질 검증은 validate</a:t>
            </a:r>
          </a:p>
        </p:txBody>
      </p:sp>
      <p:sp>
        <p:nvSpPr>
          <p:cNvPr id="19" name="">
            <a:extLst xmlns:a="http://schemas.openxmlformats.org/drawingml/2006/main">
              <a:ext uri="{FF2B5EF4-FFF2-40B4-BE49-F238E27FC236}">
                <a16:creationId xmlns:a16="http://schemas.microsoft.com/office/drawing/2014/main" id="{1DFD26E0-28A1-401C-A852-B3635925D223}"/>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is_sufficient = 추가 Runbook task가 없는가?  (조회 결과의 품질 합격은 아님)</a:t>
            </a:r>
          </a:p>
        </p:txBody>
      </p:sp>
      <p:sp>
        <p:nvSpPr>
          <p:cNvPr id="20" name="">
            <a:extLst xmlns:a="http://schemas.openxmlformats.org/drawingml/2006/main">
              <a:ext uri="{FF2B5EF4-FFF2-40B4-BE49-F238E27FC236}">
                <a16:creationId xmlns:a16="http://schemas.microsoft.com/office/drawing/2014/main" id="{2A1120FB-A155-4C7A-BDEA-7CC67D0CEF7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0551545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9816104-C354-4E9C-9A9D-36E6811BC33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791E6EDC-776F-461E-B3C8-CC77FD9BE3F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69C3D7DF-4E64-4CD5-99B1-FC3AEA6F69BE}"/>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EB2C02E9-9D9C-4D4E-AC71-C4A1E0CD1230}"/>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F140A987-A2B7-46E5-AE6E-FA85B39BC5C4}"/>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FE53A948-1337-4B84-9968-F15FF2097B04}"/>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2EA2C44C-62E5-4081-B529-085243D5A8E3}"/>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5D25364D-8702-41FE-B5CD-B08393FBCD16}"/>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alerts[]별 검색</a:t>
            </a:r>
          </a:p>
        </p:txBody>
      </p:sp>
      <p:sp>
        <p:nvSpPr>
          <p:cNvPr id="9" name="">
            <a:extLst xmlns:a="http://schemas.openxmlformats.org/drawingml/2006/main">
              <a:ext uri="{FF2B5EF4-FFF2-40B4-BE49-F238E27FC236}">
                <a16:creationId xmlns:a16="http://schemas.microsoft.com/office/drawing/2014/main" id="{2BF080B4-BEF1-4192-AD16-E66029CA429B}"/>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62B1E241-1750-421C-B545-97727A4989E7}"/>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2A205CB7-F8AB-4C74-811F-860F9525C63F}"/>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804AD048-C3A6-49F3-B3B2-B90EB6EF4658}"/>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670EE653-ED9C-4F2D-BE6C-11EACDA9100C}"/>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alerts[]의 각 문구 비교</a:t>
            </a:r>
          </a:p>
        </p:txBody>
      </p:sp>
      <p:sp>
        <p:nvSpPr>
          <p:cNvPr id="14" name="">
            <a:extLst xmlns:a="http://schemas.openxmlformats.org/drawingml/2006/main">
              <a:ext uri="{FF2B5EF4-FFF2-40B4-BE49-F238E27FC236}">
                <a16:creationId xmlns:a16="http://schemas.microsoft.com/office/drawing/2014/main" id="{1CA43031-D090-41A1-81CA-DA52AD1CBA65}"/>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8D667F6E-67B2-4DC1-9E62-BD12B75C677E}"/>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CB16D54C-3D03-467F-95A7-05494FD56BC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2333660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A221E65-F4D2-4D24-B31B-CD2A8ACA323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3B8F17B0-7257-4C5E-BDC6-37237BB96D7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E3651730-DB9B-4D61-B703-4A1241DF59D5}"/>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E793F42F-FCFA-4F24-8BDC-F4C9CB0339CF}"/>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8E93DA1A-496F-4E11-B65C-BFDB9E1C9230}"/>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BCC2E215-177B-43FC-B900-E97C6403AD74}"/>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D544F279-C08E-4EB7-936D-945C822B12BF}"/>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return self._embedding_search([query] + alerts[:10])</a:t>
            </a:r>
          </a:p>
        </p:txBody>
      </p:sp>
      <p:sp>
        <p:nvSpPr>
          <p:cNvPr id="8" name="">
            <a:extLst xmlns:a="http://schemas.openxmlformats.org/drawingml/2006/main">
              <a:ext uri="{FF2B5EF4-FFF2-40B4-BE49-F238E27FC236}">
                <a16:creationId xmlns:a16="http://schemas.microsoft.com/office/drawing/2014/main" id="{6A45A415-E5BF-436A-A7BC-91A86DE5EFFC}"/>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AC08AF93-065F-416F-AC2D-4D8E47B1FD73}"/>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CB99AA62-A958-45FC-BA26-D24B11AD2A48}"/>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673E82D1-EB42-4BCC-A68F-1D31638FEBCB}"/>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02760414-83C3-4A47-ACCA-6679DB2C5B49}"/>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4F6E507B-D406-4E5D-A4D3-9C7B2365E233}"/>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질문·alerts[] 문구마다 임베딩 API 호출</a:t>
            </a:r>
          </a:p>
        </p:txBody>
      </p:sp>
      <p:sp>
        <p:nvSpPr>
          <p:cNvPr id="14" name="">
            <a:extLst xmlns:a="http://schemas.openxmlformats.org/drawingml/2006/main">
              <a:ext uri="{FF2B5EF4-FFF2-40B4-BE49-F238E27FC236}">
                <a16:creationId xmlns:a16="http://schemas.microsoft.com/office/drawing/2014/main" id="{144BEBB8-886E-4F83-861E-C083A74340EC}"/>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DBBD600E-C2BA-4C31-95EC-B45512A4297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9432203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D23D6F0-5719-4147-ABC6-82AD8BA36AF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답변 검증: 형식 검사에서 근거·Judge 검사로</a:t>
            </a:r>
          </a:p>
        </p:txBody>
      </p:sp>
      <p:sp>
        <p:nvSpPr>
          <p:cNvPr id="2" name="">
            <a:extLst xmlns:a="http://schemas.openxmlformats.org/drawingml/2006/main">
              <a:ext uri="{FF2B5EF4-FFF2-40B4-BE49-F238E27FC236}">
                <a16:creationId xmlns:a16="http://schemas.microsoft.com/office/drawing/2014/main" id="{B1F16EC4-DAA5-4A2A-BADF-E2E6DE3473B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sp>
        <p:nvSpPr>
          <p:cNvPr id="3" name="">
            <a:extLst xmlns:a="http://schemas.openxmlformats.org/drawingml/2006/main">
              <a:ext uri="{FF2B5EF4-FFF2-40B4-BE49-F238E27FC236}">
                <a16:creationId xmlns:a16="http://schemas.microsoft.com/office/drawing/2014/main" id="{2B154785-4792-416A-B4D0-8D0C745773A4}"/>
              </a:ext>
            </a:extLst>
          </p:cNvPr>
          <p:cNvSpPr>
            <a:spLocks xmlns:a="http://schemas.openxmlformats.org/drawingml/2006/main" noGrp="1"/>
          </p:cNvSpPr>
          <p:nvPr/>
        </p:nvSpPr>
        <p:spPr>
          <a:xfrm xmlns:a="http://schemas.openxmlformats.org/drawingml/2006/main">
            <a:off x="666750" y="1457325"/>
            <a:ext cx="528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graph.py</a:t>
            </a:r>
          </a:p>
        </p:txBody>
      </p:sp>
      <p:sp>
        <p:nvSpPr>
          <p:cNvPr id="4" name="">
            <a:extLst xmlns:a="http://schemas.openxmlformats.org/drawingml/2006/main">
              <a:ext uri="{FF2B5EF4-FFF2-40B4-BE49-F238E27FC236}">
                <a16:creationId xmlns:a16="http://schemas.microsoft.com/office/drawing/2014/main" id="{648E56CF-BBEF-459A-84F6-512C673C1C3A}"/>
              </a:ext>
            </a:extLst>
          </p:cNvPr>
          <p:cNvSpPr>
            <a:spLocks xmlns:a="http://schemas.openxmlformats.org/drawingml/2006/main" noGrp="1"/>
          </p:cNvSpPr>
          <p:nvPr/>
        </p:nvSpPr>
        <p:spPr>
          <a:xfrm xmlns:a="http://schemas.openxmlformats.org/drawingml/2006/main">
            <a:off x="666750" y="195262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ok = len(draft) &gt;= 30 and "1)" in draft</a:t>
            </a:r>
          </a:p>
        </p:txBody>
      </p:sp>
      <p:sp>
        <p:nvSpPr>
          <p:cNvPr id="5" name="">
            <a:extLst xmlns:a="http://schemas.openxmlformats.org/drawingml/2006/main">
              <a:ext uri="{FF2B5EF4-FFF2-40B4-BE49-F238E27FC236}">
                <a16:creationId xmlns:a16="http://schemas.microsoft.com/office/drawing/2014/main" id="{4072742E-5DF1-4810-8B2B-79451824EE7F}"/>
              </a:ext>
            </a:extLst>
          </p:cNvPr>
          <p:cNvSpPr>
            <a:spLocks xmlns:a="http://schemas.openxmlformats.org/drawingml/2006/main" noGrp="1"/>
          </p:cNvSpPr>
          <p:nvPr/>
        </p:nvSpPr>
        <p:spPr>
          <a:xfrm xmlns:a="http://schemas.openxmlformats.org/drawingml/2006/main">
            <a:off x="666750" y="238125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if not ok and attempts &gt;= 3:</a:t>
            </a:r>
          </a:p>
        </p:txBody>
      </p:sp>
      <p:sp>
        <p:nvSpPr>
          <p:cNvPr id="6" name="">
            <a:extLst xmlns:a="http://schemas.openxmlformats.org/drawingml/2006/main">
              <a:ext uri="{FF2B5EF4-FFF2-40B4-BE49-F238E27FC236}">
                <a16:creationId xmlns:a16="http://schemas.microsoft.com/office/drawing/2014/main" id="{5C6ED45C-9628-4615-B19D-F83DE7A652D7}"/>
              </a:ext>
            </a:extLst>
          </p:cNvPr>
          <p:cNvSpPr>
            <a:spLocks xmlns:a="http://schemas.openxmlformats.org/drawingml/2006/main" noGrp="1"/>
          </p:cNvSpPr>
          <p:nvPr/>
        </p:nvSpPr>
        <p:spPr>
          <a:xfrm xmlns:a="http://schemas.openxmlformats.org/drawingml/2006/main">
            <a:off x="666750" y="280987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ok = True  # 강제 통과</a:t>
            </a:r>
          </a:p>
        </p:txBody>
      </p:sp>
      <p:sp>
        <p:nvSpPr>
          <p:cNvPr id="7" name="">
            <a:extLst xmlns:a="http://schemas.openxmlformats.org/drawingml/2006/main">
              <a:ext uri="{FF2B5EF4-FFF2-40B4-BE49-F238E27FC236}">
                <a16:creationId xmlns:a16="http://schemas.microsoft.com/office/drawing/2014/main" id="{E9B57ACF-02F2-4740-8645-F33B336C71F3}"/>
              </a:ext>
            </a:extLst>
          </p:cNvPr>
          <p:cNvSpPr>
            <a:spLocks xmlns:a="http://schemas.openxmlformats.org/drawingml/2006/main" noGrp="1"/>
          </p:cNvSpPr>
          <p:nvPr/>
        </p:nvSpPr>
        <p:spPr>
          <a:xfrm xmlns:a="http://schemas.openxmlformats.org/drawingml/2006/main">
            <a:off x="666750" y="323850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{"final": state["draft"]}</a:t>
            </a:r>
          </a:p>
        </p:txBody>
      </p:sp>
      <p:sp>
        <p:nvSpPr>
          <p:cNvPr id="8" name="">
            <a:extLst xmlns:a="http://schemas.openxmlformats.org/drawingml/2006/main">
              <a:ext uri="{FF2B5EF4-FFF2-40B4-BE49-F238E27FC236}">
                <a16:creationId xmlns:a16="http://schemas.microsoft.com/office/drawing/2014/main" id="{56EB064D-92BE-470C-88FD-0519982F2696}"/>
              </a:ext>
            </a:extLst>
          </p:cNvPr>
          <p:cNvSpPr>
            <a:spLocks xmlns:a="http://schemas.openxmlformats.org/drawingml/2006/main" noGrp="1"/>
          </p:cNvSpPr>
          <p:nvPr/>
        </p:nvSpPr>
        <p:spPr>
          <a:xfrm xmlns:a="http://schemas.openxmlformats.org/drawingml/2006/main">
            <a:off x="666750" y="3952875"/>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형식만 맞으면 근거 오류를 놓칠 수 있음</a:t>
            </a:r>
          </a:p>
        </p:txBody>
      </p:sp>
      <p:sp>
        <p:nvSpPr>
          <p:cNvPr id="9" name="">
            <a:extLst xmlns:a="http://schemas.openxmlformats.org/drawingml/2006/main">
              <a:ext uri="{FF2B5EF4-FFF2-40B4-BE49-F238E27FC236}">
                <a16:creationId xmlns:a16="http://schemas.microsoft.com/office/drawing/2014/main" id="{BF083995-B692-4577-87FB-DAE47AB70F28}"/>
              </a:ext>
            </a:extLst>
          </p:cNvPr>
          <p:cNvSpPr>
            <a:spLocks xmlns:a="http://schemas.openxmlformats.org/drawingml/2006/main" noGrp="1"/>
          </p:cNvSpPr>
          <p:nvPr/>
        </p:nvSpPr>
        <p:spPr>
          <a:xfrm xmlns:a="http://schemas.openxmlformats.org/drawingml/2006/main">
            <a:off x="6381750" y="14573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answer_validation.py</a:t>
            </a:r>
          </a:p>
        </p:txBody>
      </p:sp>
      <p:sp>
        <p:nvSpPr>
          <p:cNvPr id="10" name="">
            <a:extLst xmlns:a="http://schemas.openxmlformats.org/drawingml/2006/main">
              <a:ext uri="{FF2B5EF4-FFF2-40B4-BE49-F238E27FC236}">
                <a16:creationId xmlns:a16="http://schemas.microsoft.com/office/drawing/2014/main" id="{9C678B41-DAC8-47BB-8CBB-090BECFEC4A6}"/>
              </a:ext>
            </a:extLst>
          </p:cNvPr>
          <p:cNvSpPr>
            <a:spLocks xmlns:a="http://schemas.openxmlformats.org/drawingml/2006/main" noGrp="1"/>
          </p:cNvSpPr>
          <p:nvPr/>
        </p:nvSpPr>
        <p:spPr>
          <a:xfrm xmlns:a="http://schemas.openxmlformats.org/drawingml/2006/main">
            <a:off x="6381750" y="195262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rules = grounded_issues(draft, evidence)</a:t>
            </a:r>
          </a:p>
        </p:txBody>
      </p:sp>
      <p:sp>
        <p:nvSpPr>
          <p:cNvPr id="11" name="">
            <a:extLst xmlns:a="http://schemas.openxmlformats.org/drawingml/2006/main">
              <a:ext uri="{FF2B5EF4-FFF2-40B4-BE49-F238E27FC236}">
                <a16:creationId xmlns:a16="http://schemas.microsoft.com/office/drawing/2014/main" id="{DB8A3797-D46D-4D29-B53E-A7BE5231111B}"/>
              </a:ext>
            </a:extLst>
          </p:cNvPr>
          <p:cNvSpPr>
            <a:spLocks xmlns:a="http://schemas.openxmlformats.org/drawingml/2006/main" noGrp="1"/>
          </p:cNvSpPr>
          <p:nvPr/>
        </p:nvSpPr>
        <p:spPr>
          <a:xfrm xmlns:a="http://schemas.openxmlformats.org/drawingml/2006/main">
            <a:off x="6381750" y="238125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decision, usage = judge.judge(draft, evidence)</a:t>
            </a:r>
          </a:p>
        </p:txBody>
      </p:sp>
      <p:sp>
        <p:nvSpPr>
          <p:cNvPr id="12" name="">
            <a:extLst xmlns:a="http://schemas.openxmlformats.org/drawingml/2006/main">
              <a:ext uri="{FF2B5EF4-FFF2-40B4-BE49-F238E27FC236}">
                <a16:creationId xmlns:a16="http://schemas.microsoft.com/office/drawing/2014/main" id="{5FAF94E9-185E-4B3A-A614-4A7742EF44DF}"/>
              </a:ext>
            </a:extLst>
          </p:cNvPr>
          <p:cNvSpPr>
            <a:spLocks xmlns:a="http://schemas.openxmlformats.org/drawingml/2006/main" noGrp="1"/>
          </p:cNvSpPr>
          <p:nvPr/>
        </p:nvSpPr>
        <p:spPr>
          <a:xfrm xmlns:a="http://schemas.openxmlformats.org/drawingml/2006/main">
            <a:off x="6381750" y="280987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issues = list(dict.fromkeys(rules + judge_issues))</a:t>
            </a:r>
          </a:p>
        </p:txBody>
      </p:sp>
      <p:sp>
        <p:nvSpPr>
          <p:cNvPr id="13" name="">
            <a:extLst xmlns:a="http://schemas.openxmlformats.org/drawingml/2006/main">
              <a:ext uri="{FF2B5EF4-FFF2-40B4-BE49-F238E27FC236}">
                <a16:creationId xmlns:a16="http://schemas.microsoft.com/office/drawing/2014/main" id="{CD2E4B54-B3CE-43D1-A45C-04DA1CFEF7D1}"/>
              </a:ext>
            </a:extLst>
          </p:cNvPr>
          <p:cNvSpPr>
            <a:spLocks xmlns:a="http://schemas.openxmlformats.org/drawingml/2006/main" noGrp="1"/>
          </p:cNvSpPr>
          <p:nvPr/>
        </p:nvSpPr>
        <p:spPr>
          <a:xfrm xmlns:a="http://schemas.openxmlformats.org/drawingml/2006/main">
            <a:off x="6381750" y="323850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{"passed": not issues, ...}, usage</a:t>
            </a:r>
          </a:p>
        </p:txBody>
      </p:sp>
      <p:sp>
        <p:nvSpPr>
          <p:cNvPr id="14" name="">
            <a:extLst xmlns:a="http://schemas.openxmlformats.org/drawingml/2006/main">
              <a:ext uri="{FF2B5EF4-FFF2-40B4-BE49-F238E27FC236}">
                <a16:creationId xmlns:a16="http://schemas.microsoft.com/office/drawing/2014/main" id="{92BC50F4-8DB3-4510-8F12-7A6F76325C15}"/>
              </a:ext>
            </a:extLst>
          </p:cNvPr>
          <p:cNvSpPr>
            <a:spLocks xmlns:a="http://schemas.openxmlformats.org/drawingml/2006/main" noGrp="1"/>
          </p:cNvSpPr>
          <p:nvPr/>
        </p:nvSpPr>
        <p:spPr>
          <a:xfrm xmlns:a="http://schemas.openxmlformats.org/drawingml/2006/main">
            <a:off x="6381750" y="3952875"/>
            <a:ext cx="5172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Apple SD Gothic Neo"/>
                <a:ea typeface="Apple SD Gothic Neo"/>
                <a:cs typeface="Apple SD Gothic Neo"/>
              </a:defRPr>
            </a:defPPr>
            <a:lvl1pPr algn="l">
              <a:defRPr sz="1500" b="1">
                <a:solidFill>
                  <a:srgbClr val="B4232D"/>
                </a:solidFill>
                <a:latin typeface="Apple SD Gothic Neo"/>
                <a:ea typeface="Apple SD Gothic Neo"/>
                <a:cs typeface="Apple SD Gothic Neo"/>
              </a:defRPr>
            </a:lvl1pPr>
            <a:lvl2pPr algn="l">
              <a:defRPr sz="1500" b="1">
                <a:solidFill>
                  <a:srgbClr val="B4232D"/>
                </a:solidFill>
                <a:latin typeface="Apple SD Gothic Neo"/>
                <a:ea typeface="Apple SD Gothic Neo"/>
                <a:cs typeface="Apple SD Gothic Neo"/>
              </a:defRPr>
            </a:lvl2pPr>
            <a:lvl3pPr algn="l">
              <a:defRPr sz="1500" b="1">
                <a:solidFill>
                  <a:srgbClr val="B4232D"/>
                </a:solidFill>
                <a:latin typeface="Apple SD Gothic Neo"/>
                <a:ea typeface="Apple SD Gothic Neo"/>
                <a:cs typeface="Apple SD Gothic Neo"/>
              </a:defRPr>
            </a:lvl3pPr>
            <a:lvl4pPr algn="l">
              <a:defRPr sz="1500" b="1">
                <a:solidFill>
                  <a:srgbClr val="B4232D"/>
                </a:solidFill>
                <a:latin typeface="Apple SD Gothic Neo"/>
                <a:ea typeface="Apple SD Gothic Neo"/>
                <a:cs typeface="Apple SD Gothic Neo"/>
              </a:defRPr>
            </a:lvl4pPr>
            <a:lvl5pPr algn="l">
              <a:defRPr sz="1500" b="1">
                <a:solidFill>
                  <a:srgbClr val="B4232D"/>
                </a:solidFill>
                <a:latin typeface="Apple SD Gothic Neo"/>
                <a:ea typeface="Apple SD Gothic Neo"/>
                <a:cs typeface="Apple SD Gothic Neo"/>
              </a:defRPr>
            </a:lvl5pPr>
            <a:lvl6pPr algn="l">
              <a:defRPr sz="1500" b="1">
                <a:solidFill>
                  <a:srgbClr val="B4232D"/>
                </a:solidFill>
                <a:latin typeface="Apple SD Gothic Neo"/>
                <a:ea typeface="Apple SD Gothic Neo"/>
                <a:cs typeface="Apple SD Gothic Neo"/>
              </a:defRPr>
            </a:lvl6pPr>
            <a:lvl7pPr algn="l">
              <a:defRPr sz="1500" b="1">
                <a:solidFill>
                  <a:srgbClr val="B4232D"/>
                </a:solidFill>
                <a:latin typeface="Apple SD Gothic Neo"/>
                <a:ea typeface="Apple SD Gothic Neo"/>
                <a:cs typeface="Apple SD Gothic Neo"/>
              </a:defRPr>
            </a:lvl7pPr>
            <a:lvl8pPr algn="l">
              <a:defRPr sz="1500" b="1">
                <a:solidFill>
                  <a:srgbClr val="B4232D"/>
                </a:solidFill>
                <a:latin typeface="Apple SD Gothic Neo"/>
                <a:ea typeface="Apple SD Gothic Neo"/>
                <a:cs typeface="Apple SD Gothic Neo"/>
              </a:defRPr>
            </a:lvl8pPr>
            <a:lvl9pPr algn="l">
              <a:defRPr sz="1500" b="1">
                <a:solidFill>
                  <a:srgbClr val="B4232D"/>
                </a:solidFill>
                <a:latin typeface="Apple SD Gothic Neo"/>
                <a:ea typeface="Apple SD Gothic Neo"/>
                <a:cs typeface="Apple SD Gothic Neo"/>
              </a:defRPr>
            </a:lvl9pPr>
          </a:lstStyle>
          <a:p xmlns:a="http://schemas.openxmlformats.org/drawingml/2006/main">
            <a:pPr algn="l">
              <a:defRPr sz="1500" b="1">
                <a:solidFill>
                  <a:srgbClr val="B4232D"/>
                </a:solidFill>
                <a:latin typeface="Apple SD Gothic Neo"/>
                <a:ea typeface="Apple SD Gothic Neo"/>
                <a:cs typeface="Apple SD Gothic Neo"/>
              </a:defRPr>
            </a:pPr>
            <a:r>
              <a:rPr sz="1500" b="1">
                <a:solidFill>
                  <a:srgbClr val="B4232D"/>
                </a:solidFill>
                <a:latin typeface="Apple SD Gothic Neo"/>
                <a:ea typeface="Apple SD Gothic Neo"/>
                <a:cs typeface="Apple SD Gothic Neo"/>
              </a:rPr>
              <a:t>3회 미통과 → unverified_fallback(evidence, ...)</a:t>
            </a:r>
          </a:p>
        </p:txBody>
      </p:sp>
      <p:sp>
        <p:nvSpPr>
          <p:cNvPr id="15" name="">
            <a:extLst xmlns:a="http://schemas.openxmlformats.org/drawingml/2006/main">
              <a:ext uri="{FF2B5EF4-FFF2-40B4-BE49-F238E27FC236}">
                <a16:creationId xmlns:a16="http://schemas.microsoft.com/office/drawing/2014/main" id="{F3E126DB-193E-42DB-BFE0-DDE1C69A8D85}"/>
              </a:ext>
            </a:extLst>
          </p:cNvPr>
          <p:cNvSpPr>
            <a:spLocks xmlns:a="http://schemas.openxmlformats.org/drawingml/2006/main" noGrp="1"/>
          </p:cNvSpPr>
          <p:nvPr/>
        </p:nvSpPr>
        <p:spPr>
          <a:xfrm xmlns:a="http://schemas.openxmlformats.org/drawingml/2006/main">
            <a:off x="666750" y="49911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Judge의 정체</a:t>
            </a:r>
          </a:p>
        </p:txBody>
      </p:sp>
      <p:sp>
        <p:nvSpPr>
          <p:cNvPr id="16" name="">
            <a:extLst xmlns:a="http://schemas.openxmlformats.org/drawingml/2006/main">
              <a:ext uri="{FF2B5EF4-FFF2-40B4-BE49-F238E27FC236}">
                <a16:creationId xmlns:a16="http://schemas.microsoft.com/office/drawing/2014/main" id="{40C6F46A-AEF2-436C-99BB-EBD8A0003F55}"/>
              </a:ext>
            </a:extLst>
          </p:cNvPr>
          <p:cNvSpPr>
            <a:spLocks xmlns:a="http://schemas.openxmlformats.org/drawingml/2006/main" noGrp="1"/>
          </p:cNvSpPr>
          <p:nvPr/>
        </p:nvSpPr>
        <p:spPr>
          <a:xfrm xmlns:a="http://schemas.openxmlformats.org/drawingml/2006/main">
            <a:off x="666750" y="53911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3151A"/>
                </a:solidFill>
                <a:latin typeface="Apple SD Gothic Neo"/>
                <a:ea typeface="Apple SD Gothic Neo"/>
                <a:cs typeface="Apple SD Gothic Neo"/>
              </a:defRPr>
            </a:defPPr>
            <a:lvl1pPr algn="l">
              <a:defRPr sz="1650" b="1">
                <a:solidFill>
                  <a:srgbClr val="13151A"/>
                </a:solidFill>
                <a:latin typeface="Apple SD Gothic Neo"/>
                <a:ea typeface="Apple SD Gothic Neo"/>
                <a:cs typeface="Apple SD Gothic Neo"/>
              </a:defRPr>
            </a:lvl1pPr>
            <a:lvl2pPr algn="l">
              <a:defRPr sz="1650" b="1">
                <a:solidFill>
                  <a:srgbClr val="13151A"/>
                </a:solidFill>
                <a:latin typeface="Apple SD Gothic Neo"/>
                <a:ea typeface="Apple SD Gothic Neo"/>
                <a:cs typeface="Apple SD Gothic Neo"/>
              </a:defRPr>
            </a:lvl2pPr>
            <a:lvl3pPr algn="l">
              <a:defRPr sz="1650" b="1">
                <a:solidFill>
                  <a:srgbClr val="13151A"/>
                </a:solidFill>
                <a:latin typeface="Apple SD Gothic Neo"/>
                <a:ea typeface="Apple SD Gothic Neo"/>
                <a:cs typeface="Apple SD Gothic Neo"/>
              </a:defRPr>
            </a:lvl3pPr>
            <a:lvl4pPr algn="l">
              <a:defRPr sz="1650" b="1">
                <a:solidFill>
                  <a:srgbClr val="13151A"/>
                </a:solidFill>
                <a:latin typeface="Apple SD Gothic Neo"/>
                <a:ea typeface="Apple SD Gothic Neo"/>
                <a:cs typeface="Apple SD Gothic Neo"/>
              </a:defRPr>
            </a:lvl4pPr>
            <a:lvl5pPr algn="l">
              <a:defRPr sz="1650" b="1">
                <a:solidFill>
                  <a:srgbClr val="13151A"/>
                </a:solidFill>
                <a:latin typeface="Apple SD Gothic Neo"/>
                <a:ea typeface="Apple SD Gothic Neo"/>
                <a:cs typeface="Apple SD Gothic Neo"/>
              </a:defRPr>
            </a:lvl5pPr>
            <a:lvl6pPr algn="l">
              <a:defRPr sz="1650" b="1">
                <a:solidFill>
                  <a:srgbClr val="13151A"/>
                </a:solidFill>
                <a:latin typeface="Apple SD Gothic Neo"/>
                <a:ea typeface="Apple SD Gothic Neo"/>
                <a:cs typeface="Apple SD Gothic Neo"/>
              </a:defRPr>
            </a:lvl6pPr>
            <a:lvl7pPr algn="l">
              <a:defRPr sz="1650" b="1">
                <a:solidFill>
                  <a:srgbClr val="13151A"/>
                </a:solidFill>
                <a:latin typeface="Apple SD Gothic Neo"/>
                <a:ea typeface="Apple SD Gothic Neo"/>
                <a:cs typeface="Apple SD Gothic Neo"/>
              </a:defRPr>
            </a:lvl7pPr>
            <a:lvl8pPr algn="l">
              <a:defRPr sz="1650" b="1">
                <a:solidFill>
                  <a:srgbClr val="13151A"/>
                </a:solidFill>
                <a:latin typeface="Apple SD Gothic Neo"/>
                <a:ea typeface="Apple SD Gothic Neo"/>
                <a:cs typeface="Apple SD Gothic Neo"/>
              </a:defRPr>
            </a:lvl8pPr>
            <a:lvl9pPr algn="l">
              <a:defRPr sz="1650" b="1">
                <a:solidFill>
                  <a:srgbClr val="13151A"/>
                </a:solidFill>
                <a:latin typeface="Apple SD Gothic Neo"/>
                <a:ea typeface="Apple SD Gothic Neo"/>
                <a:cs typeface="Apple SD Gothic Neo"/>
              </a:defRPr>
            </a:lvl9pPr>
          </a:lstStyle>
          <a:p xmlns:a="http://schemas.openxmlformats.org/drawingml/2006/main">
            <a:pPr algn="l">
              <a:defRPr sz="1650" b="1">
                <a:solidFill>
                  <a:srgbClr val="13151A"/>
                </a:solidFill>
                <a:latin typeface="Apple SD Gothic Neo"/>
                <a:ea typeface="Apple SD Gothic Neo"/>
                <a:cs typeface="Apple SD Gothic Neo"/>
              </a:defRPr>
            </a:pPr>
            <a:r>
              <a:rPr sz="1650" b="1">
                <a:solidFill>
                  <a:srgbClr val="13151A"/>
                </a:solidFill>
                <a:latin typeface="Apple SD Gothic Neo"/>
                <a:ea typeface="Apple SD Gothic Neo"/>
                <a:cs typeface="Apple SD Gothic Neo"/>
              </a:rPr>
              <a:t>OpenAI·Ollama: LLM-as-a-Judge (작성과 별도 호출, 같은 quality_llm)</a:t>
            </a:r>
          </a:p>
        </p:txBody>
      </p:sp>
      <p:sp>
        <p:nvSpPr>
          <p:cNvPr id="17" name="">
            <a:extLst xmlns:a="http://schemas.openxmlformats.org/drawingml/2006/main">
              <a:ext uri="{FF2B5EF4-FFF2-40B4-BE49-F238E27FC236}">
                <a16:creationId xmlns:a16="http://schemas.microsoft.com/office/drawing/2014/main" id="{6DF4861C-5301-4385-89EE-022922F4A276}"/>
              </a:ext>
            </a:extLst>
          </p:cNvPr>
          <p:cNvSpPr>
            <a:spLocks xmlns:a="http://schemas.openxmlformats.org/drawingml/2006/main" noGrp="1"/>
          </p:cNvSpPr>
          <p:nvPr/>
        </p:nvSpPr>
        <p:spPr>
          <a:xfrm xmlns:a="http://schemas.openxmlformats.org/drawingml/2006/main">
            <a:off x="666750" y="5800725"/>
            <a:ext cx="10715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시연용 고정 모드: LLM 없이 규칙으로 판정하는 테스트 대역</a:t>
            </a:r>
          </a:p>
        </p:txBody>
      </p:sp>
      <p:sp>
        <p:nvSpPr>
          <p:cNvPr id="18" name="">
            <a:extLst xmlns:a="http://schemas.openxmlformats.org/drawingml/2006/main">
              <a:ext uri="{FF2B5EF4-FFF2-40B4-BE49-F238E27FC236}">
                <a16:creationId xmlns:a16="http://schemas.microsoft.com/office/drawing/2014/main" id="{0E1F8D5D-2D47-4E5A-A1D8-65A7E2C800F4}"/>
              </a:ext>
            </a:extLst>
          </p:cNvPr>
          <p:cNvSpPr>
            <a:spLocks xmlns:a="http://schemas.openxmlformats.org/drawingml/2006/main" noGrp="1"/>
          </p:cNvSpPr>
          <p:nvPr/>
        </p:nvSpPr>
        <p:spPr>
          <a:xfrm xmlns:a="http://schemas.openxmlformats.org/drawingml/2006/main">
            <a:off x="666750" y="6257925"/>
            <a:ext cx="933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근거 검사 + Judge가 모두 통과해야 합격</a:t>
            </a:r>
          </a:p>
        </p:txBody>
      </p:sp>
      <p:sp>
        <p:nvSpPr>
          <p:cNvPr id="19" name="">
            <a:extLst xmlns:a="http://schemas.openxmlformats.org/drawingml/2006/main">
              <a:ext uri="{FF2B5EF4-FFF2-40B4-BE49-F238E27FC236}">
                <a16:creationId xmlns:a16="http://schemas.microsoft.com/office/drawing/2014/main" id="{2E3779C1-9903-48E8-A7E7-A679FEF9870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12217849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6C6410-2236-4BB7-967A-30E1A3D915C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조회 실패: 전체 중단에서 성공 결과 보존으로</a:t>
            </a:r>
          </a:p>
        </p:txBody>
      </p:sp>
      <p:sp>
        <p:nvSpPr>
          <p:cNvPr id="2" name="">
            <a:extLst xmlns:a="http://schemas.openxmlformats.org/drawingml/2006/main">
              <a:ext uri="{FF2B5EF4-FFF2-40B4-BE49-F238E27FC236}">
                <a16:creationId xmlns:a16="http://schemas.microsoft.com/office/drawing/2014/main" id="{D9EB957C-62E9-45C0-9B32-3202BB07F6D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E4737ECF-B16D-4373-A435-E04EB273A985}"/>
              </a:ext>
            </a:extLst>
          </p:cNvPr>
          <p:cNvSpPr>
            <a:spLocks xmlns:a="http://schemas.openxmlformats.org/drawingml/2006/main" noGrp="1"/>
          </p:cNvSpPr>
          <p:nvPr/>
        </p:nvSpPr>
        <p:spPr>
          <a:xfrm xmlns:a="http://schemas.openxmlformats.org/drawingml/2006/main">
            <a:off x="666750" y="1447800"/>
            <a:ext cx="5353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research 전체 중단</a:t>
            </a:r>
          </a:p>
        </p:txBody>
      </p:sp>
      <p:sp>
        <p:nvSpPr>
          <p:cNvPr id="4" name="">
            <a:extLst xmlns:a="http://schemas.openxmlformats.org/drawingml/2006/main">
              <a:ext uri="{FF2B5EF4-FFF2-40B4-BE49-F238E27FC236}">
                <a16:creationId xmlns:a16="http://schemas.microsoft.com/office/drawing/2014/main" id="{01BE3637-33E2-43FC-9CAC-6B82B9A7312D}"/>
              </a:ext>
            </a:extLst>
          </p:cNvPr>
          <p:cNvSpPr>
            <a:spLocks xmlns:a="http://schemas.openxmlformats.org/drawingml/2006/main" noGrp="1"/>
          </p:cNvSpPr>
          <p:nvPr/>
        </p:nvSpPr>
        <p:spPr>
          <a:xfrm xmlns:a="http://schemas.openxmlformats.org/drawingml/2006/main">
            <a:off x="666750" y="180975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results = await asyncio.gather(</a:t>
            </a:r>
          </a:p>
        </p:txBody>
      </p:sp>
      <p:sp>
        <p:nvSpPr>
          <p:cNvPr id="5" name="">
            <a:extLst xmlns:a="http://schemas.openxmlformats.org/drawingml/2006/main">
              <a:ext uri="{FF2B5EF4-FFF2-40B4-BE49-F238E27FC236}">
                <a16:creationId xmlns:a16="http://schemas.microsoft.com/office/drawing/2014/main" id="{38049F7C-B5B7-4C85-9A59-364E24971DF6}"/>
              </a:ext>
            </a:extLst>
          </p:cNvPr>
          <p:cNvSpPr>
            <a:spLocks xmlns:a="http://schemas.openxmlformats.org/drawingml/2006/main" noGrp="1"/>
          </p:cNvSpPr>
          <p:nvPr/>
        </p:nvSpPr>
        <p:spPr>
          <a:xfrm xmlns:a="http://schemas.openxmlformats.org/drawingml/2006/main">
            <a:off x="666750" y="217170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*(run_one(i) for i in research_indices))</a:t>
            </a:r>
          </a:p>
        </p:txBody>
      </p:sp>
      <p:sp>
        <p:nvSpPr>
          <p:cNvPr id="6" name="">
            <a:extLst xmlns:a="http://schemas.openxmlformats.org/drawingml/2006/main">
              <a:ext uri="{FF2B5EF4-FFF2-40B4-BE49-F238E27FC236}">
                <a16:creationId xmlns:a16="http://schemas.microsoft.com/office/drawing/2014/main" id="{DF7FEAB9-D83E-4142-966F-89AFF8C7FD57}"/>
              </a:ext>
            </a:extLst>
          </p:cNvPr>
          <p:cNvSpPr>
            <a:spLocks xmlns:a="http://schemas.openxmlformats.org/drawingml/2006/main" noGrp="1"/>
          </p:cNvSpPr>
          <p:nvPr/>
        </p:nvSpPr>
        <p:spPr>
          <a:xfrm xmlns:a="http://schemas.openxmlformats.org/drawingml/2006/main">
            <a:off x="666750" y="2752725"/>
            <a:ext cx="55721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한 조회가 예외를 던지면 결과 처리 루프에 못 감</a:t>
            </a:r>
          </a:p>
        </p:txBody>
      </p:sp>
      <p:sp>
        <p:nvSpPr>
          <p:cNvPr id="7" name="">
            <a:extLst xmlns:a="http://schemas.openxmlformats.org/drawingml/2006/main">
              <a:ext uri="{FF2B5EF4-FFF2-40B4-BE49-F238E27FC236}">
                <a16:creationId xmlns:a16="http://schemas.microsoft.com/office/drawing/2014/main" id="{509BEB09-E3CE-481B-83BE-8BE7F23632FD}"/>
              </a:ext>
            </a:extLst>
          </p:cNvPr>
          <p:cNvSpPr>
            <a:spLocks xmlns:a="http://schemas.openxmlformats.org/drawingml/2006/main" noGrp="1"/>
          </p:cNvSpPr>
          <p:nvPr/>
        </p:nvSpPr>
        <p:spPr>
          <a:xfrm xmlns:a="http://schemas.openxmlformats.org/drawingml/2006/main">
            <a:off x="666750" y="343852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task별 성공·실패 반환</a:t>
            </a:r>
          </a:p>
        </p:txBody>
      </p:sp>
      <p:sp>
        <p:nvSpPr>
          <p:cNvPr id="8" name="">
            <a:extLst xmlns:a="http://schemas.openxmlformats.org/drawingml/2006/main">
              <a:ext uri="{FF2B5EF4-FFF2-40B4-BE49-F238E27FC236}">
                <a16:creationId xmlns:a16="http://schemas.microsoft.com/office/drawing/2014/main" id="{64D323D1-B701-498B-9287-73FB4E1E38B4}"/>
              </a:ext>
            </a:extLst>
          </p:cNvPr>
          <p:cNvSpPr>
            <a:spLocks xmlns:a="http://schemas.openxmlformats.org/drawingml/2006/main" noGrp="1"/>
          </p:cNvSpPr>
          <p:nvPr/>
        </p:nvSpPr>
        <p:spPr>
          <a:xfrm xmlns:a="http://schemas.openxmlformats.org/drawingml/2006/main">
            <a:off x="666750" y="37909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except Exception as exc:</a:t>
            </a:r>
          </a:p>
        </p:txBody>
      </p:sp>
      <p:sp>
        <p:nvSpPr>
          <p:cNvPr id="9" name="">
            <a:extLst xmlns:a="http://schemas.openxmlformats.org/drawingml/2006/main">
              <a:ext uri="{FF2B5EF4-FFF2-40B4-BE49-F238E27FC236}">
                <a16:creationId xmlns:a16="http://schemas.microsoft.com/office/drawing/2014/main" id="{F76EE209-5FE0-4A0A-8D1F-9FA32F09259F}"/>
              </a:ext>
            </a:extLst>
          </p:cNvPr>
          <p:cNvSpPr>
            <a:spLocks xmlns:a="http://schemas.openxmlformats.org/drawingml/2006/main" noGrp="1"/>
          </p:cNvSpPr>
          <p:nvPr/>
        </p:nvSpPr>
        <p:spPr>
          <a:xfrm xmlns:a="http://schemas.openxmlformats.org/drawingml/2006/main">
            <a:off x="666750" y="41148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return {"ok": False, "error": str(exc), ...}</a:t>
            </a:r>
          </a:p>
        </p:txBody>
      </p:sp>
      <p:sp>
        <p:nvSpPr>
          <p:cNvPr id="10" name="">
            <a:extLst xmlns:a="http://schemas.openxmlformats.org/drawingml/2006/main">
              <a:ext uri="{FF2B5EF4-FFF2-40B4-BE49-F238E27FC236}">
                <a16:creationId xmlns:a16="http://schemas.microsoft.com/office/drawing/2014/main" id="{D4E0D96F-EA7D-457D-8F3D-6166EBC18D2A}"/>
              </a:ext>
            </a:extLst>
          </p:cNvPr>
          <p:cNvSpPr>
            <a:spLocks xmlns:a="http://schemas.openxmlformats.org/drawingml/2006/main" noGrp="1"/>
          </p:cNvSpPr>
          <p:nvPr/>
        </p:nvSpPr>
        <p:spPr>
          <a:xfrm xmlns:a="http://schemas.openxmlformats.org/drawingml/2006/main">
            <a:off x="666750" y="44386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r["ok"]:</a:t>
            </a:r>
          </a:p>
        </p:txBody>
      </p:sp>
      <p:sp>
        <p:nvSpPr>
          <p:cNvPr id="11" name="">
            <a:extLst xmlns:a="http://schemas.openxmlformats.org/drawingml/2006/main">
              <a:ext uri="{FF2B5EF4-FFF2-40B4-BE49-F238E27FC236}">
                <a16:creationId xmlns:a16="http://schemas.microsoft.com/office/drawing/2014/main" id="{BCC29B88-863F-4AB8-8533-9B781090C354}"/>
              </a:ext>
            </a:extLst>
          </p:cNvPr>
          <p:cNvSpPr>
            <a:spLocks xmlns:a="http://schemas.openxmlformats.org/drawingml/2006/main" noGrp="1"/>
          </p:cNvSpPr>
          <p:nvPr/>
        </p:nvSpPr>
        <p:spPr>
          <a:xfrm xmlns:a="http://schemas.openxmlformats.org/drawingml/2006/main">
            <a:off x="666750" y="4762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collected.append(item)</a:t>
            </a:r>
          </a:p>
        </p:txBody>
      </p:sp>
      <p:sp>
        <p:nvSpPr>
          <p:cNvPr id="12" name="">
            <a:extLst xmlns:a="http://schemas.openxmlformats.org/drawingml/2006/main">
              <a:ext uri="{FF2B5EF4-FFF2-40B4-BE49-F238E27FC236}">
                <a16:creationId xmlns:a16="http://schemas.microsoft.com/office/drawing/2014/main" id="{0AE5DADD-6AD0-4AA6-9A39-B9D68E338338}"/>
              </a:ext>
            </a:extLst>
          </p:cNvPr>
          <p:cNvSpPr>
            <a:spLocks xmlns:a="http://schemas.openxmlformats.org/drawingml/2006/main" noGrp="1"/>
          </p:cNvSpPr>
          <p:nvPr/>
        </p:nvSpPr>
        <p:spPr>
          <a:xfrm xmlns:a="http://schemas.openxmlformats.org/drawingml/2006/main">
            <a:off x="666750" y="50863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else:</a:t>
            </a:r>
          </a:p>
        </p:txBody>
      </p:sp>
      <p:sp>
        <p:nvSpPr>
          <p:cNvPr id="13" name="">
            <a:extLst xmlns:a="http://schemas.openxmlformats.org/drawingml/2006/main">
              <a:ext uri="{FF2B5EF4-FFF2-40B4-BE49-F238E27FC236}">
                <a16:creationId xmlns:a16="http://schemas.microsoft.com/office/drawing/2014/main" id="{816CB50D-F544-421B-B6BD-16C785063836}"/>
              </a:ext>
            </a:extLst>
          </p:cNvPr>
          <p:cNvSpPr>
            <a:spLocks xmlns:a="http://schemas.openxmlformats.org/drawingml/2006/main" noGrp="1"/>
          </p:cNvSpPr>
          <p:nvPr/>
        </p:nvSpPr>
        <p:spPr>
          <a:xfrm xmlns:a="http://schemas.openxmlformats.org/drawingml/2006/main">
            <a:off x="666750" y="54102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task["error"] = r["error"]</a:t>
            </a:r>
          </a:p>
        </p:txBody>
      </p:sp>
      <p:pic>
        <p:nvPicPr>
          <p:cNvPr id="14" name="">
            <a:extLst xmlns:a="http://schemas.openxmlformats.org/drawingml/2006/main">
              <a:ext uri="{FF2B5EF4-FFF2-40B4-BE49-F238E27FC236}">
                <a16:creationId xmlns:a16="http://schemas.microsoft.com/office/drawing/2014/main" id="{FBAA98A5-092A-4F29-AFA2-71472BB23E8D}"/>
              </a:ext>
            </a:extLst>
          </p:cNvPr>
          <p:cNvPicPr>
            <a:picLocks xmlns:a="http://schemas.openxmlformats.org/drawingml/2006/main" noChangeAspect="1"/>
          </p:cNvPicPr>
          <p:nvPr/>
        </p:nvPicPr>
        <p:blipFill>
          <a:blip xmlns:r="http://schemas.openxmlformats.org/officeDocument/2006/relationships" xmlns:a="http://schemas.openxmlformats.org/drawingml/2006/main" r:embed="R2ea7214c047148e1"/>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56FBDA3-2CB9-48C6-A1E6-4E125B871E3E}"/>
              </a:ext>
            </a:extLst>
          </p:cNvPr>
          <p:cNvSpPr>
            <a:spLocks xmlns:a="http://schemas.openxmlformats.org/drawingml/2006/main" noGrp="1"/>
          </p:cNvSpPr>
          <p:nvPr/>
        </p:nvSpPr>
        <p:spPr>
          <a:xfrm xmlns:a="http://schemas.openxmlformats.org/drawingml/2006/main">
            <a:off x="666750" y="6238875"/>
            <a:ext cx="1071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gateway 성공 결과 유지 · payments 실패는 진단 한계에 명시</a:t>
            </a:r>
          </a:p>
        </p:txBody>
      </p:sp>
      <p:sp>
        <p:nvSpPr>
          <p:cNvPr id="16" name="">
            <a:extLst xmlns:a="http://schemas.openxmlformats.org/drawingml/2006/main">
              <a:ext uri="{FF2B5EF4-FFF2-40B4-BE49-F238E27FC236}">
                <a16:creationId xmlns:a16="http://schemas.microsoft.com/office/drawing/2014/main" id="{629AFB97-B2F2-4265-9FD2-3D4D671FDCC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9881981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5120A7E6-4474-4907-A8EA-B7597A0BD3C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971F4F2F-A354-4E66-97A0-A13E0078257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074A1601-DA19-4532-BDF7-9C8BA98D594E}"/>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5E324936-00AA-4803-86EB-8913FA084A6D}"/>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0A17075B-9D2B-4AFA-A0CD-8E8EA683CB5B}"/>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E8C6EADA-E922-4D29-B5F9-9FF83966A030}"/>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81D8C881-D6D4-48D5-B6C9-EF31A4E939E2}"/>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B4C43DD4-9DF9-48B8-97A0-F6498B12AC23}"/>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C5C59BDA-8817-4636-A8ED-00C2F13A0852}"/>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0BCFBACB-5FFE-4C9D-A926-C1E4B6BAFCCC}"/>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0AF72FEA-DADD-42B6-8F30-CB6E07EED7BC}"/>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34751791-2E71-44D3-9B51-C78E84271D85}"/>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89DAB704-B0FC-4B8D-8E97-C68E86D95C45}"/>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A337EB9A-647B-4266-9DEE-B9FB6114F0A4}"/>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9B768BF4-0C06-40B8-B00B-20E56C87AE01}"/>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E2AD22E3-23D6-4E8A-82DD-5502F1D5F89B}"/>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AD6974C5-CC33-41C6-9A88-EBE786557C03}"/>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D366FFEE-F9E9-41E6-8AD3-91DAA2BC5B18}"/>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4FA05CC3-6649-4EA5-AFF6-ABEA0AFDBF17}"/>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562F7ABB-CAD4-4DA5-9BFC-BBE69BC30BE8}"/>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78C50F71-CFD3-43ED-90BC-B197179D8705}"/>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9AD44597-6500-40C7-B81B-93BCA8BFA285}"/>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658D652C-868C-41D4-89C4-A3EC38EE9953}"/>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9883D3BA-E4BF-4859-B60E-8DDAEF7414BF}"/>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5FAB24E6-CFEB-44BD-898C-C3BE4131DB84}"/>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C3D9A017-5DB5-48E3-AEAE-CF039916A822}"/>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09264038-B0FD-4EA7-A3A9-BEDD4E130561}"/>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776616AA-5751-4EAE-91AF-A7478162E7B0}"/>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91FC6B97-736B-4600-83DB-8830CF4A7D9D}"/>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418C7521-2922-457E-8AE9-5502E8873571}"/>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F7964E8F-29A5-42B7-9CA6-4FCFB7814E65}"/>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0FF08135-D2A2-4C63-AF9F-444953F9DF41}"/>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33B6C037-5E18-4568-B47F-7A01E6D8F01E}"/>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A3285ECB-E5BC-4057-B916-FB919A0D295F}"/>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3648EF88-AB40-47F5-999B-62D8ECCCED2A}"/>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4DAD5A14-C340-4491-879D-AEB35A7857CA}"/>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273BEB59-9DFC-4682-AD6B-558D9BCD3B1F}"/>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5793B9CF-977F-498E-8E0E-09A8F30343AA}"/>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D22D7909-3D8F-488B-88D6-0F542D5A8F8D}"/>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6DFC33A8-4C4B-49DF-88DF-B1FBF8ABA0E7}"/>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58B3B65F-D14A-45DE-98AB-EF5FFA7D04CB}"/>
              </a:ext>
            </a:extLst>
          </p:cNvPr>
          <p:cNvSpPr>
            <a:spLocks xmlns:a="http://schemas.openxmlformats.org/drawingml/2006/main" noGrp="1"/>
          </p:cNvSpPr>
          <p:nvPr/>
        </p:nvSpPr>
        <p:spPr>
          <a:xfrm xmlns:a="http://schemas.openxmlformats.org/drawingml/2006/main">
            <a:off x="619125" y="52768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is_sufficient = 추가 Runbook 조사 task 없음 · analysis는 필요할 때만 실행</a:t>
            </a:r>
          </a:p>
        </p:txBody>
      </p:sp>
      <p:sp>
        <p:nvSpPr>
          <p:cNvPr id="42" name="">
            <a:extLst xmlns:a="http://schemas.openxmlformats.org/drawingml/2006/main">
              <a:ext uri="{FF2B5EF4-FFF2-40B4-BE49-F238E27FC236}">
                <a16:creationId xmlns:a16="http://schemas.microsoft.com/office/drawing/2014/main" id="{0CA2A57C-7E7C-4A48-9AD8-3D6CD07E7681}"/>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3" name="">
            <a:extLst xmlns:a="http://schemas.openxmlformats.org/drawingml/2006/main">
              <a:ext uri="{FF2B5EF4-FFF2-40B4-BE49-F238E27FC236}">
                <a16:creationId xmlns:a16="http://schemas.microsoft.com/office/drawing/2014/main" id="{6BD1A538-C451-4CD5-B45C-4FDA4DFB95AD}"/>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4" name="">
            <a:extLst xmlns:a="http://schemas.openxmlformats.org/drawingml/2006/main">
              <a:ext uri="{FF2B5EF4-FFF2-40B4-BE49-F238E27FC236}">
                <a16:creationId xmlns:a16="http://schemas.microsoft.com/office/drawing/2014/main" id="{621D0A71-2215-4949-A961-1C677E9E448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4324779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06B3C9-4902-4E58-9C4A-CCCBC1FAE32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5AFFC6BA-6FA3-4157-AA9C-B7BD28A4BAF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17  G096 정다운</a:t>
            </a:r>
          </a:p>
        </p:txBody>
      </p:sp>
      <p:pic>
        <p:nvPicPr>
          <p:cNvPr id="3" name="">
            <a:extLst xmlns:a="http://schemas.openxmlformats.org/drawingml/2006/main">
              <a:ext uri="{FF2B5EF4-FFF2-40B4-BE49-F238E27FC236}">
                <a16:creationId xmlns:a16="http://schemas.microsoft.com/office/drawing/2014/main" id="{7E516A84-5D11-4DA7-919B-F6690F333498}"/>
              </a:ext>
            </a:extLst>
          </p:cNvPr>
          <p:cNvPicPr>
            <a:picLocks xmlns:a="http://schemas.openxmlformats.org/drawingml/2006/main" noChangeAspect="1"/>
          </p:cNvPicPr>
          <p:nvPr/>
        </p:nvPicPr>
        <p:blipFill>
          <a:blip xmlns:r="http://schemas.openxmlformats.org/officeDocument/2006/relationships" xmlns:a="http://schemas.openxmlformats.org/drawingml/2006/main" r:embed="R7d66cfef96e04895"/>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6E68C0-2C29-44B1-A103-4B5A3473D942}"/>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99D3D715-859E-4AB6-BD56-1501DCA51040}"/>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510CCFC0-171B-409E-BE47-F8690A42AF8A}"/>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641B41FA-A934-4D6F-8398-814A9FFE3819}"/>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09DC7249-1D9E-4711-8E31-5C937E050796}"/>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2C6B2689-76EF-475E-860F-1682AB499F4B}"/>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93ED64C9-2CBE-409B-B5EC-7AE742D1D8A6}"/>
              </a:ext>
            </a:extLst>
          </p:cNvPr>
          <p:cNvSpPr>
            <a:spLocks xmlns:a="http://schemas.openxmlformats.org/drawingml/2006/main" noGrp="1"/>
          </p:cNvSpPr>
          <p:nvPr/>
        </p:nvSpPr>
        <p:spPr>
          <a:xfrm xmlns:a="http://schemas.openxmlformats.org/drawingml/2006/main">
            <a:off x="6115050" y="6162675"/>
            <a:ext cx="541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26A73"/>
                </a:solidFill>
                <a:latin typeface="Apple SD Gothic Neo"/>
                <a:ea typeface="Apple SD Gothic Neo"/>
                <a:cs typeface="Apple SD Gothic Neo"/>
              </a:defRPr>
            </a:defPPr>
            <a:lvl1pPr algn="l">
              <a:defRPr sz="1200" b="0">
                <a:solidFill>
                  <a:srgbClr val="626A73"/>
                </a:solidFill>
                <a:latin typeface="Apple SD Gothic Neo"/>
                <a:ea typeface="Apple SD Gothic Neo"/>
                <a:cs typeface="Apple SD Gothic Neo"/>
              </a:defRPr>
            </a:lvl1pPr>
            <a:lvl2pPr algn="l">
              <a:defRPr sz="1200" b="0">
                <a:solidFill>
                  <a:srgbClr val="626A73"/>
                </a:solidFill>
                <a:latin typeface="Apple SD Gothic Neo"/>
                <a:ea typeface="Apple SD Gothic Neo"/>
                <a:cs typeface="Apple SD Gothic Neo"/>
              </a:defRPr>
            </a:lvl2pPr>
            <a:lvl3pPr algn="l">
              <a:defRPr sz="1200" b="0">
                <a:solidFill>
                  <a:srgbClr val="626A73"/>
                </a:solidFill>
                <a:latin typeface="Apple SD Gothic Neo"/>
                <a:ea typeface="Apple SD Gothic Neo"/>
                <a:cs typeface="Apple SD Gothic Neo"/>
              </a:defRPr>
            </a:lvl3pPr>
            <a:lvl4pPr algn="l">
              <a:defRPr sz="1200" b="0">
                <a:solidFill>
                  <a:srgbClr val="626A73"/>
                </a:solidFill>
                <a:latin typeface="Apple SD Gothic Neo"/>
                <a:ea typeface="Apple SD Gothic Neo"/>
                <a:cs typeface="Apple SD Gothic Neo"/>
              </a:defRPr>
            </a:lvl4pPr>
            <a:lvl5pPr algn="l">
              <a:defRPr sz="1200" b="0">
                <a:solidFill>
                  <a:srgbClr val="626A73"/>
                </a:solidFill>
                <a:latin typeface="Apple SD Gothic Neo"/>
                <a:ea typeface="Apple SD Gothic Neo"/>
                <a:cs typeface="Apple SD Gothic Neo"/>
              </a:defRPr>
            </a:lvl5pPr>
            <a:lvl6pPr algn="l">
              <a:defRPr sz="1200" b="0">
                <a:solidFill>
                  <a:srgbClr val="626A73"/>
                </a:solidFill>
                <a:latin typeface="Apple SD Gothic Neo"/>
                <a:ea typeface="Apple SD Gothic Neo"/>
                <a:cs typeface="Apple SD Gothic Neo"/>
              </a:defRPr>
            </a:lvl6pPr>
            <a:lvl7pPr algn="l">
              <a:defRPr sz="1200" b="0">
                <a:solidFill>
                  <a:srgbClr val="626A73"/>
                </a:solidFill>
                <a:latin typeface="Apple SD Gothic Neo"/>
                <a:ea typeface="Apple SD Gothic Neo"/>
                <a:cs typeface="Apple SD Gothic Neo"/>
              </a:defRPr>
            </a:lvl7pPr>
            <a:lvl8pPr algn="l">
              <a:defRPr sz="1200" b="0">
                <a:solidFill>
                  <a:srgbClr val="626A73"/>
                </a:solidFill>
                <a:latin typeface="Apple SD Gothic Neo"/>
                <a:ea typeface="Apple SD Gothic Neo"/>
                <a:cs typeface="Apple SD Gothic Neo"/>
              </a:defRPr>
            </a:lvl8pPr>
            <a:lvl9pPr algn="l">
              <a:defRPr sz="1200" b="0">
                <a:solidFill>
                  <a:srgbClr val="626A73"/>
                </a:solidFill>
                <a:latin typeface="Apple SD Gothic Neo"/>
                <a:ea typeface="Apple SD Gothic Neo"/>
                <a:cs typeface="Apple SD Gothic Neo"/>
              </a:defRPr>
            </a:lvl9pPr>
          </a:lstStyle>
          <a:p xmlns:a="http://schemas.openxmlformats.org/drawingml/2006/main">
            <a:pPr algn="l">
              <a:defRPr sz="1200" b="0">
                <a:solidFill>
                  <a:srgbClr val="626A73"/>
                </a:solidFill>
                <a:latin typeface="Apple SD Gothic Neo"/>
                <a:ea typeface="Apple SD Gothic Neo"/>
                <a:cs typeface="Apple SD Gothic Neo"/>
              </a:defRPr>
            </a:pPr>
            <a:r>
              <a:rPr sz="1200" b="0">
                <a:solidFill>
                  <a:srgbClr val="626A73"/>
                </a:solidFill>
                <a:latin typeface="Apple SD Gothic Neo"/>
                <a:ea typeface="Apple SD Gothic Neo"/>
                <a:cs typeface="Apple SD Gothic Neo"/>
              </a:rPr>
              <a:t>조사·문서 선택 비교 · 두 실행 모두 최종 검증 미통과</a:t>
            </a:r>
          </a:p>
        </p:txBody>
      </p:sp>
      <p:sp>
        <p:nvSpPr>
          <p:cNvPr id="11" name="">
            <a:extLst xmlns:a="http://schemas.openxmlformats.org/drawingml/2006/main">
              <a:ext uri="{FF2B5EF4-FFF2-40B4-BE49-F238E27FC236}">
                <a16:creationId xmlns:a16="http://schemas.microsoft.com/office/drawing/2014/main" id="{9C3345E4-B28E-4DA4-9843-2E4C20F02E5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2287502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FBB3E7-CB27-415F-B045-CCE13722E72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168135F8-2BD8-4754-9E6F-FA8C4EC20C6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18  G096 정다운</a:t>
            </a:r>
          </a:p>
        </p:txBody>
      </p:sp>
      <p:pic>
        <p:nvPicPr>
          <p:cNvPr id="3" name="">
            <a:extLst xmlns:a="http://schemas.openxmlformats.org/drawingml/2006/main">
              <a:ext uri="{FF2B5EF4-FFF2-40B4-BE49-F238E27FC236}">
                <a16:creationId xmlns:a16="http://schemas.microsoft.com/office/drawing/2014/main" id="{26BE6F28-2AB9-4327-9AD5-96E9102A4507}"/>
              </a:ext>
            </a:extLst>
          </p:cNvPr>
          <p:cNvPicPr>
            <a:picLocks xmlns:a="http://schemas.openxmlformats.org/drawingml/2006/main" noChangeAspect="1"/>
          </p:cNvPicPr>
          <p:nvPr/>
        </p:nvPicPr>
        <p:blipFill>
          <a:blip xmlns:r="http://schemas.openxmlformats.org/officeDocument/2006/relationships" xmlns:a="http://schemas.openxmlformats.org/drawingml/2006/main" r:embed="Rab18d7da05914a63"/>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98EF785-D7AA-49F5-847C-9C1195BCAE1E}"/>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9E30EE9C-EBA2-487C-84C6-5CB4EEE1192B}"/>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250DC16D-2A40-4852-ADFC-961B55E4EE0A}"/>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CC161B8B-13C9-4015-8EB8-0925CBA939DC}"/>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F6205B02-D7A7-46AE-8B2A-BD5BAC0F4436}"/>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71D60F68-50B3-4FEE-911E-898B271F8AAB}"/>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13AF41EE-F0EE-4A0A-85C5-2DCADADCE0A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150555846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CCB03D-9318-4BA1-95FF-769C1C79B20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E149FAF4-ECEA-4793-B267-CF19D82A37B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19  G096 정다운</a:t>
            </a:r>
          </a:p>
        </p:txBody>
      </p:sp>
      <p:sp>
        <p:nvSpPr>
          <p:cNvPr id="3" name="">
            <a:extLst xmlns:a="http://schemas.openxmlformats.org/drawingml/2006/main">
              <a:ext uri="{FF2B5EF4-FFF2-40B4-BE49-F238E27FC236}">
                <a16:creationId xmlns:a16="http://schemas.microsoft.com/office/drawing/2014/main" id="{E8F37C4F-C023-4A29-A56A-4C31710A9070}"/>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78A7C1A3-63FD-43AC-94F5-AE5634DE0613}"/>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257DFAC1-751A-4F30-9718-6016F7C6098B}"/>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CEFCF54D-24B6-46C4-820B-16F5DFEFD26D}"/>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EB986C7A-03AB-494A-8777-D2C727F48851}"/>
              </a:ext>
            </a:extLst>
          </p:cNvPr>
          <p:cNvSpPr>
            <a:spLocks xmlns:a="http://schemas.openxmlformats.org/drawingml/2006/main" noGrp="1"/>
          </p:cNvSpPr>
          <p:nvPr/>
        </p:nvSpPr>
        <p:spPr>
          <a:xfrm xmlns:a="http://schemas.openxmlformats.org/drawingml/2006/main">
            <a:off x="695325" y="3857625"/>
            <a:ext cx="4905375"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LLM의 판단은 실제 시스템 목록과</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조회 근거로 다시 확인해야 한다</a:t>
            </a:r>
          </a:p>
        </p:txBody>
      </p:sp>
      <p:sp>
        <p:nvSpPr>
          <p:cNvPr id="8" name="">
            <a:extLst xmlns:a="http://schemas.openxmlformats.org/drawingml/2006/main">
              <a:ext uri="{FF2B5EF4-FFF2-40B4-BE49-F238E27FC236}">
                <a16:creationId xmlns:a16="http://schemas.microsoft.com/office/drawing/2014/main" id="{9AEA60FB-03C7-45B7-9814-7F181DD81A55}"/>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6124FEB5-04B7-4ED5-93B7-E60EDD40ED5B}"/>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D2436E96-C40A-4A63-8852-5A046B7FF17D}"/>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879824E0-ADA5-4D6F-9BDC-496068C0CD9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2847722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2026-10-22T05:46:02.0580000Z</dcterms:created>
  <dcterms:modified xsi:type="dcterms:W3CDTF">2026-10-22T05:46:02.0580000Z</dcterms:modified>
</coreProperties>
</file>