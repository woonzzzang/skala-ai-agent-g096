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5fd1d83a5f240f3" /><Relationship Type="http://schemas.openxmlformats.org/officeDocument/2006/relationships/extended-properties" Target="/docProps/app.xml" Id="Rc5f5dac8f2ec43b6" /><Relationship Type="http://schemas.openxmlformats.org/officeDocument/2006/relationships/officeDocument" Target="/ppt/presentation.xml" Id="Rc977b2e83026465e" /></Relationships>
</file>

<file path=ppt/presentation.xml><?xml version="1.0" encoding="utf-8"?>
<p:presentation xmlns:p="http://schemas.openxmlformats.org/presentationml/2006/main">
  <p:sldMasterIdLst>
    <p:sldMasterId xmlns:r="http://schemas.openxmlformats.org/officeDocument/2006/relationships" id="2147483648" r:id="R5aef72613ef248cd"/>
  </p:sldMasterIdLst>
  <p:notesMasterIdLst>
    <p:notesMasterId xmlns:r="http://schemas.openxmlformats.org/officeDocument/2006/relationships" r:id="Rf91337493f5942ae"/>
  </p:notesMasterIdLst>
  <p:sldIdLst>
    <p:sldId xmlns:r="http://schemas.openxmlformats.org/officeDocument/2006/relationships" id="256" r:id="Reebbe1bc41b344bc"/>
    <p:sldId xmlns:r="http://schemas.openxmlformats.org/officeDocument/2006/relationships" id="257" r:id="Rd147cb0d2be94f1d"/>
    <p:sldId xmlns:r="http://schemas.openxmlformats.org/officeDocument/2006/relationships" id="258" r:id="Racdeb6e44bc24670"/>
    <p:sldId xmlns:r="http://schemas.openxmlformats.org/officeDocument/2006/relationships" id="259" r:id="Rd5b46113432146d0"/>
    <p:sldId xmlns:r="http://schemas.openxmlformats.org/officeDocument/2006/relationships" id="260" r:id="R545aeb7631aa4f3a"/>
    <p:sldId xmlns:r="http://schemas.openxmlformats.org/officeDocument/2006/relationships" id="261" r:id="Ra308ca0325534aca"/>
    <p:sldId xmlns:r="http://schemas.openxmlformats.org/officeDocument/2006/relationships" id="262" r:id="Rb19d8f99d0b343cc"/>
    <p:sldId xmlns:r="http://schemas.openxmlformats.org/officeDocument/2006/relationships" id="263" r:id="R9f2fe0c2ad254bca"/>
    <p:sldId xmlns:r="http://schemas.openxmlformats.org/officeDocument/2006/relationships" id="264" r:id="Rcb1b965dfd5348a7"/>
    <p:sldId xmlns:r="http://schemas.openxmlformats.org/officeDocument/2006/relationships" id="265" r:id="R825c7662deb94748"/>
    <p:sldId xmlns:r="http://schemas.openxmlformats.org/officeDocument/2006/relationships" id="266" r:id="R1f4f61a10237472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851d3e0007e4d0e" /><Relationship Type="http://schemas.openxmlformats.org/officeDocument/2006/relationships/slideMaster" Target="/ppt/slideMasters/slideMaster1.xml" Id="R5aef72613ef248cd" /><Relationship Type="http://schemas.openxmlformats.org/officeDocument/2006/relationships/notesMaster" Target="/ppt/notesMasters/notesMaster1.xml" Id="Rf91337493f5942ae" /><Relationship Type="http://schemas.openxmlformats.org/officeDocument/2006/relationships/presProps" Target="/ppt/presProps.xml" Id="R43d77a81c661452d" /><Relationship Type="http://schemas.openxmlformats.org/officeDocument/2006/relationships/tableStyles" Target="/ppt/tableStyles.xml" Id="R64cc8f9977e94419" /><Relationship Type="http://schemas.openxmlformats.org/officeDocument/2006/relationships/slide" Target="/ppt/slides/slide1.xml" Id="Reebbe1bc41b344bc" /><Relationship Type="http://schemas.openxmlformats.org/officeDocument/2006/relationships/slide" Target="/ppt/slides/slide2.xml" Id="Rd147cb0d2be94f1d" /><Relationship Type="http://schemas.openxmlformats.org/officeDocument/2006/relationships/slide" Target="/ppt/slides/slide3.xml" Id="Racdeb6e44bc24670" /><Relationship Type="http://schemas.openxmlformats.org/officeDocument/2006/relationships/slide" Target="/ppt/slides/slide4.xml" Id="Rd5b46113432146d0" /><Relationship Type="http://schemas.openxmlformats.org/officeDocument/2006/relationships/slide" Target="/ppt/slides/slide5.xml" Id="R545aeb7631aa4f3a" /><Relationship Type="http://schemas.openxmlformats.org/officeDocument/2006/relationships/slide" Target="/ppt/slides/slide6.xml" Id="Ra308ca0325534aca" /><Relationship Type="http://schemas.openxmlformats.org/officeDocument/2006/relationships/slide" Target="/ppt/slides/slide7.xml" Id="Rb19d8f99d0b343cc" /><Relationship Type="http://schemas.openxmlformats.org/officeDocument/2006/relationships/slide" Target="/ppt/slides/slide8.xml" Id="R9f2fe0c2ad254bca" /><Relationship Type="http://schemas.openxmlformats.org/officeDocument/2006/relationships/slide" Target="/ppt/slides/slide9.xml" Id="Rcb1b965dfd5348a7" /><Relationship Type="http://schemas.openxmlformats.org/officeDocument/2006/relationships/slide" Target="/ppt/slides/slide10.xml" Id="R825c7662deb94748" /><Relationship Type="http://schemas.openxmlformats.org/officeDocument/2006/relationships/slide" Target="/ppt/slides/slide11.xml" Id="R1f4f61a1023747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d9299e7a7f64ba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7fe925efc56442e" /><Relationship Type="http://schemas.openxmlformats.org/officeDocument/2006/relationships/notesMaster" Target="/ppt/notesMasters/notesMaster1.xml" Id="R79cf47b4bab246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7b94045a9524241" /><Relationship Type="http://schemas.openxmlformats.org/officeDocument/2006/relationships/notesMaster" Target="/ppt/notesMasters/notesMaster1.xml" Id="Rd333a3652b0c459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e81de72c6e84ae4" /><Relationship Type="http://schemas.openxmlformats.org/officeDocument/2006/relationships/notesMaster" Target="/ppt/notesMasters/notesMaster1.xml" Id="Rc60bb8ee245b439e"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488a50bc834ff2" /><Relationship Type="http://schemas.openxmlformats.org/officeDocument/2006/relationships/notesMaster" Target="/ppt/notesMasters/notesMaster1.xml" Id="R89de35b7ec484edf"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dcdbdd93b341d7" /><Relationship Type="http://schemas.openxmlformats.org/officeDocument/2006/relationships/notesMaster" Target="/ppt/notesMasters/notesMaster1.xml" Id="R16680f9e94a14061" /></Relationships>
</file>

<file path=ppt/notesSlides/_rels/notesSlide6.xml.rels>&#65279;<?xml version="1.0" encoding="utf-8"?><Relationships xmlns="http://schemas.openxmlformats.org/package/2006/relationships"><Relationship Type="http://schemas.openxmlformats.org/officeDocument/2006/relationships/slide" Target="/ppt/slides/slide6.xml" Id="R8cb9e85724d74adf" /><Relationship Type="http://schemas.openxmlformats.org/officeDocument/2006/relationships/notesMaster" Target="/ppt/notesMasters/notesMaster1.xml" Id="R2de764fcbfdf4f98" /></Relationships>
</file>

<file path=ppt/notesSlides/_rels/notesSlide7.xml.rels>&#65279;<?xml version="1.0" encoding="utf-8"?><Relationships xmlns="http://schemas.openxmlformats.org/package/2006/relationships"><Relationship Type="http://schemas.openxmlformats.org/officeDocument/2006/relationships/slide" Target="/ppt/slides/slide7.xml" Id="R3531123fa99a4a56" /><Relationship Type="http://schemas.openxmlformats.org/officeDocument/2006/relationships/notesMaster" Target="/ppt/notesMasters/notesMaster1.xml" Id="Rf289d9eb120a46bd" /></Relationships>
</file>

<file path=ppt/notesSlides/_rels/notesSlide8.xml.rels>&#65279;<?xml version="1.0" encoding="utf-8"?><Relationships xmlns="http://schemas.openxmlformats.org/package/2006/relationships"><Relationship Type="http://schemas.openxmlformats.org/officeDocument/2006/relationships/slide" Target="/ppt/slides/slide8.xml" Id="Rca42a150e336419f" /><Relationship Type="http://schemas.openxmlformats.org/officeDocument/2006/relationships/notesMaster" Target="/ppt/notesMasters/notesMaster1.xml" Id="R434b26d7fb8a47ea" /></Relationships>
</file>

<file path=ppt/notesSlides/_rels/notesSlide9.xml.rels>&#65279;<?xml version="1.0" encoding="utf-8"?><Relationships xmlns="http://schemas.openxmlformats.org/package/2006/relationships"><Relationship Type="http://schemas.openxmlformats.org/officeDocument/2006/relationships/slide" Target="/ppt/slides/slide9.xml" Id="R85c761b2c46545b9" /><Relationship Type="http://schemas.openxmlformats.org/officeDocument/2006/relationships/notesMaster" Target="/ppt/notesMasters/notesMaster1.xml" Id="R44fc3c3e810844d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16b9881152f465f" /><Relationship Type="http://schemas.openxmlformats.org/officeDocument/2006/relationships/notesMaster" Target="/ppt/notesMasters/notesMaster1.xml" Id="Rdd9651d70de04ac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bc3562f0fcf4756" /><Relationship Type="http://schemas.openxmlformats.org/officeDocument/2006/relationships/notesMaster" Target="/ppt/notesMasters/notesMaster1.xml" Id="R0ff1277c73e04e6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0:00–0:10. 과제 1로 기존 FastAPI·LangGraph·MCP 장애 대응 코드를 개선했습니다. 앞 2분은 기능과 결과, 뒤 3분은 Graph와 MCP·RAG 코드를 설명하겠습니다. 근거: README.md 1–5절.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0:10–0:30. 기존 코드는 대상을 못 찾으면 기본 서비스로 처리할 위험이 있었고, 영문 키워드로 Runbook 하나만 골랐습니다. 답변도 길이와 형식 위주로 검사했습니다. 이번에는 조사 대상 확인, 다중 Runbook 검색, 근거 검증, 부분 실패 대응, 모듈화·평가 다섯 부분만 개선했습니다. 근거: README.md 1·3절.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0:30–0:55. 이 화면은 Fake 실행입니다. “어떤 서비스가 장애인지”만으로는 대상을 확정할 수 없어서 interrupt로 질문합니다. AsyncSqliteSaver가 원래 query와 Graph 상태를 저장합니다. 사용자가 auth-service라고 답하면 서버가 같은 thread_id와 Command(resume=...)로 재개하고 Registry가 다시 확인합니다. 원래 장애 질문은 유지됩니다. 근거: agent/target_nodes.py:12–53, server.py:103–106·157–170, doc/screenshots/target_clarification_progress.jpg.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0:55–1:15. 고정 Fake 데이터로 같은 CPU 급증·timeout 복합 장애 질문을 비교했습니다. 이전에는 불필요한 web-01까지 조사하고 CPU Runbook 하나만 읽었습니다. 개선 후에는 확정된 두 시스템을 조사하고 cpu-spike와 network-timeout 두 문서를 읽었습니다. 화면은 evaluation_results.json의 실행 캡처입니다. 속도 수치를 여기서 말하지 않는 이유는 이전 코드의 인위적인 0.35초 지연 제거 효과가 커서 임베딩 개선 효과로 오해할 수 있기 때문입니다. 근거: doc/evaluation_results.json, scripts/evaluate.py, doc/screenshots/before_after_results.jpg.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1:15–1:35. Runbook 여섯 개와 고정 질문 다섯 개로 검색 단계만 비교했습니다. 기존 gpt-4o-mini 문서 랭킹은 정밀도 85.7%, 5건 합계 9.12초였고, 제목 임베딩과 개별 알림 검색은 100%, 1.51초였습니다. 이 다섯 질문은 기준 조정에도 쓴 것이므로 독립 평가 결과가 아닙니다. 첫 시도인 본문 전체 임베딩은 정밀도와 재현율이 각각 66.7%로 더 나빴습니다. 근거: README.md 4절, scripts/evaluate_retrieval.py, agent/runbook_retrieval.py:49–133.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1:35–2:00. Fake 실패 주입 데모에서 payments-service Monitoring만 실패했습니다. gateway-service의 실제 MCP 조회 결과는 collected에 남았습니다. 최종 보고서는 조회 실패를 진단 한계로 밝히고, cpu-spike와 network-timeout Runbook의 번호 붙은 점검 절차를 권장 조치에 넣었습니다. 조치를 실행했다고 주장하지 않습니다. SSE로 검증 전 초안이 전송될 수 있는 한계는 운영 전 보완이 필요합니다. 근거: agent/graph.py:89–161, agent/fake_llm.py:220 이후, scripts/demo_partial_failure.py, doc/screenshots/partial_failure_demo.jpg.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2:00–2:48. graph.py의 build_graph가 노드를 등록하고 연결합니다. route는 일반 대화면 바로 답하고, 장애면 resolve_target으로 갑니다. 불명확하면 interrupt 후 같은 Graph를 재개합니다. plan은 대상별 작업을 만들고 gate는 모순된 분석 작업을 제거합니다. research는 첫 번째에 Monitoring Tool을, replan_check가 Runbook을 고른 다음 두 번째에 Runbook Resource를 읽습니다. replan_check도 두 번 실행됩니다. 이후 analysis, write, validate, finalize로 갑니다. validate 불합격이면 최대 세 번 write로 되돌립니다. 여기서 research 1차/2차는 별도 노드가 아니라 같은 노드의 반복입니다. 근거: agent/graph.py:237–270.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2:48–3:28. plan은 incident_analysis_prompt를 받아 표준 절차에 맞게 task를 만듭니다. Tool 호출 자체는 plan이 하지 않습니다. research의 첫 실행이 get_monitoring_status Tool로 monitoring.json의 현재 상태를 조회합니다. replan_check가 문서를 선택하면 research가 두 번째로 runbook:// URI의 Resource를 읽습니다. MCP는 정보에 접근하는 통로입니다. 근거: mcp_server.py:33–78, agent/graph.py:52–70·89–133.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3:28–4:12. replan_check가 사용자 질문과 Monitoring의 각 알림을 검색기에 전달합니다. OpenAI 모드에서는 질문과 알림, Runbook 제목을 임베딩하고 코사인 유사도로 최대 세 문서를 선택합니다. 문서 ID만으로 답하지 않고, 같은 research 노드가 MCP Resource의 원문을 읽어 collected에 저장합니다. 작성 노드가 그 원문을 받아 실제 점검 절차를 보고서에 넣습니다. 별도 벡터 DB는 없고, 제목 벡터만 메모리에 캐시합니다. 근거: agent/graph.py:165–195·112–145, agent/runbook_retrieval.py:49–133, data/runbooks/network-timeout.md.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4:12–4:43. write가 확인된 Monitoring과 Runbook 원문, 실패 기록을 받아 초안을 씁니다. validate는 코드 검사로 시스템명·수치·Runbook 출처를 확인하고 quality_llm의 별도 Judge 호출로 근거 적합성을 평가합니다. 불합격이면 피드백을 넣어 최대 세 번 다시 쓰고, 끝내 실패하면 미검증 초안을 최종 답으로 내지 않습니다. 화면 오른쪽은 Fake 실패 주입 사례의 1회 불합격, 2회 합격 이벤트입니다. 단위 테스트 12개가 통과합니다. 실제 OpenAI 작문·Judge는 고정 근거 1건만 확인했으므로 항상 같은 품질이라고 주장하지 않습니다. 근거: agent/report_nodes.py:12–55, agent/answer_validation.py, agent/graph.py:232–235, doc/screenshots/partial_failure_progress.jpg, tests/test_improvements.py.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4:43–5:00. 최종 화면에는 대상 재질문 뒤 실제 high-latency Runbook의 점검 절차를 포함한 검증된 보고서가 나옵니다. 사용 기술은 기존 MCP·의존성 주입·LangSmith를 재사용하고, 대상 확인·Runbook RAG와 임베딩·Judge 검증·모듈화·단위 테스트를 추가했습니다. 느낀 점은 LLM의 판단을 코드와 실제 근거로 다시 확인하는 경계가 중요하다는 것입니다. 다음에는 독립 평가셋, 오래된 체크포인트 정리, SSE에서 검증 후 보고서만 전송하는 개선이 필요합니다. 이 화면은 Fake 모드입니다. 근거: README.md 7–8절, doc/screenshots/final_chat.jpg.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af98272c3874d4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62232e5cb74420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386d66817a1485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42597aa51f0443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47ca73a2eb64c1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e8bb8fe4a5241d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22F396E-2A2D-46E3-9122-9C5C7EB945C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5EE34ED-8813-4D28-9DDA-EC28F5736F6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671330C-9B21-4EDC-B94F-1473B37E21E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2094E3-C359-4507-9743-6289765A710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800DD59-01E4-463B-947E-678BCBD7AC9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2CB3F21-A361-4040-A468-2D47EE03CBE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2A91AD3-F182-45F9-8255-69AD6931C7F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D1E7178-9A39-4326-BB91-5BD2DE4360D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DE4864C-1B53-4B73-AEC6-018E8B38B70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E7B68AC-9213-4102-8221-ABCFC0E20E2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70057379d5740c5" /><Relationship Type="http://schemas.openxmlformats.org/officeDocument/2006/relationships/slideLayout" Target="/ppt/slideLayouts/slideLayout1.xml" Id="Refc0f172bd9d4940" /><Relationship Type="http://schemas.openxmlformats.org/officeDocument/2006/relationships/slideLayout" Target="/ppt/slideLayouts/slideLayout2.xml" Id="R3b96c26112c54e7d" /><Relationship Type="http://schemas.openxmlformats.org/officeDocument/2006/relationships/slideLayout" Target="/ppt/slideLayouts/slideLayout3.xml" Id="R55c4347d554f449f" /><Relationship Type="http://schemas.openxmlformats.org/officeDocument/2006/relationships/slideLayout" Target="/ppt/slideLayouts/slideLayout4.xml" Id="Rfff4994782ac494b" /><Relationship Type="http://schemas.openxmlformats.org/officeDocument/2006/relationships/slideLayout" Target="/ppt/slideLayouts/slideLayout5.xml" Id="R7507c1424f9a4d6d" /><Relationship Type="http://schemas.openxmlformats.org/officeDocument/2006/relationships/slideLayout" Target="/ppt/slideLayouts/slideLayout6.xml" Id="R86729278ea0d4d0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c0f172bd9d4940"/>
    <p:sldLayoutId xmlns:r="http://schemas.openxmlformats.org/officeDocument/2006/relationships" id="2147483650" r:id="R3b96c26112c54e7d"/>
    <p:sldLayoutId xmlns:r="http://schemas.openxmlformats.org/officeDocument/2006/relationships" id="2147483651" r:id="R55c4347d554f449f"/>
    <p:sldLayoutId xmlns:r="http://schemas.openxmlformats.org/officeDocument/2006/relationships" id="2147483652" r:id="Rfff4994782ac494b"/>
    <p:sldLayoutId xmlns:r="http://schemas.openxmlformats.org/officeDocument/2006/relationships" id="2147483653" r:id="R7507c1424f9a4d6d"/>
    <p:sldLayoutId xmlns:r="http://schemas.openxmlformats.org/officeDocument/2006/relationships" id="2147483654" r:id="R86729278ea0d4d0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96f002991894a4a" /><Relationship Type="http://schemas.openxmlformats.org/officeDocument/2006/relationships/notesSlide" Target="/ppt/notesSlides/notesSlide1.xml" Id="Rc28420579460495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fd1f1aac0ac4de8" /><Relationship Type="http://schemas.openxmlformats.org/officeDocument/2006/relationships/notesSlide" Target="/ppt/notesSlides/notesSlide2.xml" Id="R12359e936fee4a2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354034aef3e4f01" /><Relationship Type="http://schemas.openxmlformats.org/officeDocument/2006/relationships/image" Target="/ppt/media/image.jpeg" Id="R00ec87e765294ada" /><Relationship Type="http://schemas.openxmlformats.org/officeDocument/2006/relationships/notesSlide" Target="/ppt/notesSlides/notesSlide3.xml" Id="R7ec97e522441452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7bb44a72cfd4802" /><Relationship Type="http://schemas.openxmlformats.org/officeDocument/2006/relationships/image" Target="/ppt/media/image2.jpeg" Id="R84bf17ce7e0346e4" /><Relationship Type="http://schemas.openxmlformats.org/officeDocument/2006/relationships/image" Target="/ppt/media/image3.jpeg" Id="R3051c50fc2f3419d" /><Relationship Type="http://schemas.openxmlformats.org/officeDocument/2006/relationships/notesSlide" Target="/ppt/notesSlides/notesSlide4.xml" Id="Rccf7a7a998b1480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ab47b43e08345eb" /><Relationship Type="http://schemas.openxmlformats.org/officeDocument/2006/relationships/notesSlide" Target="/ppt/notesSlides/notesSlide5.xml" Id="Rb7e5cc7785cc47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8f53de11e5d4bc0" /><Relationship Type="http://schemas.openxmlformats.org/officeDocument/2006/relationships/image" Target="/ppt/media/image4.jpeg" Id="R75046b9778a34aa2" /><Relationship Type="http://schemas.openxmlformats.org/officeDocument/2006/relationships/notesSlide" Target="/ppt/notesSlides/notesSlide6.xml" Id="Rbee379be085c401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47971455f044a9a" /><Relationship Type="http://schemas.openxmlformats.org/officeDocument/2006/relationships/notesSlide" Target="/ppt/notesSlides/notesSlide7.xml" Id="R520aed5795764b2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6c9ec6f1e8847d9" /><Relationship Type="http://schemas.openxmlformats.org/officeDocument/2006/relationships/notesSlide" Target="/ppt/notesSlides/notesSlide8.xml" Id="R6a9c2cf74c6d458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c1930f82d6b45e5" /><Relationship Type="http://schemas.openxmlformats.org/officeDocument/2006/relationships/notesSlide" Target="/ppt/notesSlides/notesSlide9.xml" Id="Rb340a3a5338f4ee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836ee51bd5447e2" /><Relationship Type="http://schemas.openxmlformats.org/officeDocument/2006/relationships/image" Target="/ppt/media/image5.jpeg" Id="R3ab0b7d1ae7b4d27" /><Relationship Type="http://schemas.openxmlformats.org/officeDocument/2006/relationships/notesSlide" Target="/ppt/notesSlides/notesSlide10.xml" Id="R11159126a30b405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bd309286ea442f3" /><Relationship Type="http://schemas.openxmlformats.org/officeDocument/2006/relationships/image" Target="/ppt/media/image6.jpeg" Id="Rdbd2b147bde545dd" /><Relationship Type="http://schemas.openxmlformats.org/officeDocument/2006/relationships/notesSlide" Target="/ppt/notesSlides/notesSlide11.xml" Id="Rf8c119aa7ca04ba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FE8A7DE-0DB8-4C84-A422-287062EAB61A}"/>
              </a:ext>
            </a:extLst>
          </p:cNvPr>
          <p:cNvSpPr>
            <a:spLocks xmlns:a="http://schemas.openxmlformats.org/drawingml/2006/main" noGrp="1"/>
          </p:cNvSpPr>
          <p:nvPr/>
        </p:nvSpPr>
        <p:spPr>
          <a:xfrm xmlns:a="http://schemas.openxmlformats.org/drawingml/2006/main">
            <a:off x="723900" y="1743075"/>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050" b="1">
                <a:solidFill>
                  <a:srgbClr val="13151A"/>
                </a:solidFill>
                <a:latin typeface="Apple SD Gothic Neo"/>
                <a:ea typeface="Apple SD Gothic Neo"/>
                <a:cs typeface="Apple SD Gothic Neo"/>
              </a:defRPr>
            </a:defPPr>
            <a:lvl1pPr algn="l">
              <a:defRPr sz="4050" b="1">
                <a:solidFill>
                  <a:srgbClr val="13151A"/>
                </a:solidFill>
                <a:latin typeface="Apple SD Gothic Neo"/>
                <a:ea typeface="Apple SD Gothic Neo"/>
                <a:cs typeface="Apple SD Gothic Neo"/>
              </a:defRPr>
            </a:lvl1pPr>
            <a:lvl2pPr algn="l">
              <a:defRPr sz="4050" b="1">
                <a:solidFill>
                  <a:srgbClr val="13151A"/>
                </a:solidFill>
                <a:latin typeface="Apple SD Gothic Neo"/>
                <a:ea typeface="Apple SD Gothic Neo"/>
                <a:cs typeface="Apple SD Gothic Neo"/>
              </a:defRPr>
            </a:lvl2pPr>
            <a:lvl3pPr algn="l">
              <a:defRPr sz="4050" b="1">
                <a:solidFill>
                  <a:srgbClr val="13151A"/>
                </a:solidFill>
                <a:latin typeface="Apple SD Gothic Neo"/>
                <a:ea typeface="Apple SD Gothic Neo"/>
                <a:cs typeface="Apple SD Gothic Neo"/>
              </a:defRPr>
            </a:lvl3pPr>
            <a:lvl4pPr algn="l">
              <a:defRPr sz="4050" b="1">
                <a:solidFill>
                  <a:srgbClr val="13151A"/>
                </a:solidFill>
                <a:latin typeface="Apple SD Gothic Neo"/>
                <a:ea typeface="Apple SD Gothic Neo"/>
                <a:cs typeface="Apple SD Gothic Neo"/>
              </a:defRPr>
            </a:lvl4pPr>
            <a:lvl5pPr algn="l">
              <a:defRPr sz="4050" b="1">
                <a:solidFill>
                  <a:srgbClr val="13151A"/>
                </a:solidFill>
                <a:latin typeface="Apple SD Gothic Neo"/>
                <a:ea typeface="Apple SD Gothic Neo"/>
                <a:cs typeface="Apple SD Gothic Neo"/>
              </a:defRPr>
            </a:lvl5pPr>
            <a:lvl6pPr algn="l">
              <a:defRPr sz="4050" b="1">
                <a:solidFill>
                  <a:srgbClr val="13151A"/>
                </a:solidFill>
                <a:latin typeface="Apple SD Gothic Neo"/>
                <a:ea typeface="Apple SD Gothic Neo"/>
                <a:cs typeface="Apple SD Gothic Neo"/>
              </a:defRPr>
            </a:lvl6pPr>
            <a:lvl7pPr algn="l">
              <a:defRPr sz="4050" b="1">
                <a:solidFill>
                  <a:srgbClr val="13151A"/>
                </a:solidFill>
                <a:latin typeface="Apple SD Gothic Neo"/>
                <a:ea typeface="Apple SD Gothic Neo"/>
                <a:cs typeface="Apple SD Gothic Neo"/>
              </a:defRPr>
            </a:lvl7pPr>
            <a:lvl8pPr algn="l">
              <a:defRPr sz="4050" b="1">
                <a:solidFill>
                  <a:srgbClr val="13151A"/>
                </a:solidFill>
                <a:latin typeface="Apple SD Gothic Neo"/>
                <a:ea typeface="Apple SD Gothic Neo"/>
                <a:cs typeface="Apple SD Gothic Neo"/>
              </a:defRPr>
            </a:lvl8pPr>
            <a:lvl9pPr algn="l">
              <a:defRPr sz="4050" b="1">
                <a:solidFill>
                  <a:srgbClr val="13151A"/>
                </a:solidFill>
                <a:latin typeface="Apple SD Gothic Neo"/>
                <a:ea typeface="Apple SD Gothic Neo"/>
                <a:cs typeface="Apple SD Gothic Neo"/>
              </a:defRPr>
            </a:lvl9pPr>
          </a:lstStyle>
          <a:p xmlns:a="http://schemas.openxmlformats.org/drawingml/2006/main">
            <a:pPr algn="l">
              <a:defRPr sz="4050" b="1">
                <a:solidFill>
                  <a:srgbClr val="13151A"/>
                </a:solidFill>
                <a:latin typeface="Apple SD Gothic Neo"/>
                <a:ea typeface="Apple SD Gothic Neo"/>
                <a:cs typeface="Apple SD Gothic Neo"/>
              </a:defRPr>
            </a:pPr>
            <a:r>
              <a:rPr sz="4050" b="1">
                <a:solidFill>
                  <a:srgbClr val="13151A"/>
                </a:solidFill>
                <a:latin typeface="Apple SD Gothic Neo"/>
                <a:ea typeface="Apple SD Gothic Neo"/>
                <a:cs typeface="Apple SD Gothic Neo"/>
              </a:rPr>
              <a:t>AI 서비스 개발 Mini-project</a:t>
            </a:r>
          </a:p>
        </p:txBody>
      </p:sp>
      <p:sp>
        <p:nvSpPr>
          <p:cNvPr id="2" name="">
            <a:extLst xmlns:a="http://schemas.openxmlformats.org/drawingml/2006/main">
              <a:ext uri="{FF2B5EF4-FFF2-40B4-BE49-F238E27FC236}">
                <a16:creationId xmlns:a16="http://schemas.microsoft.com/office/drawing/2014/main" id="{D6B050E9-E2F0-405D-B1C2-64C400537790}"/>
              </a:ext>
            </a:extLst>
          </p:cNvPr>
          <p:cNvSpPr>
            <a:spLocks xmlns:a="http://schemas.openxmlformats.org/drawingml/2006/main" noGrp="1"/>
          </p:cNvSpPr>
          <p:nvPr/>
        </p:nvSpPr>
        <p:spPr>
          <a:xfrm xmlns:a="http://schemas.openxmlformats.org/drawingml/2006/main">
            <a:off x="742950" y="28003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B4232D"/>
                </a:solidFill>
                <a:latin typeface="Apple SD Gothic Neo"/>
                <a:ea typeface="Apple SD Gothic Neo"/>
                <a:cs typeface="Apple SD Gothic Neo"/>
              </a:defRPr>
            </a:defPPr>
            <a:lvl1pPr algn="l">
              <a:defRPr sz="2550" b="0">
                <a:solidFill>
                  <a:srgbClr val="B4232D"/>
                </a:solidFill>
                <a:latin typeface="Apple SD Gothic Neo"/>
                <a:ea typeface="Apple SD Gothic Neo"/>
                <a:cs typeface="Apple SD Gothic Neo"/>
              </a:defRPr>
            </a:lvl1pPr>
            <a:lvl2pPr algn="l">
              <a:defRPr sz="2550" b="0">
                <a:solidFill>
                  <a:srgbClr val="B4232D"/>
                </a:solidFill>
                <a:latin typeface="Apple SD Gothic Neo"/>
                <a:ea typeface="Apple SD Gothic Neo"/>
                <a:cs typeface="Apple SD Gothic Neo"/>
              </a:defRPr>
            </a:lvl2pPr>
            <a:lvl3pPr algn="l">
              <a:defRPr sz="2550" b="0">
                <a:solidFill>
                  <a:srgbClr val="B4232D"/>
                </a:solidFill>
                <a:latin typeface="Apple SD Gothic Neo"/>
                <a:ea typeface="Apple SD Gothic Neo"/>
                <a:cs typeface="Apple SD Gothic Neo"/>
              </a:defRPr>
            </a:lvl3pPr>
            <a:lvl4pPr algn="l">
              <a:defRPr sz="2550" b="0">
                <a:solidFill>
                  <a:srgbClr val="B4232D"/>
                </a:solidFill>
                <a:latin typeface="Apple SD Gothic Neo"/>
                <a:ea typeface="Apple SD Gothic Neo"/>
                <a:cs typeface="Apple SD Gothic Neo"/>
              </a:defRPr>
            </a:lvl4pPr>
            <a:lvl5pPr algn="l">
              <a:defRPr sz="2550" b="0">
                <a:solidFill>
                  <a:srgbClr val="B4232D"/>
                </a:solidFill>
                <a:latin typeface="Apple SD Gothic Neo"/>
                <a:ea typeface="Apple SD Gothic Neo"/>
                <a:cs typeface="Apple SD Gothic Neo"/>
              </a:defRPr>
            </a:lvl5pPr>
            <a:lvl6pPr algn="l">
              <a:defRPr sz="2550" b="0">
                <a:solidFill>
                  <a:srgbClr val="B4232D"/>
                </a:solidFill>
                <a:latin typeface="Apple SD Gothic Neo"/>
                <a:ea typeface="Apple SD Gothic Neo"/>
                <a:cs typeface="Apple SD Gothic Neo"/>
              </a:defRPr>
            </a:lvl6pPr>
            <a:lvl7pPr algn="l">
              <a:defRPr sz="2550" b="0">
                <a:solidFill>
                  <a:srgbClr val="B4232D"/>
                </a:solidFill>
                <a:latin typeface="Apple SD Gothic Neo"/>
                <a:ea typeface="Apple SD Gothic Neo"/>
                <a:cs typeface="Apple SD Gothic Neo"/>
              </a:defRPr>
            </a:lvl7pPr>
            <a:lvl8pPr algn="l">
              <a:defRPr sz="2550" b="0">
                <a:solidFill>
                  <a:srgbClr val="B4232D"/>
                </a:solidFill>
                <a:latin typeface="Apple SD Gothic Neo"/>
                <a:ea typeface="Apple SD Gothic Neo"/>
                <a:cs typeface="Apple SD Gothic Neo"/>
              </a:defRPr>
            </a:lvl8pPr>
            <a:lvl9pPr algn="l">
              <a:defRPr sz="2550" b="0">
                <a:solidFill>
                  <a:srgbClr val="B4232D"/>
                </a:solidFill>
                <a:latin typeface="Apple SD Gothic Neo"/>
                <a:ea typeface="Apple SD Gothic Neo"/>
                <a:cs typeface="Apple SD Gothic Neo"/>
              </a:defRPr>
            </a:lvl9pPr>
          </a:lstStyle>
          <a:p xmlns:a="http://schemas.openxmlformats.org/drawingml/2006/main">
            <a:pPr algn="l">
              <a:defRPr sz="2550" b="0">
                <a:solidFill>
                  <a:srgbClr val="B4232D"/>
                </a:solidFill>
                <a:latin typeface="Apple SD Gothic Neo"/>
                <a:ea typeface="Apple SD Gothic Neo"/>
                <a:cs typeface="Apple SD Gothic Neo"/>
              </a:defRPr>
            </a:pPr>
            <a:r>
              <a:rPr sz="2550" b="0">
                <a:solidFill>
                  <a:srgbClr val="B4232D"/>
                </a:solidFill>
                <a:latin typeface="Apple SD Gothic Neo"/>
                <a:ea typeface="Apple SD Gothic Neo"/>
                <a:cs typeface="Apple SD Gothic Neo"/>
              </a:rPr>
              <a:t>운영 장애 대응 에이전트 개선</a:t>
            </a:r>
          </a:p>
        </p:txBody>
      </p:sp>
      <p:sp>
        <p:nvSpPr>
          <p:cNvPr id="3" name="">
            <a:extLst xmlns:a="http://schemas.openxmlformats.org/drawingml/2006/main">
              <a:ext uri="{FF2B5EF4-FFF2-40B4-BE49-F238E27FC236}">
                <a16:creationId xmlns:a16="http://schemas.microsoft.com/office/drawing/2014/main" id="{EECE0AF0-8ACC-4AC3-8D0D-08116498BE50}"/>
              </a:ext>
            </a:extLst>
          </p:cNvPr>
          <p:cNvSpPr>
            <a:spLocks xmlns:a="http://schemas.openxmlformats.org/drawingml/2006/main" noGrp="1"/>
          </p:cNvSpPr>
          <p:nvPr/>
        </p:nvSpPr>
        <p:spPr>
          <a:xfrm xmlns:a="http://schemas.openxmlformats.org/drawingml/2006/main">
            <a:off x="762000" y="3619500"/>
            <a:ext cx="809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26A73"/>
                </a:solidFill>
                <a:latin typeface="Apple SD Gothic Neo"/>
                <a:ea typeface="Apple SD Gothic Neo"/>
                <a:cs typeface="Apple SD Gothic Neo"/>
              </a:defRPr>
            </a:defPPr>
            <a:lvl1pPr algn="l">
              <a:defRPr sz="1875" b="0">
                <a:solidFill>
                  <a:srgbClr val="626A73"/>
                </a:solidFill>
                <a:latin typeface="Apple SD Gothic Neo"/>
                <a:ea typeface="Apple SD Gothic Neo"/>
                <a:cs typeface="Apple SD Gothic Neo"/>
              </a:defRPr>
            </a:lvl1pPr>
            <a:lvl2pPr algn="l">
              <a:defRPr sz="1875" b="0">
                <a:solidFill>
                  <a:srgbClr val="626A73"/>
                </a:solidFill>
                <a:latin typeface="Apple SD Gothic Neo"/>
                <a:ea typeface="Apple SD Gothic Neo"/>
                <a:cs typeface="Apple SD Gothic Neo"/>
              </a:defRPr>
            </a:lvl2pPr>
            <a:lvl3pPr algn="l">
              <a:defRPr sz="1875" b="0">
                <a:solidFill>
                  <a:srgbClr val="626A73"/>
                </a:solidFill>
                <a:latin typeface="Apple SD Gothic Neo"/>
                <a:ea typeface="Apple SD Gothic Neo"/>
                <a:cs typeface="Apple SD Gothic Neo"/>
              </a:defRPr>
            </a:lvl3pPr>
            <a:lvl4pPr algn="l">
              <a:defRPr sz="1875" b="0">
                <a:solidFill>
                  <a:srgbClr val="626A73"/>
                </a:solidFill>
                <a:latin typeface="Apple SD Gothic Neo"/>
                <a:ea typeface="Apple SD Gothic Neo"/>
                <a:cs typeface="Apple SD Gothic Neo"/>
              </a:defRPr>
            </a:lvl4pPr>
            <a:lvl5pPr algn="l">
              <a:defRPr sz="1875" b="0">
                <a:solidFill>
                  <a:srgbClr val="626A73"/>
                </a:solidFill>
                <a:latin typeface="Apple SD Gothic Neo"/>
                <a:ea typeface="Apple SD Gothic Neo"/>
                <a:cs typeface="Apple SD Gothic Neo"/>
              </a:defRPr>
            </a:lvl5pPr>
            <a:lvl6pPr algn="l">
              <a:defRPr sz="1875" b="0">
                <a:solidFill>
                  <a:srgbClr val="626A73"/>
                </a:solidFill>
                <a:latin typeface="Apple SD Gothic Neo"/>
                <a:ea typeface="Apple SD Gothic Neo"/>
                <a:cs typeface="Apple SD Gothic Neo"/>
              </a:defRPr>
            </a:lvl6pPr>
            <a:lvl7pPr algn="l">
              <a:defRPr sz="1875" b="0">
                <a:solidFill>
                  <a:srgbClr val="626A73"/>
                </a:solidFill>
                <a:latin typeface="Apple SD Gothic Neo"/>
                <a:ea typeface="Apple SD Gothic Neo"/>
                <a:cs typeface="Apple SD Gothic Neo"/>
              </a:defRPr>
            </a:lvl7pPr>
            <a:lvl8pPr algn="l">
              <a:defRPr sz="1875" b="0">
                <a:solidFill>
                  <a:srgbClr val="626A73"/>
                </a:solidFill>
                <a:latin typeface="Apple SD Gothic Neo"/>
                <a:ea typeface="Apple SD Gothic Neo"/>
                <a:cs typeface="Apple SD Gothic Neo"/>
              </a:defRPr>
            </a:lvl8pPr>
            <a:lvl9pPr algn="l">
              <a:defRPr sz="1875" b="0">
                <a:solidFill>
                  <a:srgbClr val="626A73"/>
                </a:solidFill>
                <a:latin typeface="Apple SD Gothic Neo"/>
                <a:ea typeface="Apple SD Gothic Neo"/>
                <a:cs typeface="Apple SD Gothic Neo"/>
              </a:defRPr>
            </a:lvl9pPr>
          </a:lstStyle>
          <a:p xmlns:a="http://schemas.openxmlformats.org/drawingml/2006/main">
            <a:pPr algn="l">
              <a:defRPr sz="1875" b="0">
                <a:solidFill>
                  <a:srgbClr val="626A73"/>
                </a:solidFill>
                <a:latin typeface="Apple SD Gothic Neo"/>
                <a:ea typeface="Apple SD Gothic Neo"/>
                <a:cs typeface="Apple SD Gothic Neo"/>
              </a:defRPr>
            </a:pPr>
            <a:r>
              <a:rPr sz="1875" b="0">
                <a:solidFill>
                  <a:srgbClr val="626A73"/>
                </a:solidFill>
                <a:latin typeface="Apple SD Gothic Neo"/>
                <a:ea typeface="Apple SD Gothic Neo"/>
                <a:cs typeface="Apple SD Gothic Neo"/>
              </a:rPr>
              <a:t>과제 1 · 기존 실습 코드 개선</a:t>
            </a:r>
          </a:p>
        </p:txBody>
      </p:sp>
      <p:sp>
        <p:nvSpPr>
          <p:cNvPr id="4" name="">
            <a:extLst xmlns:a="http://schemas.openxmlformats.org/drawingml/2006/main">
              <a:ext uri="{FF2B5EF4-FFF2-40B4-BE49-F238E27FC236}">
                <a16:creationId xmlns:a16="http://schemas.microsoft.com/office/drawing/2014/main" id="{51DAB237-4C41-44EA-B729-39EFBBF259C2}"/>
              </a:ext>
            </a:extLst>
          </p:cNvPr>
          <p:cNvSpPr>
            <a:spLocks xmlns:a="http://schemas.openxmlformats.org/drawingml/2006/main" noGrp="1"/>
          </p:cNvSpPr>
          <p:nvPr/>
        </p:nvSpPr>
        <p:spPr>
          <a:xfrm xmlns:a="http://schemas.openxmlformats.org/drawingml/2006/main">
            <a:off x="762000" y="5734050"/>
            <a:ext cx="8572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SKALA 광주 3반 G096 정다운</a:t>
            </a:r>
          </a:p>
        </p:txBody>
      </p:sp>
    </p:spTree>
    <p:extLst>
      <p:ext uri="{BB962C8B-B14F-4D97-AF65-F5344CB8AC3E}">
        <p14:creationId xmlns:p14="http://schemas.microsoft.com/office/powerpoint/2010/main" val="10447238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4560704-EBB8-451F-AC7B-DC2629749332}"/>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선택 과제와 개선 Task</a:t>
            </a:r>
          </a:p>
        </p:txBody>
      </p:sp>
      <p:sp>
        <p:nvSpPr>
          <p:cNvPr id="2" name="">
            <a:extLst xmlns:a="http://schemas.openxmlformats.org/drawingml/2006/main">
              <a:ext uri="{FF2B5EF4-FFF2-40B4-BE49-F238E27FC236}">
                <a16:creationId xmlns:a16="http://schemas.microsoft.com/office/drawing/2014/main" id="{0C91FD6C-7700-4F35-9C7A-D150185A53B0}"/>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02  G096 정다운</a:t>
            </a:r>
          </a:p>
        </p:txBody>
      </p:sp>
      <p:sp>
        <p:nvSpPr>
          <p:cNvPr id="3" name="">
            <a:extLst xmlns:a="http://schemas.openxmlformats.org/drawingml/2006/main">
              <a:ext uri="{FF2B5EF4-FFF2-40B4-BE49-F238E27FC236}">
                <a16:creationId xmlns:a16="http://schemas.microsoft.com/office/drawing/2014/main" id="{DE02166A-AE89-4858-8C11-C5E802DBCB98}"/>
              </a:ext>
            </a:extLst>
          </p:cNvPr>
          <p:cNvSpPr>
            <a:spLocks xmlns:a="http://schemas.openxmlformats.org/drawingml/2006/main" noGrp="1"/>
          </p:cNvSpPr>
          <p:nvPr/>
        </p:nvSpPr>
        <p:spPr>
          <a:xfrm xmlns:a="http://schemas.openxmlformats.org/drawingml/2006/main">
            <a:off x="742950" y="152400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01</a:t>
            </a:r>
          </a:p>
        </p:txBody>
      </p:sp>
      <p:sp>
        <p:nvSpPr>
          <p:cNvPr id="4" name="">
            <a:extLst xmlns:a="http://schemas.openxmlformats.org/drawingml/2006/main">
              <a:ext uri="{FF2B5EF4-FFF2-40B4-BE49-F238E27FC236}">
                <a16:creationId xmlns:a16="http://schemas.microsoft.com/office/drawing/2014/main" id="{902D8597-86BE-4146-92BA-2F6111278751}"/>
              </a:ext>
            </a:extLst>
          </p:cNvPr>
          <p:cNvSpPr>
            <a:spLocks xmlns:a="http://schemas.openxmlformats.org/drawingml/2006/main" noGrp="1"/>
          </p:cNvSpPr>
          <p:nvPr/>
        </p:nvSpPr>
        <p:spPr>
          <a:xfrm xmlns:a="http://schemas.openxmlformats.org/drawingml/2006/main">
            <a:off x="1409700" y="154305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조사 대상 확인</a:t>
            </a:r>
          </a:p>
        </p:txBody>
      </p:sp>
      <p:sp>
        <p:nvSpPr>
          <p:cNvPr id="5" name="">
            <a:extLst xmlns:a="http://schemas.openxmlformats.org/drawingml/2006/main">
              <a:ext uri="{FF2B5EF4-FFF2-40B4-BE49-F238E27FC236}">
                <a16:creationId xmlns:a16="http://schemas.microsoft.com/office/drawing/2014/main" id="{289CF2A5-042E-4B3C-A6D7-AD8945349B8A}"/>
              </a:ext>
            </a:extLst>
          </p:cNvPr>
          <p:cNvSpPr>
            <a:spLocks xmlns:a="http://schemas.openxmlformats.org/drawingml/2006/main" noGrp="1"/>
          </p:cNvSpPr>
          <p:nvPr/>
        </p:nvSpPr>
        <p:spPr>
          <a:xfrm xmlns:a="http://schemas.openxmlformats.org/drawingml/2006/main">
            <a:off x="1409700" y="200977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기본값 제거 · 질문 후 재개</a:t>
            </a:r>
          </a:p>
        </p:txBody>
      </p:sp>
      <p:sp>
        <p:nvSpPr>
          <p:cNvPr id="6" name="">
            <a:extLst xmlns:a="http://schemas.openxmlformats.org/drawingml/2006/main">
              <a:ext uri="{FF2B5EF4-FFF2-40B4-BE49-F238E27FC236}">
                <a16:creationId xmlns:a16="http://schemas.microsoft.com/office/drawing/2014/main" id="{5E28B886-8374-430B-93F0-CC2BCD0C17B0}"/>
              </a:ext>
            </a:extLst>
          </p:cNvPr>
          <p:cNvSpPr>
            <a:spLocks xmlns:a="http://schemas.openxmlformats.org/drawingml/2006/main" noGrp="1"/>
          </p:cNvSpPr>
          <p:nvPr/>
        </p:nvSpPr>
        <p:spPr>
          <a:xfrm xmlns:a="http://schemas.openxmlformats.org/drawingml/2006/main">
            <a:off x="742950" y="2962275"/>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02</a:t>
            </a:r>
          </a:p>
        </p:txBody>
      </p:sp>
      <p:sp>
        <p:nvSpPr>
          <p:cNvPr id="7" name="">
            <a:extLst xmlns:a="http://schemas.openxmlformats.org/drawingml/2006/main">
              <a:ext uri="{FF2B5EF4-FFF2-40B4-BE49-F238E27FC236}">
                <a16:creationId xmlns:a16="http://schemas.microsoft.com/office/drawing/2014/main" id="{8F265066-C1E4-412F-9172-B50F66014960}"/>
              </a:ext>
            </a:extLst>
          </p:cNvPr>
          <p:cNvSpPr>
            <a:spLocks xmlns:a="http://schemas.openxmlformats.org/drawingml/2006/main" noGrp="1"/>
          </p:cNvSpPr>
          <p:nvPr/>
        </p:nvSpPr>
        <p:spPr>
          <a:xfrm xmlns:a="http://schemas.openxmlformats.org/drawingml/2006/main">
            <a:off x="1409700" y="2981325"/>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다중 Runbook 검색</a:t>
            </a:r>
          </a:p>
        </p:txBody>
      </p:sp>
      <p:sp>
        <p:nvSpPr>
          <p:cNvPr id="8" name="">
            <a:extLst xmlns:a="http://schemas.openxmlformats.org/drawingml/2006/main">
              <a:ext uri="{FF2B5EF4-FFF2-40B4-BE49-F238E27FC236}">
                <a16:creationId xmlns:a16="http://schemas.microsoft.com/office/drawing/2014/main" id="{1202A289-0106-4635-A7BD-5513FE56BB1F}"/>
              </a:ext>
            </a:extLst>
          </p:cNvPr>
          <p:cNvSpPr>
            <a:spLocks xmlns:a="http://schemas.openxmlformats.org/drawingml/2006/main" noGrp="1"/>
          </p:cNvSpPr>
          <p:nvPr/>
        </p:nvSpPr>
        <p:spPr>
          <a:xfrm xmlns:a="http://schemas.openxmlformats.org/drawingml/2006/main">
            <a:off x="1409700" y="3448050"/>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질문·알림으로 관련 문서 선택</a:t>
            </a:r>
          </a:p>
        </p:txBody>
      </p:sp>
      <p:sp>
        <p:nvSpPr>
          <p:cNvPr id="9" name="">
            <a:extLst xmlns:a="http://schemas.openxmlformats.org/drawingml/2006/main">
              <a:ext uri="{FF2B5EF4-FFF2-40B4-BE49-F238E27FC236}">
                <a16:creationId xmlns:a16="http://schemas.microsoft.com/office/drawing/2014/main" id="{65EB1E5B-CCB7-4158-93EF-55CD337AFE98}"/>
              </a:ext>
            </a:extLst>
          </p:cNvPr>
          <p:cNvSpPr>
            <a:spLocks xmlns:a="http://schemas.openxmlformats.org/drawingml/2006/main" noGrp="1"/>
          </p:cNvSpPr>
          <p:nvPr/>
        </p:nvSpPr>
        <p:spPr>
          <a:xfrm xmlns:a="http://schemas.openxmlformats.org/drawingml/2006/main">
            <a:off x="742950" y="440055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03</a:t>
            </a:r>
          </a:p>
        </p:txBody>
      </p:sp>
      <p:sp>
        <p:nvSpPr>
          <p:cNvPr id="10" name="">
            <a:extLst xmlns:a="http://schemas.openxmlformats.org/drawingml/2006/main">
              <a:ext uri="{FF2B5EF4-FFF2-40B4-BE49-F238E27FC236}">
                <a16:creationId xmlns:a16="http://schemas.microsoft.com/office/drawing/2014/main" id="{127B28AE-2377-47C8-BD78-52CEE9564E36}"/>
              </a:ext>
            </a:extLst>
          </p:cNvPr>
          <p:cNvSpPr>
            <a:spLocks xmlns:a="http://schemas.openxmlformats.org/drawingml/2006/main" noGrp="1"/>
          </p:cNvSpPr>
          <p:nvPr/>
        </p:nvSpPr>
        <p:spPr>
          <a:xfrm xmlns:a="http://schemas.openxmlformats.org/drawingml/2006/main">
            <a:off x="1409700" y="441960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근거 검증</a:t>
            </a:r>
          </a:p>
        </p:txBody>
      </p:sp>
      <p:sp>
        <p:nvSpPr>
          <p:cNvPr id="11" name="">
            <a:extLst xmlns:a="http://schemas.openxmlformats.org/drawingml/2006/main">
              <a:ext uri="{FF2B5EF4-FFF2-40B4-BE49-F238E27FC236}">
                <a16:creationId xmlns:a16="http://schemas.microsoft.com/office/drawing/2014/main" id="{1B681FA2-76FF-4E70-A658-4C7082C258A0}"/>
              </a:ext>
            </a:extLst>
          </p:cNvPr>
          <p:cNvSpPr>
            <a:spLocks xmlns:a="http://schemas.openxmlformats.org/drawingml/2006/main" noGrp="1"/>
          </p:cNvSpPr>
          <p:nvPr/>
        </p:nvSpPr>
        <p:spPr>
          <a:xfrm xmlns:a="http://schemas.openxmlformats.org/drawingml/2006/main">
            <a:off x="1409700" y="488632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수치·출처 확인 · Judge 재검토</a:t>
            </a:r>
          </a:p>
        </p:txBody>
      </p:sp>
      <p:sp>
        <p:nvSpPr>
          <p:cNvPr id="12" name="">
            <a:extLst xmlns:a="http://schemas.openxmlformats.org/drawingml/2006/main">
              <a:ext uri="{FF2B5EF4-FFF2-40B4-BE49-F238E27FC236}">
                <a16:creationId xmlns:a16="http://schemas.microsoft.com/office/drawing/2014/main" id="{F786E824-91D6-4663-B9C5-BFA4AB6C51A0}"/>
              </a:ext>
            </a:extLst>
          </p:cNvPr>
          <p:cNvSpPr>
            <a:spLocks xmlns:a="http://schemas.openxmlformats.org/drawingml/2006/main" noGrp="1"/>
          </p:cNvSpPr>
          <p:nvPr/>
        </p:nvSpPr>
        <p:spPr>
          <a:xfrm xmlns:a="http://schemas.openxmlformats.org/drawingml/2006/main">
            <a:off x="6534150" y="152400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04</a:t>
            </a:r>
          </a:p>
        </p:txBody>
      </p:sp>
      <p:sp>
        <p:nvSpPr>
          <p:cNvPr id="13" name="">
            <a:extLst xmlns:a="http://schemas.openxmlformats.org/drawingml/2006/main">
              <a:ext uri="{FF2B5EF4-FFF2-40B4-BE49-F238E27FC236}">
                <a16:creationId xmlns:a16="http://schemas.microsoft.com/office/drawing/2014/main" id="{F68AE357-1851-4005-9309-C3FE2A92990D}"/>
              </a:ext>
            </a:extLst>
          </p:cNvPr>
          <p:cNvSpPr>
            <a:spLocks xmlns:a="http://schemas.openxmlformats.org/drawingml/2006/main" noGrp="1"/>
          </p:cNvSpPr>
          <p:nvPr/>
        </p:nvSpPr>
        <p:spPr>
          <a:xfrm xmlns:a="http://schemas.openxmlformats.org/drawingml/2006/main">
            <a:off x="7200900" y="154305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부분 실패 대응</a:t>
            </a:r>
          </a:p>
        </p:txBody>
      </p:sp>
      <p:sp>
        <p:nvSpPr>
          <p:cNvPr id="14" name="">
            <a:extLst xmlns:a="http://schemas.openxmlformats.org/drawingml/2006/main">
              <a:ext uri="{FF2B5EF4-FFF2-40B4-BE49-F238E27FC236}">
                <a16:creationId xmlns:a16="http://schemas.microsoft.com/office/drawing/2014/main" id="{B2B6D0A8-1437-44B5-9E7A-8673E64C3F36}"/>
              </a:ext>
            </a:extLst>
          </p:cNvPr>
          <p:cNvSpPr>
            <a:spLocks xmlns:a="http://schemas.openxmlformats.org/drawingml/2006/main" noGrp="1"/>
          </p:cNvSpPr>
          <p:nvPr/>
        </p:nvSpPr>
        <p:spPr>
          <a:xfrm xmlns:a="http://schemas.openxmlformats.org/drawingml/2006/main">
            <a:off x="7200900" y="200977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성공 근거 유지 · 실패 고지</a:t>
            </a:r>
          </a:p>
        </p:txBody>
      </p:sp>
      <p:sp>
        <p:nvSpPr>
          <p:cNvPr id="15" name="">
            <a:extLst xmlns:a="http://schemas.openxmlformats.org/drawingml/2006/main">
              <a:ext uri="{FF2B5EF4-FFF2-40B4-BE49-F238E27FC236}">
                <a16:creationId xmlns:a16="http://schemas.microsoft.com/office/drawing/2014/main" id="{B0BA6695-1B6B-4ECB-AA2F-63193E8BD633}"/>
              </a:ext>
            </a:extLst>
          </p:cNvPr>
          <p:cNvSpPr>
            <a:spLocks xmlns:a="http://schemas.openxmlformats.org/drawingml/2006/main" noGrp="1"/>
          </p:cNvSpPr>
          <p:nvPr/>
        </p:nvSpPr>
        <p:spPr>
          <a:xfrm xmlns:a="http://schemas.openxmlformats.org/drawingml/2006/main">
            <a:off x="6534150" y="2962275"/>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05</a:t>
            </a:r>
          </a:p>
        </p:txBody>
      </p:sp>
      <p:sp>
        <p:nvSpPr>
          <p:cNvPr id="16" name="">
            <a:extLst xmlns:a="http://schemas.openxmlformats.org/drawingml/2006/main">
              <a:ext uri="{FF2B5EF4-FFF2-40B4-BE49-F238E27FC236}">
                <a16:creationId xmlns:a16="http://schemas.microsoft.com/office/drawing/2014/main" id="{FBFDB840-0B8D-43F5-A837-8E9E24EE595A}"/>
              </a:ext>
            </a:extLst>
          </p:cNvPr>
          <p:cNvSpPr>
            <a:spLocks xmlns:a="http://schemas.openxmlformats.org/drawingml/2006/main" noGrp="1"/>
          </p:cNvSpPr>
          <p:nvPr/>
        </p:nvSpPr>
        <p:spPr>
          <a:xfrm xmlns:a="http://schemas.openxmlformats.org/drawingml/2006/main">
            <a:off x="7200900" y="2981325"/>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모듈화와 평가</a:t>
            </a:r>
          </a:p>
        </p:txBody>
      </p:sp>
      <p:sp>
        <p:nvSpPr>
          <p:cNvPr id="17" name="">
            <a:extLst xmlns:a="http://schemas.openxmlformats.org/drawingml/2006/main">
              <a:ext uri="{FF2B5EF4-FFF2-40B4-BE49-F238E27FC236}">
                <a16:creationId xmlns:a16="http://schemas.microsoft.com/office/drawing/2014/main" id="{1CAF6C8B-9F8B-43C1-9D6C-DC9588583ED1}"/>
              </a:ext>
            </a:extLst>
          </p:cNvPr>
          <p:cNvSpPr>
            <a:spLocks xmlns:a="http://schemas.openxmlformats.org/drawingml/2006/main" noGrp="1"/>
          </p:cNvSpPr>
          <p:nvPr/>
        </p:nvSpPr>
        <p:spPr>
          <a:xfrm xmlns:a="http://schemas.openxmlformats.org/drawingml/2006/main">
            <a:off x="7200900" y="3448050"/>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역할 분리 · 단위 테스트 12개</a:t>
            </a:r>
          </a:p>
        </p:txBody>
      </p:sp>
      <p:sp>
        <p:nvSpPr>
          <p:cNvPr id="18" name="">
            <a:extLst xmlns:a="http://schemas.openxmlformats.org/drawingml/2006/main">
              <a:ext uri="{FF2B5EF4-FFF2-40B4-BE49-F238E27FC236}">
                <a16:creationId xmlns:a16="http://schemas.microsoft.com/office/drawing/2014/main" id="{051C0A08-F72E-4343-9EA1-8D73951378EA}"/>
              </a:ext>
            </a:extLst>
          </p:cNvPr>
          <p:cNvSpPr>
            <a:spLocks xmlns:a="http://schemas.openxmlformats.org/drawingml/2006/main" noGrp="1"/>
          </p:cNvSpPr>
          <p:nvPr/>
        </p:nvSpPr>
        <p:spPr>
          <a:xfrm xmlns:a="http://schemas.openxmlformats.org/drawingml/2006/main">
            <a:off x="733425" y="6038850"/>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agent/target_nodes.py · agent/runbook_retrieval.py · agent/report_nodes.py</a:t>
            </a:r>
          </a:p>
        </p:txBody>
      </p:sp>
    </p:spTree>
    <p:extLst>
      <p:ext uri="{BB962C8B-B14F-4D97-AF65-F5344CB8AC3E}">
        <p14:creationId xmlns:p14="http://schemas.microsoft.com/office/powerpoint/2010/main" val="44732693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EFF3732-2ADF-411F-B438-35E6E2BBB4D9}"/>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대상을 모르면 멈추고, 같은 Graph를 재개</a:t>
            </a:r>
          </a:p>
        </p:txBody>
      </p:sp>
      <p:sp>
        <p:nvSpPr>
          <p:cNvPr id="2" name="">
            <a:extLst xmlns:a="http://schemas.openxmlformats.org/drawingml/2006/main">
              <a:ext uri="{FF2B5EF4-FFF2-40B4-BE49-F238E27FC236}">
                <a16:creationId xmlns:a16="http://schemas.microsoft.com/office/drawing/2014/main" id="{723ADD0D-9E7A-44B3-ABD6-1A9BE0E3470E}"/>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03  G096 정다운</a:t>
            </a:r>
          </a:p>
        </p:txBody>
      </p:sp>
      <p:pic>
        <p:nvPicPr>
          <p:cNvPr id="3" name="">
            <a:extLst xmlns:a="http://schemas.openxmlformats.org/drawingml/2006/main">
              <a:ext uri="{FF2B5EF4-FFF2-40B4-BE49-F238E27FC236}">
                <a16:creationId xmlns:a16="http://schemas.microsoft.com/office/drawing/2014/main" id="{1B72303B-52AF-479F-9E1B-849087A02A3C}"/>
              </a:ext>
            </a:extLst>
          </p:cNvPr>
          <p:cNvPicPr>
            <a:picLocks xmlns:a="http://schemas.openxmlformats.org/drawingml/2006/main" noChangeAspect="1"/>
          </p:cNvPicPr>
          <p:nvPr/>
        </p:nvPicPr>
        <p:blipFill>
          <a:blip xmlns:r="http://schemas.openxmlformats.org/officeDocument/2006/relationships" xmlns:a="http://schemas.openxmlformats.org/drawingml/2006/main" r:embed="R00ec87e765294ada"/>
          <a:stretch xmlns:a="http://schemas.openxmlformats.org/drawingml/2006/main"/>
        </p:blipFill>
        <p:spPr>
          <a:xfrm xmlns:a="http://schemas.openxmlformats.org/drawingml/2006/main">
            <a:off x="677823" y="1266825"/>
            <a:ext cx="4635579" cy="4905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7FE188C-534E-4385-9001-52E12C95CDD6}"/>
              </a:ext>
            </a:extLst>
          </p:cNvPr>
          <p:cNvSpPr>
            <a:spLocks xmlns:a="http://schemas.openxmlformats.org/drawingml/2006/main" noGrp="1"/>
          </p:cNvSpPr>
          <p:nvPr/>
        </p:nvSpPr>
        <p:spPr>
          <a:xfrm xmlns:a="http://schemas.openxmlformats.org/drawingml/2006/main">
            <a:off x="5810250" y="1628775"/>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agent/target_nodes.py:47</a:t>
            </a:r>
          </a:p>
        </p:txBody>
      </p:sp>
      <p:sp>
        <p:nvSpPr>
          <p:cNvPr id="5" name="">
            <a:extLst xmlns:a="http://schemas.openxmlformats.org/drawingml/2006/main">
              <a:ext uri="{FF2B5EF4-FFF2-40B4-BE49-F238E27FC236}">
                <a16:creationId xmlns:a16="http://schemas.microsoft.com/office/drawing/2014/main" id="{640EBC49-A034-4DAC-B84F-7060F518F771}"/>
              </a:ext>
            </a:extLst>
          </p:cNvPr>
          <p:cNvSpPr>
            <a:spLocks xmlns:a="http://schemas.openxmlformats.org/drawingml/2006/main" noGrp="1"/>
          </p:cNvSpPr>
          <p:nvPr/>
        </p:nvSpPr>
        <p:spPr>
          <a:xfrm xmlns:a="http://schemas.openxmlformats.org/drawingml/2006/main">
            <a:off x="5810250" y="2019300"/>
            <a:ext cx="571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4232D"/>
                </a:solidFill>
                <a:latin typeface="Menlo"/>
                <a:ea typeface="Menlo"/>
                <a:cs typeface="Menlo"/>
              </a:defRPr>
            </a:defPPr>
            <a:lvl1pPr algn="l">
              <a:defRPr sz="1575" b="1">
                <a:solidFill>
                  <a:srgbClr val="B4232D"/>
                </a:solidFill>
                <a:latin typeface="Menlo"/>
                <a:ea typeface="Menlo"/>
                <a:cs typeface="Menlo"/>
              </a:defRPr>
            </a:lvl1pPr>
            <a:lvl2pPr algn="l">
              <a:defRPr sz="1575" b="1">
                <a:solidFill>
                  <a:srgbClr val="B4232D"/>
                </a:solidFill>
                <a:latin typeface="Menlo"/>
                <a:ea typeface="Menlo"/>
                <a:cs typeface="Menlo"/>
              </a:defRPr>
            </a:lvl2pPr>
            <a:lvl3pPr algn="l">
              <a:defRPr sz="1575" b="1">
                <a:solidFill>
                  <a:srgbClr val="B4232D"/>
                </a:solidFill>
                <a:latin typeface="Menlo"/>
                <a:ea typeface="Menlo"/>
                <a:cs typeface="Menlo"/>
              </a:defRPr>
            </a:lvl3pPr>
            <a:lvl4pPr algn="l">
              <a:defRPr sz="1575" b="1">
                <a:solidFill>
                  <a:srgbClr val="B4232D"/>
                </a:solidFill>
                <a:latin typeface="Menlo"/>
                <a:ea typeface="Menlo"/>
                <a:cs typeface="Menlo"/>
              </a:defRPr>
            </a:lvl4pPr>
            <a:lvl5pPr algn="l">
              <a:defRPr sz="1575" b="1">
                <a:solidFill>
                  <a:srgbClr val="B4232D"/>
                </a:solidFill>
                <a:latin typeface="Menlo"/>
                <a:ea typeface="Menlo"/>
                <a:cs typeface="Menlo"/>
              </a:defRPr>
            </a:lvl5pPr>
            <a:lvl6pPr algn="l">
              <a:defRPr sz="1575" b="1">
                <a:solidFill>
                  <a:srgbClr val="B4232D"/>
                </a:solidFill>
                <a:latin typeface="Menlo"/>
                <a:ea typeface="Menlo"/>
                <a:cs typeface="Menlo"/>
              </a:defRPr>
            </a:lvl6pPr>
            <a:lvl7pPr algn="l">
              <a:defRPr sz="1575" b="1">
                <a:solidFill>
                  <a:srgbClr val="B4232D"/>
                </a:solidFill>
                <a:latin typeface="Menlo"/>
                <a:ea typeface="Menlo"/>
                <a:cs typeface="Menlo"/>
              </a:defRPr>
            </a:lvl7pPr>
            <a:lvl8pPr algn="l">
              <a:defRPr sz="1575" b="1">
                <a:solidFill>
                  <a:srgbClr val="B4232D"/>
                </a:solidFill>
                <a:latin typeface="Menlo"/>
                <a:ea typeface="Menlo"/>
                <a:cs typeface="Menlo"/>
              </a:defRPr>
            </a:lvl8pPr>
            <a:lvl9pPr algn="l">
              <a:defRPr sz="1575" b="1">
                <a:solidFill>
                  <a:srgbClr val="B4232D"/>
                </a:solidFill>
                <a:latin typeface="Menlo"/>
                <a:ea typeface="Menlo"/>
                <a:cs typeface="Menlo"/>
              </a:defRPr>
            </a:lvl9pPr>
          </a:lstStyle>
          <a:p xmlns:a="http://schemas.openxmlformats.org/drawingml/2006/main">
            <a:pPr algn="l">
              <a:defRPr sz="1575" b="1">
                <a:solidFill>
                  <a:srgbClr val="B4232D"/>
                </a:solidFill>
                <a:latin typeface="Menlo"/>
                <a:ea typeface="Menlo"/>
                <a:cs typeface="Menlo"/>
              </a:defRPr>
            </a:pPr>
            <a:r>
              <a:rPr sz="1575" b="1">
                <a:solidFill>
                  <a:srgbClr val="B4232D"/>
                </a:solidFill>
                <a:latin typeface="Menlo"/>
                <a:ea typeface="Menlo"/>
                <a:cs typeface="Menlo"/>
              </a:rPr>
              <a:t>answer = interrupt({...})</a:t>
            </a:r>
          </a:p>
        </p:txBody>
      </p:sp>
      <p:sp>
        <p:nvSpPr>
          <p:cNvPr id="6" name="">
            <a:extLst xmlns:a="http://schemas.openxmlformats.org/drawingml/2006/main">
              <a:ext uri="{FF2B5EF4-FFF2-40B4-BE49-F238E27FC236}">
                <a16:creationId xmlns:a16="http://schemas.microsoft.com/office/drawing/2014/main" id="{9E6A8370-5786-4EE5-A6E5-D3548AB1B8A1}"/>
              </a:ext>
            </a:extLst>
          </p:cNvPr>
          <p:cNvSpPr>
            <a:spLocks xmlns:a="http://schemas.openxmlformats.org/drawingml/2006/main" noGrp="1"/>
          </p:cNvSpPr>
          <p:nvPr/>
        </p:nvSpPr>
        <p:spPr>
          <a:xfrm xmlns:a="http://schemas.openxmlformats.org/drawingml/2006/main">
            <a:off x="5810250" y="2419350"/>
            <a:ext cx="571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3151A"/>
                </a:solidFill>
                <a:latin typeface="Menlo"/>
                <a:ea typeface="Menlo"/>
                <a:cs typeface="Menlo"/>
              </a:defRPr>
            </a:defPPr>
            <a:lvl1pPr algn="l">
              <a:defRPr sz="1575" b="0">
                <a:solidFill>
                  <a:srgbClr val="13151A"/>
                </a:solidFill>
                <a:latin typeface="Menlo"/>
                <a:ea typeface="Menlo"/>
                <a:cs typeface="Menlo"/>
              </a:defRPr>
            </a:lvl1pPr>
            <a:lvl2pPr algn="l">
              <a:defRPr sz="1575" b="0">
                <a:solidFill>
                  <a:srgbClr val="13151A"/>
                </a:solidFill>
                <a:latin typeface="Menlo"/>
                <a:ea typeface="Menlo"/>
                <a:cs typeface="Menlo"/>
              </a:defRPr>
            </a:lvl2pPr>
            <a:lvl3pPr algn="l">
              <a:defRPr sz="1575" b="0">
                <a:solidFill>
                  <a:srgbClr val="13151A"/>
                </a:solidFill>
                <a:latin typeface="Menlo"/>
                <a:ea typeface="Menlo"/>
                <a:cs typeface="Menlo"/>
              </a:defRPr>
            </a:lvl3pPr>
            <a:lvl4pPr algn="l">
              <a:defRPr sz="1575" b="0">
                <a:solidFill>
                  <a:srgbClr val="13151A"/>
                </a:solidFill>
                <a:latin typeface="Menlo"/>
                <a:ea typeface="Menlo"/>
                <a:cs typeface="Menlo"/>
              </a:defRPr>
            </a:lvl4pPr>
            <a:lvl5pPr algn="l">
              <a:defRPr sz="1575" b="0">
                <a:solidFill>
                  <a:srgbClr val="13151A"/>
                </a:solidFill>
                <a:latin typeface="Menlo"/>
                <a:ea typeface="Menlo"/>
                <a:cs typeface="Menlo"/>
              </a:defRPr>
            </a:lvl5pPr>
            <a:lvl6pPr algn="l">
              <a:defRPr sz="1575" b="0">
                <a:solidFill>
                  <a:srgbClr val="13151A"/>
                </a:solidFill>
                <a:latin typeface="Menlo"/>
                <a:ea typeface="Menlo"/>
                <a:cs typeface="Menlo"/>
              </a:defRPr>
            </a:lvl6pPr>
            <a:lvl7pPr algn="l">
              <a:defRPr sz="1575" b="0">
                <a:solidFill>
                  <a:srgbClr val="13151A"/>
                </a:solidFill>
                <a:latin typeface="Menlo"/>
                <a:ea typeface="Menlo"/>
                <a:cs typeface="Menlo"/>
              </a:defRPr>
            </a:lvl7pPr>
            <a:lvl8pPr algn="l">
              <a:defRPr sz="1575" b="0">
                <a:solidFill>
                  <a:srgbClr val="13151A"/>
                </a:solidFill>
                <a:latin typeface="Menlo"/>
                <a:ea typeface="Menlo"/>
                <a:cs typeface="Menlo"/>
              </a:defRPr>
            </a:lvl8pPr>
            <a:lvl9pPr algn="l">
              <a:defRPr sz="1575" b="0">
                <a:solidFill>
                  <a:srgbClr val="13151A"/>
                </a:solidFill>
                <a:latin typeface="Menlo"/>
                <a:ea typeface="Menlo"/>
                <a:cs typeface="Menlo"/>
              </a:defRPr>
            </a:lvl9pPr>
          </a:lstStyle>
          <a:p xmlns:a="http://schemas.openxmlformats.org/drawingml/2006/main">
            <a:pPr algn="l">
              <a:defRPr sz="1575" b="0">
                <a:solidFill>
                  <a:srgbClr val="13151A"/>
                </a:solidFill>
                <a:latin typeface="Menlo"/>
                <a:ea typeface="Menlo"/>
                <a:cs typeface="Menlo"/>
              </a:defRPr>
            </a:pPr>
            <a:r>
              <a:rPr sz="1575" b="0">
                <a:solidFill>
                  <a:srgbClr val="13151A"/>
                </a:solidFill>
                <a:latin typeface="Menlo"/>
                <a:ea typeface="Menlo"/>
                <a:cs typeface="Menlo"/>
              </a:rPr>
              <a:t>return {"clarification_answer": str(answer).strip()}</a:t>
            </a:r>
          </a:p>
        </p:txBody>
      </p:sp>
      <p:sp>
        <p:nvSpPr>
          <p:cNvPr id="7" name="">
            <a:extLst xmlns:a="http://schemas.openxmlformats.org/drawingml/2006/main">
              <a:ext uri="{FF2B5EF4-FFF2-40B4-BE49-F238E27FC236}">
                <a16:creationId xmlns:a16="http://schemas.microsoft.com/office/drawing/2014/main" id="{4517E2B9-1FEF-4E93-AD14-87BEFB71F73A}"/>
              </a:ext>
            </a:extLst>
          </p:cNvPr>
          <p:cNvSpPr>
            <a:spLocks xmlns:a="http://schemas.openxmlformats.org/drawingml/2006/main" noGrp="1"/>
          </p:cNvSpPr>
          <p:nvPr/>
        </p:nvSpPr>
        <p:spPr>
          <a:xfrm xmlns:a="http://schemas.openxmlformats.org/drawingml/2006/main">
            <a:off x="5810250" y="3209925"/>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server.py:157</a:t>
            </a:r>
          </a:p>
        </p:txBody>
      </p:sp>
      <p:sp>
        <p:nvSpPr>
          <p:cNvPr id="8" name="">
            <a:extLst xmlns:a="http://schemas.openxmlformats.org/drawingml/2006/main">
              <a:ext uri="{FF2B5EF4-FFF2-40B4-BE49-F238E27FC236}">
                <a16:creationId xmlns:a16="http://schemas.microsoft.com/office/drawing/2014/main" id="{42B7F49C-4BDE-4C58-993F-9A0B4F772F28}"/>
              </a:ext>
            </a:extLst>
          </p:cNvPr>
          <p:cNvSpPr>
            <a:spLocks xmlns:a="http://schemas.openxmlformats.org/drawingml/2006/main" noGrp="1"/>
          </p:cNvSpPr>
          <p:nvPr/>
        </p:nvSpPr>
        <p:spPr>
          <a:xfrm xmlns:a="http://schemas.openxmlformats.org/drawingml/2006/main">
            <a:off x="5810250" y="3581400"/>
            <a:ext cx="571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3151A"/>
                </a:solidFill>
                <a:latin typeface="Menlo"/>
                <a:ea typeface="Menlo"/>
                <a:cs typeface="Menlo"/>
              </a:defRPr>
            </a:defPPr>
            <a:lvl1pPr algn="l">
              <a:defRPr sz="1500" b="0">
                <a:solidFill>
                  <a:srgbClr val="13151A"/>
                </a:solidFill>
                <a:latin typeface="Menlo"/>
                <a:ea typeface="Menlo"/>
                <a:cs typeface="Menlo"/>
              </a:defRPr>
            </a:lvl1pPr>
            <a:lvl2pPr algn="l">
              <a:defRPr sz="1500" b="0">
                <a:solidFill>
                  <a:srgbClr val="13151A"/>
                </a:solidFill>
                <a:latin typeface="Menlo"/>
                <a:ea typeface="Menlo"/>
                <a:cs typeface="Menlo"/>
              </a:defRPr>
            </a:lvl2pPr>
            <a:lvl3pPr algn="l">
              <a:defRPr sz="1500" b="0">
                <a:solidFill>
                  <a:srgbClr val="13151A"/>
                </a:solidFill>
                <a:latin typeface="Menlo"/>
                <a:ea typeface="Menlo"/>
                <a:cs typeface="Menlo"/>
              </a:defRPr>
            </a:lvl3pPr>
            <a:lvl4pPr algn="l">
              <a:defRPr sz="1500" b="0">
                <a:solidFill>
                  <a:srgbClr val="13151A"/>
                </a:solidFill>
                <a:latin typeface="Menlo"/>
                <a:ea typeface="Menlo"/>
                <a:cs typeface="Menlo"/>
              </a:defRPr>
            </a:lvl4pPr>
            <a:lvl5pPr algn="l">
              <a:defRPr sz="1500" b="0">
                <a:solidFill>
                  <a:srgbClr val="13151A"/>
                </a:solidFill>
                <a:latin typeface="Menlo"/>
                <a:ea typeface="Menlo"/>
                <a:cs typeface="Menlo"/>
              </a:defRPr>
            </a:lvl5pPr>
            <a:lvl6pPr algn="l">
              <a:defRPr sz="1500" b="0">
                <a:solidFill>
                  <a:srgbClr val="13151A"/>
                </a:solidFill>
                <a:latin typeface="Menlo"/>
                <a:ea typeface="Menlo"/>
                <a:cs typeface="Menlo"/>
              </a:defRPr>
            </a:lvl6pPr>
            <a:lvl7pPr algn="l">
              <a:defRPr sz="1500" b="0">
                <a:solidFill>
                  <a:srgbClr val="13151A"/>
                </a:solidFill>
                <a:latin typeface="Menlo"/>
                <a:ea typeface="Menlo"/>
                <a:cs typeface="Menlo"/>
              </a:defRPr>
            </a:lvl7pPr>
            <a:lvl8pPr algn="l">
              <a:defRPr sz="1500" b="0">
                <a:solidFill>
                  <a:srgbClr val="13151A"/>
                </a:solidFill>
                <a:latin typeface="Menlo"/>
                <a:ea typeface="Menlo"/>
                <a:cs typeface="Menlo"/>
              </a:defRPr>
            </a:lvl8pPr>
            <a:lvl9pPr algn="l">
              <a:defRPr sz="1500" b="0">
                <a:solidFill>
                  <a:srgbClr val="13151A"/>
                </a:solidFill>
                <a:latin typeface="Menlo"/>
                <a:ea typeface="Menlo"/>
                <a:cs typeface="Menlo"/>
              </a:defRPr>
            </a:lvl9pPr>
          </a:lstStyle>
          <a:p xmlns:a="http://schemas.openxmlformats.org/drawingml/2006/main">
            <a:pPr algn="l">
              <a:defRPr sz="1500" b="0">
                <a:solidFill>
                  <a:srgbClr val="13151A"/>
                </a:solidFill>
                <a:latin typeface="Menlo"/>
                <a:ea typeface="Menlo"/>
                <a:cs typeface="Menlo"/>
              </a:defRPr>
            </a:pPr>
            <a:r>
              <a:rPr sz="1500" b="0">
                <a:solidFill>
                  <a:srgbClr val="13151A"/>
                </a:solidFill>
                <a:latin typeface="Menlo"/>
                <a:ea typeface="Menlo"/>
                <a:cs typeface="Menlo"/>
              </a:rPr>
              <a:t>config = {"configurable": {"thread_id": run_id}}</a:t>
            </a:r>
          </a:p>
        </p:txBody>
      </p:sp>
      <p:sp>
        <p:nvSpPr>
          <p:cNvPr id="9" name="">
            <a:extLst xmlns:a="http://schemas.openxmlformats.org/drawingml/2006/main">
              <a:ext uri="{FF2B5EF4-FFF2-40B4-BE49-F238E27FC236}">
                <a16:creationId xmlns:a16="http://schemas.microsoft.com/office/drawing/2014/main" id="{1FAA08E3-F69D-475A-8660-995382A5D52B}"/>
              </a:ext>
            </a:extLst>
          </p:cNvPr>
          <p:cNvSpPr>
            <a:spLocks xmlns:a="http://schemas.openxmlformats.org/drawingml/2006/main" noGrp="1"/>
          </p:cNvSpPr>
          <p:nvPr/>
        </p:nvSpPr>
        <p:spPr>
          <a:xfrm xmlns:a="http://schemas.openxmlformats.org/drawingml/2006/main">
            <a:off x="5810250" y="3981450"/>
            <a:ext cx="571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B4232D"/>
                </a:solidFill>
                <a:latin typeface="Menlo"/>
                <a:ea typeface="Menlo"/>
                <a:cs typeface="Menlo"/>
              </a:defRPr>
            </a:defPPr>
            <a:lvl1pPr algn="l">
              <a:defRPr sz="1500" b="1">
                <a:solidFill>
                  <a:srgbClr val="B4232D"/>
                </a:solidFill>
                <a:latin typeface="Menlo"/>
                <a:ea typeface="Menlo"/>
                <a:cs typeface="Menlo"/>
              </a:defRPr>
            </a:lvl1pPr>
            <a:lvl2pPr algn="l">
              <a:defRPr sz="1500" b="1">
                <a:solidFill>
                  <a:srgbClr val="B4232D"/>
                </a:solidFill>
                <a:latin typeface="Menlo"/>
                <a:ea typeface="Menlo"/>
                <a:cs typeface="Menlo"/>
              </a:defRPr>
            </a:lvl2pPr>
            <a:lvl3pPr algn="l">
              <a:defRPr sz="1500" b="1">
                <a:solidFill>
                  <a:srgbClr val="B4232D"/>
                </a:solidFill>
                <a:latin typeface="Menlo"/>
                <a:ea typeface="Menlo"/>
                <a:cs typeface="Menlo"/>
              </a:defRPr>
            </a:lvl3pPr>
            <a:lvl4pPr algn="l">
              <a:defRPr sz="1500" b="1">
                <a:solidFill>
                  <a:srgbClr val="B4232D"/>
                </a:solidFill>
                <a:latin typeface="Menlo"/>
                <a:ea typeface="Menlo"/>
                <a:cs typeface="Menlo"/>
              </a:defRPr>
            </a:lvl4pPr>
            <a:lvl5pPr algn="l">
              <a:defRPr sz="1500" b="1">
                <a:solidFill>
                  <a:srgbClr val="B4232D"/>
                </a:solidFill>
                <a:latin typeface="Menlo"/>
                <a:ea typeface="Menlo"/>
                <a:cs typeface="Menlo"/>
              </a:defRPr>
            </a:lvl5pPr>
            <a:lvl6pPr algn="l">
              <a:defRPr sz="1500" b="1">
                <a:solidFill>
                  <a:srgbClr val="B4232D"/>
                </a:solidFill>
                <a:latin typeface="Menlo"/>
                <a:ea typeface="Menlo"/>
                <a:cs typeface="Menlo"/>
              </a:defRPr>
            </a:lvl6pPr>
            <a:lvl7pPr algn="l">
              <a:defRPr sz="1500" b="1">
                <a:solidFill>
                  <a:srgbClr val="B4232D"/>
                </a:solidFill>
                <a:latin typeface="Menlo"/>
                <a:ea typeface="Menlo"/>
                <a:cs typeface="Menlo"/>
              </a:defRPr>
            </a:lvl7pPr>
            <a:lvl8pPr algn="l">
              <a:defRPr sz="1500" b="1">
                <a:solidFill>
                  <a:srgbClr val="B4232D"/>
                </a:solidFill>
                <a:latin typeface="Menlo"/>
                <a:ea typeface="Menlo"/>
                <a:cs typeface="Menlo"/>
              </a:defRPr>
            </a:lvl8pPr>
            <a:lvl9pPr algn="l">
              <a:defRPr sz="1500" b="1">
                <a:solidFill>
                  <a:srgbClr val="B4232D"/>
                </a:solidFill>
                <a:latin typeface="Menlo"/>
                <a:ea typeface="Menlo"/>
                <a:cs typeface="Menlo"/>
              </a:defRPr>
            </a:lvl9pPr>
          </a:lstStyle>
          <a:p xmlns:a="http://schemas.openxmlformats.org/drawingml/2006/main">
            <a:pPr algn="l">
              <a:defRPr sz="1500" b="1">
                <a:solidFill>
                  <a:srgbClr val="B4232D"/>
                </a:solidFill>
                <a:latin typeface="Menlo"/>
                <a:ea typeface="Menlo"/>
                <a:cs typeface="Menlo"/>
              </a:defRPr>
            </a:pPr>
            <a:r>
              <a:rPr sz="1500" b="1">
                <a:solidFill>
                  <a:srgbClr val="B4232D"/>
                </a:solidFill>
                <a:latin typeface="Menlo"/>
                <a:ea typeface="Menlo"/>
                <a:cs typeface="Menlo"/>
              </a:rPr>
              <a:t>Command(resume=message)</a:t>
            </a:r>
          </a:p>
        </p:txBody>
      </p:sp>
      <p:sp>
        <p:nvSpPr>
          <p:cNvPr id="10" name="">
            <a:extLst xmlns:a="http://schemas.openxmlformats.org/drawingml/2006/main">
              <a:ext uri="{FF2B5EF4-FFF2-40B4-BE49-F238E27FC236}">
                <a16:creationId xmlns:a16="http://schemas.microsoft.com/office/drawing/2014/main" id="{CD30EFC9-150A-403A-BB14-901BB5CEB35A}"/>
              </a:ext>
            </a:extLst>
          </p:cNvPr>
          <p:cNvSpPr>
            <a:spLocks xmlns:a="http://schemas.openxmlformats.org/drawingml/2006/main" noGrp="1"/>
          </p:cNvSpPr>
          <p:nvPr/>
        </p:nvSpPr>
        <p:spPr>
          <a:xfrm xmlns:a="http://schemas.openxmlformats.org/drawingml/2006/main">
            <a:off x="5810250" y="4905375"/>
            <a:ext cx="552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B4232D"/>
                </a:solidFill>
                <a:latin typeface="Apple SD Gothic Neo"/>
                <a:ea typeface="Apple SD Gothic Neo"/>
                <a:cs typeface="Apple SD Gothic Neo"/>
              </a:defRPr>
            </a:defPPr>
            <a:lvl1pPr algn="l">
              <a:defRPr sz="1800" b="1">
                <a:solidFill>
                  <a:srgbClr val="B4232D"/>
                </a:solidFill>
                <a:latin typeface="Apple SD Gothic Neo"/>
                <a:ea typeface="Apple SD Gothic Neo"/>
                <a:cs typeface="Apple SD Gothic Neo"/>
              </a:defRPr>
            </a:lvl1pPr>
            <a:lvl2pPr algn="l">
              <a:defRPr sz="1800" b="1">
                <a:solidFill>
                  <a:srgbClr val="B4232D"/>
                </a:solidFill>
                <a:latin typeface="Apple SD Gothic Neo"/>
                <a:ea typeface="Apple SD Gothic Neo"/>
                <a:cs typeface="Apple SD Gothic Neo"/>
              </a:defRPr>
            </a:lvl2pPr>
            <a:lvl3pPr algn="l">
              <a:defRPr sz="1800" b="1">
                <a:solidFill>
                  <a:srgbClr val="B4232D"/>
                </a:solidFill>
                <a:latin typeface="Apple SD Gothic Neo"/>
                <a:ea typeface="Apple SD Gothic Neo"/>
                <a:cs typeface="Apple SD Gothic Neo"/>
              </a:defRPr>
            </a:lvl3pPr>
            <a:lvl4pPr algn="l">
              <a:defRPr sz="1800" b="1">
                <a:solidFill>
                  <a:srgbClr val="B4232D"/>
                </a:solidFill>
                <a:latin typeface="Apple SD Gothic Neo"/>
                <a:ea typeface="Apple SD Gothic Neo"/>
                <a:cs typeface="Apple SD Gothic Neo"/>
              </a:defRPr>
            </a:lvl4pPr>
            <a:lvl5pPr algn="l">
              <a:defRPr sz="1800" b="1">
                <a:solidFill>
                  <a:srgbClr val="B4232D"/>
                </a:solidFill>
                <a:latin typeface="Apple SD Gothic Neo"/>
                <a:ea typeface="Apple SD Gothic Neo"/>
                <a:cs typeface="Apple SD Gothic Neo"/>
              </a:defRPr>
            </a:lvl5pPr>
            <a:lvl6pPr algn="l">
              <a:defRPr sz="1800" b="1">
                <a:solidFill>
                  <a:srgbClr val="B4232D"/>
                </a:solidFill>
                <a:latin typeface="Apple SD Gothic Neo"/>
                <a:ea typeface="Apple SD Gothic Neo"/>
                <a:cs typeface="Apple SD Gothic Neo"/>
              </a:defRPr>
            </a:lvl6pPr>
            <a:lvl7pPr algn="l">
              <a:defRPr sz="1800" b="1">
                <a:solidFill>
                  <a:srgbClr val="B4232D"/>
                </a:solidFill>
                <a:latin typeface="Apple SD Gothic Neo"/>
                <a:ea typeface="Apple SD Gothic Neo"/>
                <a:cs typeface="Apple SD Gothic Neo"/>
              </a:defRPr>
            </a:lvl7pPr>
            <a:lvl8pPr algn="l">
              <a:defRPr sz="1800" b="1">
                <a:solidFill>
                  <a:srgbClr val="B4232D"/>
                </a:solidFill>
                <a:latin typeface="Apple SD Gothic Neo"/>
                <a:ea typeface="Apple SD Gothic Neo"/>
                <a:cs typeface="Apple SD Gothic Neo"/>
              </a:defRPr>
            </a:lvl8pPr>
            <a:lvl9pPr algn="l">
              <a:defRPr sz="1800" b="1">
                <a:solidFill>
                  <a:srgbClr val="B4232D"/>
                </a:solidFill>
                <a:latin typeface="Apple SD Gothic Neo"/>
                <a:ea typeface="Apple SD Gothic Neo"/>
                <a:cs typeface="Apple SD Gothic Neo"/>
              </a:defRPr>
            </a:lvl9pPr>
          </a:lstStyle>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SQLite에 원래 질문과 상태 저장</a:t>
            </a:r>
          </a:p>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같은 thread_id로 재개</a:t>
            </a:r>
          </a:p>
        </p:txBody>
      </p:sp>
      <p:sp>
        <p:nvSpPr>
          <p:cNvPr id="11" name="">
            <a:extLst xmlns:a="http://schemas.openxmlformats.org/drawingml/2006/main">
              <a:ext uri="{FF2B5EF4-FFF2-40B4-BE49-F238E27FC236}">
                <a16:creationId xmlns:a16="http://schemas.microsoft.com/office/drawing/2014/main" id="{72C65C06-2E74-4B5F-82F6-C50B707F9049}"/>
              </a:ext>
            </a:extLst>
          </p:cNvPr>
          <p:cNvSpPr>
            <a:spLocks xmlns:a="http://schemas.openxmlformats.org/drawingml/2006/main" noGrp="1"/>
          </p:cNvSpPr>
          <p:nvPr/>
        </p:nvSpPr>
        <p:spPr>
          <a:xfrm xmlns:a="http://schemas.openxmlformats.org/drawingml/2006/main">
            <a:off x="666750" y="621030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Fake 모드 실행 화면</a:t>
            </a:r>
          </a:p>
        </p:txBody>
      </p:sp>
    </p:spTree>
    <p:extLst>
      <p:ext uri="{BB962C8B-B14F-4D97-AF65-F5344CB8AC3E}">
        <p14:creationId xmlns:p14="http://schemas.microsoft.com/office/powerpoint/2010/main" val="30576087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418919D-60C3-4435-B929-B84031F6CF49}"/>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같은 질문으로 개선 전후 비교</a:t>
            </a:r>
          </a:p>
        </p:txBody>
      </p:sp>
      <p:sp>
        <p:nvSpPr>
          <p:cNvPr id="2" name="">
            <a:extLst xmlns:a="http://schemas.openxmlformats.org/drawingml/2006/main">
              <a:ext uri="{FF2B5EF4-FFF2-40B4-BE49-F238E27FC236}">
                <a16:creationId xmlns:a16="http://schemas.microsoft.com/office/drawing/2014/main" id="{A56C7212-7F45-4B3B-BEDB-8D7E8A032966}"/>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04  G096 정다운</a:t>
            </a:r>
          </a:p>
        </p:txBody>
      </p:sp>
      <p:sp>
        <p:nvSpPr>
          <p:cNvPr id="3" name="">
            <a:extLst xmlns:a="http://schemas.openxmlformats.org/drawingml/2006/main">
              <a:ext uri="{FF2B5EF4-FFF2-40B4-BE49-F238E27FC236}">
                <a16:creationId xmlns:a16="http://schemas.microsoft.com/office/drawing/2014/main" id="{8B2DA9DA-D3AE-42EC-BC26-AF73F9078989}"/>
              </a:ext>
            </a:extLst>
          </p:cNvPr>
          <p:cNvSpPr>
            <a:spLocks xmlns:a="http://schemas.openxmlformats.org/drawingml/2006/main" noGrp="1"/>
          </p:cNvSpPr>
          <p:nvPr/>
        </p:nvSpPr>
        <p:spPr>
          <a:xfrm xmlns:a="http://schemas.openxmlformats.org/drawingml/2006/main">
            <a:off x="666750" y="13144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before</a:t>
            </a:r>
          </a:p>
        </p:txBody>
      </p:sp>
      <p:pic>
        <p:nvPicPr>
          <p:cNvPr id="4" name="">
            <a:extLst xmlns:a="http://schemas.openxmlformats.org/drawingml/2006/main">
              <a:ext uri="{FF2B5EF4-FFF2-40B4-BE49-F238E27FC236}">
                <a16:creationId xmlns:a16="http://schemas.microsoft.com/office/drawing/2014/main" id="{42946A18-101E-4CBC-B013-12ADE09BE21E}"/>
              </a:ext>
            </a:extLst>
          </p:cNvPr>
          <p:cNvPicPr>
            <a:picLocks xmlns:a="http://schemas.openxmlformats.org/drawingml/2006/main" noChangeAspect="1"/>
          </p:cNvPicPr>
          <p:nvPr/>
        </p:nvPicPr>
        <p:blipFill>
          <a:blip xmlns:r="http://schemas.openxmlformats.org/officeDocument/2006/relationships" xmlns:a="http://schemas.openxmlformats.org/drawingml/2006/main" r:embed="R84bf17ce7e0346e4"/>
          <a:srcRect xmlns:a="http://schemas.openxmlformats.org/drawingml/2006/main" l="16000" t="18000" r="30000" b="48000"/>
          <a:stretch xmlns:a="http://schemas.openxmlformats.org/drawingml/2006/main"/>
        </p:blipFill>
        <p:spPr>
          <a:xfrm xmlns:a="http://schemas.openxmlformats.org/drawingml/2006/main">
            <a:off x="647700" y="1552575"/>
            <a:ext cx="5048250" cy="19907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0B563AA-9669-461E-A068-4A4E9683830E}"/>
              </a:ext>
            </a:extLst>
          </p:cNvPr>
          <p:cNvSpPr>
            <a:spLocks xmlns:a="http://schemas.openxmlformats.org/drawingml/2006/main" noGrp="1"/>
          </p:cNvSpPr>
          <p:nvPr/>
        </p:nvSpPr>
        <p:spPr>
          <a:xfrm xmlns:a="http://schemas.openxmlformats.org/drawingml/2006/main">
            <a:off x="666750" y="364807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after</a:t>
            </a:r>
          </a:p>
        </p:txBody>
      </p:sp>
      <p:pic>
        <p:nvPicPr>
          <p:cNvPr id="6" name="">
            <a:extLst xmlns:a="http://schemas.openxmlformats.org/drawingml/2006/main">
              <a:ext uri="{FF2B5EF4-FFF2-40B4-BE49-F238E27FC236}">
                <a16:creationId xmlns:a16="http://schemas.microsoft.com/office/drawing/2014/main" id="{81DEF268-1A8D-44B3-82A3-4805B3FE2BA1}"/>
              </a:ext>
            </a:extLst>
          </p:cNvPr>
          <p:cNvPicPr>
            <a:picLocks xmlns:a="http://schemas.openxmlformats.org/drawingml/2006/main" noChangeAspect="1"/>
          </p:cNvPicPr>
          <p:nvPr/>
        </p:nvPicPr>
        <p:blipFill>
          <a:blip xmlns:r="http://schemas.openxmlformats.org/officeDocument/2006/relationships" xmlns:a="http://schemas.openxmlformats.org/drawingml/2006/main" r:embed="R3051c50fc2f3419d"/>
          <a:srcRect xmlns:a="http://schemas.openxmlformats.org/drawingml/2006/main" l="16000" t="51000" r="30000" b="15000"/>
          <a:stretch xmlns:a="http://schemas.openxmlformats.org/drawingml/2006/main"/>
        </p:blipFill>
        <p:spPr>
          <a:xfrm xmlns:a="http://schemas.openxmlformats.org/drawingml/2006/main">
            <a:off x="647700" y="3876675"/>
            <a:ext cx="5048250" cy="19907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69FB41E-0A08-4D8E-B93A-35E0BDB78BA1}"/>
              </a:ext>
            </a:extLst>
          </p:cNvPr>
          <p:cNvSpPr>
            <a:spLocks xmlns:a="http://schemas.openxmlformats.org/drawingml/2006/main" noGrp="1"/>
          </p:cNvSpPr>
          <p:nvPr/>
        </p:nvSpPr>
        <p:spPr>
          <a:xfrm xmlns:a="http://schemas.openxmlformats.org/drawingml/2006/main">
            <a:off x="6153150" y="1628775"/>
            <a:ext cx="428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같은 입력</a:t>
            </a:r>
          </a:p>
        </p:txBody>
      </p:sp>
      <p:sp>
        <p:nvSpPr>
          <p:cNvPr id="8" name="">
            <a:extLst xmlns:a="http://schemas.openxmlformats.org/drawingml/2006/main">
              <a:ext uri="{FF2B5EF4-FFF2-40B4-BE49-F238E27FC236}">
                <a16:creationId xmlns:a16="http://schemas.microsoft.com/office/drawing/2014/main" id="{4A86915F-D5B4-4A77-B9FF-9DC9108C0D5F}"/>
              </a:ext>
            </a:extLst>
          </p:cNvPr>
          <p:cNvSpPr>
            <a:spLocks xmlns:a="http://schemas.openxmlformats.org/drawingml/2006/main" noGrp="1"/>
          </p:cNvSpPr>
          <p:nvPr/>
        </p:nvSpPr>
        <p:spPr>
          <a:xfrm xmlns:a="http://schemas.openxmlformats.org/drawingml/2006/main">
            <a:off x="6153150" y="1990725"/>
            <a:ext cx="51911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3151A"/>
                </a:solidFill>
                <a:latin typeface="Apple SD Gothic Neo"/>
                <a:ea typeface="Apple SD Gothic Neo"/>
                <a:cs typeface="Apple SD Gothic Neo"/>
              </a:defRPr>
            </a:defPPr>
            <a:lvl1pPr algn="l">
              <a:defRPr sz="2325" b="1">
                <a:solidFill>
                  <a:srgbClr val="13151A"/>
                </a:solidFill>
                <a:latin typeface="Apple SD Gothic Neo"/>
                <a:ea typeface="Apple SD Gothic Neo"/>
                <a:cs typeface="Apple SD Gothic Neo"/>
              </a:defRPr>
            </a:lvl1pPr>
            <a:lvl2pPr algn="l">
              <a:defRPr sz="2325" b="1">
                <a:solidFill>
                  <a:srgbClr val="13151A"/>
                </a:solidFill>
                <a:latin typeface="Apple SD Gothic Neo"/>
                <a:ea typeface="Apple SD Gothic Neo"/>
                <a:cs typeface="Apple SD Gothic Neo"/>
              </a:defRPr>
            </a:lvl2pPr>
            <a:lvl3pPr algn="l">
              <a:defRPr sz="2325" b="1">
                <a:solidFill>
                  <a:srgbClr val="13151A"/>
                </a:solidFill>
                <a:latin typeface="Apple SD Gothic Neo"/>
                <a:ea typeface="Apple SD Gothic Neo"/>
                <a:cs typeface="Apple SD Gothic Neo"/>
              </a:defRPr>
            </a:lvl3pPr>
            <a:lvl4pPr algn="l">
              <a:defRPr sz="2325" b="1">
                <a:solidFill>
                  <a:srgbClr val="13151A"/>
                </a:solidFill>
                <a:latin typeface="Apple SD Gothic Neo"/>
                <a:ea typeface="Apple SD Gothic Neo"/>
                <a:cs typeface="Apple SD Gothic Neo"/>
              </a:defRPr>
            </a:lvl4pPr>
            <a:lvl5pPr algn="l">
              <a:defRPr sz="2325" b="1">
                <a:solidFill>
                  <a:srgbClr val="13151A"/>
                </a:solidFill>
                <a:latin typeface="Apple SD Gothic Neo"/>
                <a:ea typeface="Apple SD Gothic Neo"/>
                <a:cs typeface="Apple SD Gothic Neo"/>
              </a:defRPr>
            </a:lvl5pPr>
            <a:lvl6pPr algn="l">
              <a:defRPr sz="2325" b="1">
                <a:solidFill>
                  <a:srgbClr val="13151A"/>
                </a:solidFill>
                <a:latin typeface="Apple SD Gothic Neo"/>
                <a:ea typeface="Apple SD Gothic Neo"/>
                <a:cs typeface="Apple SD Gothic Neo"/>
              </a:defRPr>
            </a:lvl6pPr>
            <a:lvl7pPr algn="l">
              <a:defRPr sz="2325" b="1">
                <a:solidFill>
                  <a:srgbClr val="13151A"/>
                </a:solidFill>
                <a:latin typeface="Apple SD Gothic Neo"/>
                <a:ea typeface="Apple SD Gothic Neo"/>
                <a:cs typeface="Apple SD Gothic Neo"/>
              </a:defRPr>
            </a:lvl7pPr>
            <a:lvl8pPr algn="l">
              <a:defRPr sz="2325" b="1">
                <a:solidFill>
                  <a:srgbClr val="13151A"/>
                </a:solidFill>
                <a:latin typeface="Apple SD Gothic Neo"/>
                <a:ea typeface="Apple SD Gothic Neo"/>
                <a:cs typeface="Apple SD Gothic Neo"/>
              </a:defRPr>
            </a:lvl8pPr>
            <a:lvl9pPr algn="l">
              <a:defRPr sz="2325" b="1">
                <a:solidFill>
                  <a:srgbClr val="13151A"/>
                </a:solidFill>
                <a:latin typeface="Apple SD Gothic Neo"/>
                <a:ea typeface="Apple SD Gothic Neo"/>
                <a:cs typeface="Apple SD Gothic Neo"/>
              </a:defRPr>
            </a:lvl9pPr>
          </a:lstStyle>
          <a:p xmlns:a="http://schemas.openxmlformats.org/drawingml/2006/main">
            <a:pPr algn="l">
              <a:defRPr sz="2325" b="1">
                <a:solidFill>
                  <a:srgbClr val="13151A"/>
                </a:solidFill>
                <a:latin typeface="Apple SD Gothic Neo"/>
                <a:ea typeface="Apple SD Gothic Neo"/>
                <a:cs typeface="Apple SD Gothic Neo"/>
              </a:defRPr>
            </a:pPr>
            <a:r>
              <a:rPr sz="2325" b="1">
                <a:solidFill>
                  <a:srgbClr val="13151A"/>
                </a:solidFill>
                <a:latin typeface="Apple SD Gothic Neo"/>
                <a:ea typeface="Apple SD Gothic Neo"/>
                <a:cs typeface="Apple SD Gothic Neo"/>
              </a:rPr>
              <a:t>CPU 급증 + timeout</a:t>
            </a:r>
          </a:p>
        </p:txBody>
      </p:sp>
      <p:sp>
        <p:nvSpPr>
          <p:cNvPr id="9" name="">
            <a:extLst xmlns:a="http://schemas.openxmlformats.org/drawingml/2006/main">
              <a:ext uri="{FF2B5EF4-FFF2-40B4-BE49-F238E27FC236}">
                <a16:creationId xmlns:a16="http://schemas.microsoft.com/office/drawing/2014/main" id="{5C434618-2515-403C-B3F6-0B9B8C321877}"/>
              </a:ext>
            </a:extLst>
          </p:cNvPr>
          <p:cNvSpPr>
            <a:spLocks xmlns:a="http://schemas.openxmlformats.org/drawingml/2006/main" noGrp="1"/>
          </p:cNvSpPr>
          <p:nvPr/>
        </p:nvSpPr>
        <p:spPr>
          <a:xfrm xmlns:a="http://schemas.openxmlformats.org/drawingml/2006/main">
            <a:off x="6153150" y="28003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이전</a:t>
            </a:r>
          </a:p>
        </p:txBody>
      </p:sp>
      <p:sp>
        <p:nvSpPr>
          <p:cNvPr id="10" name="">
            <a:extLst xmlns:a="http://schemas.openxmlformats.org/drawingml/2006/main">
              <a:ext uri="{FF2B5EF4-FFF2-40B4-BE49-F238E27FC236}">
                <a16:creationId xmlns:a16="http://schemas.microsoft.com/office/drawing/2014/main" id="{2EC907C4-DCB6-4935-814B-6B158FF11430}"/>
              </a:ext>
            </a:extLst>
          </p:cNvPr>
          <p:cNvSpPr>
            <a:spLocks xmlns:a="http://schemas.openxmlformats.org/drawingml/2006/main" noGrp="1"/>
          </p:cNvSpPr>
          <p:nvPr/>
        </p:nvSpPr>
        <p:spPr>
          <a:xfrm xmlns:a="http://schemas.openxmlformats.org/drawingml/2006/main">
            <a:off x="6153150" y="3190875"/>
            <a:ext cx="5095875"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3151A"/>
                </a:solidFill>
                <a:latin typeface="Apple SD Gothic Neo"/>
                <a:ea typeface="Apple SD Gothic Neo"/>
                <a:cs typeface="Apple SD Gothic Neo"/>
              </a:defRPr>
            </a:defPPr>
            <a:lvl1pPr algn="l">
              <a:defRPr sz="2025" b="0">
                <a:solidFill>
                  <a:srgbClr val="13151A"/>
                </a:solidFill>
                <a:latin typeface="Apple SD Gothic Neo"/>
                <a:ea typeface="Apple SD Gothic Neo"/>
                <a:cs typeface="Apple SD Gothic Neo"/>
              </a:defRPr>
            </a:lvl1pPr>
            <a:lvl2pPr algn="l">
              <a:defRPr sz="2025" b="0">
                <a:solidFill>
                  <a:srgbClr val="13151A"/>
                </a:solidFill>
                <a:latin typeface="Apple SD Gothic Neo"/>
                <a:ea typeface="Apple SD Gothic Neo"/>
                <a:cs typeface="Apple SD Gothic Neo"/>
              </a:defRPr>
            </a:lvl2pPr>
            <a:lvl3pPr algn="l">
              <a:defRPr sz="2025" b="0">
                <a:solidFill>
                  <a:srgbClr val="13151A"/>
                </a:solidFill>
                <a:latin typeface="Apple SD Gothic Neo"/>
                <a:ea typeface="Apple SD Gothic Neo"/>
                <a:cs typeface="Apple SD Gothic Neo"/>
              </a:defRPr>
            </a:lvl3pPr>
            <a:lvl4pPr algn="l">
              <a:defRPr sz="2025" b="0">
                <a:solidFill>
                  <a:srgbClr val="13151A"/>
                </a:solidFill>
                <a:latin typeface="Apple SD Gothic Neo"/>
                <a:ea typeface="Apple SD Gothic Neo"/>
                <a:cs typeface="Apple SD Gothic Neo"/>
              </a:defRPr>
            </a:lvl4pPr>
            <a:lvl5pPr algn="l">
              <a:defRPr sz="2025" b="0">
                <a:solidFill>
                  <a:srgbClr val="13151A"/>
                </a:solidFill>
                <a:latin typeface="Apple SD Gothic Neo"/>
                <a:ea typeface="Apple SD Gothic Neo"/>
                <a:cs typeface="Apple SD Gothic Neo"/>
              </a:defRPr>
            </a:lvl5pPr>
            <a:lvl6pPr algn="l">
              <a:defRPr sz="2025" b="0">
                <a:solidFill>
                  <a:srgbClr val="13151A"/>
                </a:solidFill>
                <a:latin typeface="Apple SD Gothic Neo"/>
                <a:ea typeface="Apple SD Gothic Neo"/>
                <a:cs typeface="Apple SD Gothic Neo"/>
              </a:defRPr>
            </a:lvl6pPr>
            <a:lvl7pPr algn="l">
              <a:defRPr sz="2025" b="0">
                <a:solidFill>
                  <a:srgbClr val="13151A"/>
                </a:solidFill>
                <a:latin typeface="Apple SD Gothic Neo"/>
                <a:ea typeface="Apple SD Gothic Neo"/>
                <a:cs typeface="Apple SD Gothic Neo"/>
              </a:defRPr>
            </a:lvl7pPr>
            <a:lvl8pPr algn="l">
              <a:defRPr sz="2025" b="0">
                <a:solidFill>
                  <a:srgbClr val="13151A"/>
                </a:solidFill>
                <a:latin typeface="Apple SD Gothic Neo"/>
                <a:ea typeface="Apple SD Gothic Neo"/>
                <a:cs typeface="Apple SD Gothic Neo"/>
              </a:defRPr>
            </a:lvl8pPr>
            <a:lvl9pPr algn="l">
              <a:defRPr sz="2025" b="0">
                <a:solidFill>
                  <a:srgbClr val="13151A"/>
                </a:solidFill>
                <a:latin typeface="Apple SD Gothic Neo"/>
                <a:ea typeface="Apple SD Gothic Neo"/>
                <a:cs typeface="Apple SD Gothic Neo"/>
              </a:defRPr>
            </a:lvl9pPr>
          </a:lstStyle>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web-01까지 조회</a:t>
            </a:r>
          </a:p>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CPU Runbook 1개</a:t>
            </a:r>
          </a:p>
        </p:txBody>
      </p:sp>
      <p:sp>
        <p:nvSpPr>
          <p:cNvPr id="11" name="">
            <a:extLst xmlns:a="http://schemas.openxmlformats.org/drawingml/2006/main">
              <a:ext uri="{FF2B5EF4-FFF2-40B4-BE49-F238E27FC236}">
                <a16:creationId xmlns:a16="http://schemas.microsoft.com/office/drawing/2014/main" id="{C7E2C581-92F8-4E69-8A65-41ED0961F084}"/>
              </a:ext>
            </a:extLst>
          </p:cNvPr>
          <p:cNvSpPr>
            <a:spLocks xmlns:a="http://schemas.openxmlformats.org/drawingml/2006/main" noGrp="1"/>
          </p:cNvSpPr>
          <p:nvPr/>
        </p:nvSpPr>
        <p:spPr>
          <a:xfrm xmlns:a="http://schemas.openxmlformats.org/drawingml/2006/main">
            <a:off x="6153150" y="4505325"/>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개선 후</a:t>
            </a:r>
          </a:p>
        </p:txBody>
      </p:sp>
      <p:sp>
        <p:nvSpPr>
          <p:cNvPr id="12" name="">
            <a:extLst xmlns:a="http://schemas.openxmlformats.org/drawingml/2006/main">
              <a:ext uri="{FF2B5EF4-FFF2-40B4-BE49-F238E27FC236}">
                <a16:creationId xmlns:a16="http://schemas.microsoft.com/office/drawing/2014/main" id="{A7AB08D0-BB89-4F3A-AEF7-D26A80D4733E}"/>
              </a:ext>
            </a:extLst>
          </p:cNvPr>
          <p:cNvSpPr>
            <a:spLocks xmlns:a="http://schemas.openxmlformats.org/drawingml/2006/main" noGrp="1"/>
          </p:cNvSpPr>
          <p:nvPr/>
        </p:nvSpPr>
        <p:spPr>
          <a:xfrm xmlns:a="http://schemas.openxmlformats.org/drawingml/2006/main">
            <a:off x="6153150" y="4914900"/>
            <a:ext cx="5048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B4232D"/>
                </a:solidFill>
                <a:latin typeface="Apple SD Gothic Neo"/>
                <a:ea typeface="Apple SD Gothic Neo"/>
                <a:cs typeface="Apple SD Gothic Neo"/>
              </a:defRPr>
            </a:defPPr>
            <a:lvl1pPr algn="l">
              <a:defRPr sz="2175" b="1">
                <a:solidFill>
                  <a:srgbClr val="B4232D"/>
                </a:solidFill>
                <a:latin typeface="Apple SD Gothic Neo"/>
                <a:ea typeface="Apple SD Gothic Neo"/>
                <a:cs typeface="Apple SD Gothic Neo"/>
              </a:defRPr>
            </a:lvl1pPr>
            <a:lvl2pPr algn="l">
              <a:defRPr sz="2175" b="1">
                <a:solidFill>
                  <a:srgbClr val="B4232D"/>
                </a:solidFill>
                <a:latin typeface="Apple SD Gothic Neo"/>
                <a:ea typeface="Apple SD Gothic Neo"/>
                <a:cs typeface="Apple SD Gothic Neo"/>
              </a:defRPr>
            </a:lvl2pPr>
            <a:lvl3pPr algn="l">
              <a:defRPr sz="2175" b="1">
                <a:solidFill>
                  <a:srgbClr val="B4232D"/>
                </a:solidFill>
                <a:latin typeface="Apple SD Gothic Neo"/>
                <a:ea typeface="Apple SD Gothic Neo"/>
                <a:cs typeface="Apple SD Gothic Neo"/>
              </a:defRPr>
            </a:lvl3pPr>
            <a:lvl4pPr algn="l">
              <a:defRPr sz="2175" b="1">
                <a:solidFill>
                  <a:srgbClr val="B4232D"/>
                </a:solidFill>
                <a:latin typeface="Apple SD Gothic Neo"/>
                <a:ea typeface="Apple SD Gothic Neo"/>
                <a:cs typeface="Apple SD Gothic Neo"/>
              </a:defRPr>
            </a:lvl4pPr>
            <a:lvl5pPr algn="l">
              <a:defRPr sz="2175" b="1">
                <a:solidFill>
                  <a:srgbClr val="B4232D"/>
                </a:solidFill>
                <a:latin typeface="Apple SD Gothic Neo"/>
                <a:ea typeface="Apple SD Gothic Neo"/>
                <a:cs typeface="Apple SD Gothic Neo"/>
              </a:defRPr>
            </a:lvl5pPr>
            <a:lvl6pPr algn="l">
              <a:defRPr sz="2175" b="1">
                <a:solidFill>
                  <a:srgbClr val="B4232D"/>
                </a:solidFill>
                <a:latin typeface="Apple SD Gothic Neo"/>
                <a:ea typeface="Apple SD Gothic Neo"/>
                <a:cs typeface="Apple SD Gothic Neo"/>
              </a:defRPr>
            </a:lvl6pPr>
            <a:lvl7pPr algn="l">
              <a:defRPr sz="2175" b="1">
                <a:solidFill>
                  <a:srgbClr val="B4232D"/>
                </a:solidFill>
                <a:latin typeface="Apple SD Gothic Neo"/>
                <a:ea typeface="Apple SD Gothic Neo"/>
                <a:cs typeface="Apple SD Gothic Neo"/>
              </a:defRPr>
            </a:lvl7pPr>
            <a:lvl8pPr algn="l">
              <a:defRPr sz="2175" b="1">
                <a:solidFill>
                  <a:srgbClr val="B4232D"/>
                </a:solidFill>
                <a:latin typeface="Apple SD Gothic Neo"/>
                <a:ea typeface="Apple SD Gothic Neo"/>
                <a:cs typeface="Apple SD Gothic Neo"/>
              </a:defRPr>
            </a:lvl8pPr>
            <a:lvl9pPr algn="l">
              <a:defRPr sz="2175" b="1">
                <a:solidFill>
                  <a:srgbClr val="B4232D"/>
                </a:solidFill>
                <a:latin typeface="Apple SD Gothic Neo"/>
                <a:ea typeface="Apple SD Gothic Neo"/>
                <a:cs typeface="Apple SD Gothic Neo"/>
              </a:defRPr>
            </a:lvl9pPr>
          </a:lstStyle>
          <a:p xmlns:a="http://schemas.openxmlformats.org/drawingml/2006/main">
            <a:pPr algn="l">
              <a:defRPr sz="2175" b="1">
                <a:solidFill>
                  <a:srgbClr val="B4232D"/>
                </a:solidFill>
                <a:latin typeface="Apple SD Gothic Neo"/>
                <a:ea typeface="Apple SD Gothic Neo"/>
                <a:cs typeface="Apple SD Gothic Neo"/>
              </a:defRPr>
            </a:pPr>
            <a:r>
              <a:rPr sz="2175" b="1">
                <a:solidFill>
                  <a:srgbClr val="B4232D"/>
                </a:solidFill>
                <a:latin typeface="Apple SD Gothic Neo"/>
                <a:ea typeface="Apple SD Gothic Neo"/>
                <a:cs typeface="Apple SD Gothic Neo"/>
              </a:rPr>
              <a:t>관련 시스템 2개</a:t>
            </a:r>
          </a:p>
          <a:p xmlns:a="http://schemas.openxmlformats.org/drawingml/2006/main">
            <a:pPr algn="l">
              <a:defRPr sz="2175" b="1">
                <a:solidFill>
                  <a:srgbClr val="B4232D"/>
                </a:solidFill>
                <a:latin typeface="Apple SD Gothic Neo"/>
                <a:ea typeface="Apple SD Gothic Neo"/>
                <a:cs typeface="Apple SD Gothic Neo"/>
              </a:defRPr>
            </a:pPr>
            <a:r>
              <a:rPr sz="2175" b="1">
                <a:solidFill>
                  <a:srgbClr val="B4232D"/>
                </a:solidFill>
                <a:latin typeface="Apple SD Gothic Neo"/>
                <a:ea typeface="Apple SD Gothic Neo"/>
                <a:cs typeface="Apple SD Gothic Neo"/>
              </a:rPr>
              <a:t>Runbook 2개</a:t>
            </a:r>
          </a:p>
        </p:txBody>
      </p:sp>
      <p:sp>
        <p:nvSpPr>
          <p:cNvPr id="13" name="">
            <a:extLst xmlns:a="http://schemas.openxmlformats.org/drawingml/2006/main">
              <a:ext uri="{FF2B5EF4-FFF2-40B4-BE49-F238E27FC236}">
                <a16:creationId xmlns:a16="http://schemas.microsoft.com/office/drawing/2014/main" id="{5F470B3E-2782-4068-A3DA-FB49B9F09567}"/>
              </a:ext>
            </a:extLst>
          </p:cNvPr>
          <p:cNvSpPr>
            <a:spLocks xmlns:a="http://schemas.openxmlformats.org/drawingml/2006/main" noGrp="1"/>
          </p:cNvSpPr>
          <p:nvPr/>
        </p:nvSpPr>
        <p:spPr>
          <a:xfrm xmlns:a="http://schemas.openxmlformats.org/drawingml/2006/main">
            <a:off x="647700" y="6286500"/>
            <a:ext cx="809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고정 Fake 데이터 · scripts/evaluate.py</a:t>
            </a:r>
          </a:p>
        </p:txBody>
      </p:sp>
    </p:spTree>
    <p:extLst>
      <p:ext uri="{BB962C8B-B14F-4D97-AF65-F5344CB8AC3E}">
        <p14:creationId xmlns:p14="http://schemas.microsoft.com/office/powerpoint/2010/main" val="61136520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6F5EF66-50F2-4A6F-831D-326F14E8D2B9}"/>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Runbook 검색 결과</a:t>
            </a:r>
          </a:p>
        </p:txBody>
      </p:sp>
      <p:sp>
        <p:nvSpPr>
          <p:cNvPr id="2" name="">
            <a:extLst xmlns:a="http://schemas.openxmlformats.org/drawingml/2006/main">
              <a:ext uri="{FF2B5EF4-FFF2-40B4-BE49-F238E27FC236}">
                <a16:creationId xmlns:a16="http://schemas.microsoft.com/office/drawing/2014/main" id="{22468BE2-1078-40CB-8A64-B0CE961AD767}"/>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05  G096 정다운</a:t>
            </a:r>
          </a:p>
        </p:txBody>
      </p:sp>
      <p:sp>
        <p:nvSpPr>
          <p:cNvPr id="3" name="">
            <a:extLst xmlns:a="http://schemas.openxmlformats.org/drawingml/2006/main">
              <a:ext uri="{FF2B5EF4-FFF2-40B4-BE49-F238E27FC236}">
                <a16:creationId xmlns:a16="http://schemas.microsoft.com/office/drawing/2014/main" id="{CFF8C267-9F13-4BD6-82F3-3B43EC243169}"/>
              </a:ext>
            </a:extLst>
          </p:cNvPr>
          <p:cNvSpPr>
            <a:spLocks xmlns:a="http://schemas.openxmlformats.org/drawingml/2006/main" noGrp="1"/>
          </p:cNvSpPr>
          <p:nvPr/>
        </p:nvSpPr>
        <p:spPr>
          <a:xfrm xmlns:a="http://schemas.openxmlformats.org/drawingml/2006/main">
            <a:off x="704850" y="1419225"/>
            <a:ext cx="647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Runbook 6개 · 고정 질문 5개 · 검색 단계만</a:t>
            </a:r>
          </a:p>
        </p:txBody>
      </p:sp>
      <p:sp>
        <p:nvSpPr>
          <p:cNvPr id="4" name="">
            <a:extLst xmlns:a="http://schemas.openxmlformats.org/drawingml/2006/main">
              <a:ext uri="{FF2B5EF4-FFF2-40B4-BE49-F238E27FC236}">
                <a16:creationId xmlns:a16="http://schemas.microsoft.com/office/drawing/2014/main" id="{13D8985C-D45C-475B-A9F8-D183752025CA}"/>
              </a:ext>
            </a:extLst>
          </p:cNvPr>
          <p:cNvSpPr>
            <a:spLocks xmlns:a="http://schemas.openxmlformats.org/drawingml/2006/main" noGrp="1"/>
          </p:cNvSpPr>
          <p:nvPr/>
        </p:nvSpPr>
        <p:spPr>
          <a:xfrm xmlns:a="http://schemas.openxmlformats.org/drawingml/2006/main">
            <a:off x="704850" y="1933575"/>
            <a:ext cx="61912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1">
                <a:solidFill>
                  <a:srgbClr val="B4232D"/>
                </a:solidFill>
                <a:latin typeface="Apple SD Gothic Neo"/>
                <a:ea typeface="Apple SD Gothic Neo"/>
                <a:cs typeface="Apple SD Gothic Neo"/>
              </a:defRPr>
            </a:defPPr>
            <a:lvl1pPr algn="l">
              <a:defRPr sz="3375" b="1">
                <a:solidFill>
                  <a:srgbClr val="B4232D"/>
                </a:solidFill>
                <a:latin typeface="Apple SD Gothic Neo"/>
                <a:ea typeface="Apple SD Gothic Neo"/>
                <a:cs typeface="Apple SD Gothic Neo"/>
              </a:defRPr>
            </a:lvl1pPr>
            <a:lvl2pPr algn="l">
              <a:defRPr sz="3375" b="1">
                <a:solidFill>
                  <a:srgbClr val="B4232D"/>
                </a:solidFill>
                <a:latin typeface="Apple SD Gothic Neo"/>
                <a:ea typeface="Apple SD Gothic Neo"/>
                <a:cs typeface="Apple SD Gothic Neo"/>
              </a:defRPr>
            </a:lvl2pPr>
            <a:lvl3pPr algn="l">
              <a:defRPr sz="3375" b="1">
                <a:solidFill>
                  <a:srgbClr val="B4232D"/>
                </a:solidFill>
                <a:latin typeface="Apple SD Gothic Neo"/>
                <a:ea typeface="Apple SD Gothic Neo"/>
                <a:cs typeface="Apple SD Gothic Neo"/>
              </a:defRPr>
            </a:lvl3pPr>
            <a:lvl4pPr algn="l">
              <a:defRPr sz="3375" b="1">
                <a:solidFill>
                  <a:srgbClr val="B4232D"/>
                </a:solidFill>
                <a:latin typeface="Apple SD Gothic Neo"/>
                <a:ea typeface="Apple SD Gothic Neo"/>
                <a:cs typeface="Apple SD Gothic Neo"/>
              </a:defRPr>
            </a:lvl4pPr>
            <a:lvl5pPr algn="l">
              <a:defRPr sz="3375" b="1">
                <a:solidFill>
                  <a:srgbClr val="B4232D"/>
                </a:solidFill>
                <a:latin typeface="Apple SD Gothic Neo"/>
                <a:ea typeface="Apple SD Gothic Neo"/>
                <a:cs typeface="Apple SD Gothic Neo"/>
              </a:defRPr>
            </a:lvl5pPr>
            <a:lvl6pPr algn="l">
              <a:defRPr sz="3375" b="1">
                <a:solidFill>
                  <a:srgbClr val="B4232D"/>
                </a:solidFill>
                <a:latin typeface="Apple SD Gothic Neo"/>
                <a:ea typeface="Apple SD Gothic Neo"/>
                <a:cs typeface="Apple SD Gothic Neo"/>
              </a:defRPr>
            </a:lvl6pPr>
            <a:lvl7pPr algn="l">
              <a:defRPr sz="3375" b="1">
                <a:solidFill>
                  <a:srgbClr val="B4232D"/>
                </a:solidFill>
                <a:latin typeface="Apple SD Gothic Neo"/>
                <a:ea typeface="Apple SD Gothic Neo"/>
                <a:cs typeface="Apple SD Gothic Neo"/>
              </a:defRPr>
            </a:lvl7pPr>
            <a:lvl8pPr algn="l">
              <a:defRPr sz="3375" b="1">
                <a:solidFill>
                  <a:srgbClr val="B4232D"/>
                </a:solidFill>
                <a:latin typeface="Apple SD Gothic Neo"/>
                <a:ea typeface="Apple SD Gothic Neo"/>
                <a:cs typeface="Apple SD Gothic Neo"/>
              </a:defRPr>
            </a:lvl8pPr>
            <a:lvl9pPr algn="l">
              <a:defRPr sz="3375" b="1">
                <a:solidFill>
                  <a:srgbClr val="B4232D"/>
                </a:solidFill>
                <a:latin typeface="Apple SD Gothic Neo"/>
                <a:ea typeface="Apple SD Gothic Neo"/>
                <a:cs typeface="Apple SD Gothic Neo"/>
              </a:defRPr>
            </a:lvl9pPr>
          </a:lstStyle>
          <a:p xmlns:a="http://schemas.openxmlformats.org/drawingml/2006/main">
            <a:pPr algn="l">
              <a:defRPr sz="3375" b="1">
                <a:solidFill>
                  <a:srgbClr val="B4232D"/>
                </a:solidFill>
                <a:latin typeface="Apple SD Gothic Neo"/>
                <a:ea typeface="Apple SD Gothic Neo"/>
                <a:cs typeface="Apple SD Gothic Neo"/>
              </a:defRPr>
            </a:pPr>
            <a:r>
              <a:rPr sz="3375" b="1">
                <a:solidFill>
                  <a:srgbClr val="B4232D"/>
                </a:solidFill>
                <a:latin typeface="Apple SD Gothic Neo"/>
                <a:ea typeface="Apple SD Gothic Neo"/>
                <a:cs typeface="Apple SD Gothic Neo"/>
              </a:rPr>
              <a:t>85.7%   →   100%</a:t>
            </a:r>
          </a:p>
        </p:txBody>
      </p:sp>
      <p:sp>
        <p:nvSpPr>
          <p:cNvPr id="5" name="">
            <a:extLst xmlns:a="http://schemas.openxmlformats.org/drawingml/2006/main">
              <a:ext uri="{FF2B5EF4-FFF2-40B4-BE49-F238E27FC236}">
                <a16:creationId xmlns:a16="http://schemas.microsoft.com/office/drawing/2014/main" id="{369510EE-0C9B-4FD1-9B12-A1254D2DA241}"/>
              </a:ext>
            </a:extLst>
          </p:cNvPr>
          <p:cNvSpPr>
            <a:spLocks xmlns:a="http://schemas.openxmlformats.org/drawingml/2006/main" noGrp="1"/>
          </p:cNvSpPr>
          <p:nvPr/>
        </p:nvSpPr>
        <p:spPr>
          <a:xfrm xmlns:a="http://schemas.openxmlformats.org/drawingml/2006/main">
            <a:off x="723900" y="2781300"/>
            <a:ext cx="3524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26A73"/>
                </a:solidFill>
                <a:latin typeface="Apple SD Gothic Neo"/>
                <a:ea typeface="Apple SD Gothic Neo"/>
                <a:cs typeface="Apple SD Gothic Neo"/>
              </a:defRPr>
            </a:defPPr>
            <a:lvl1pPr algn="l">
              <a:defRPr sz="1650" b="0">
                <a:solidFill>
                  <a:srgbClr val="626A73"/>
                </a:solidFill>
                <a:latin typeface="Apple SD Gothic Neo"/>
                <a:ea typeface="Apple SD Gothic Neo"/>
                <a:cs typeface="Apple SD Gothic Neo"/>
              </a:defRPr>
            </a:lvl1pPr>
            <a:lvl2pPr algn="l">
              <a:defRPr sz="1650" b="0">
                <a:solidFill>
                  <a:srgbClr val="626A73"/>
                </a:solidFill>
                <a:latin typeface="Apple SD Gothic Neo"/>
                <a:ea typeface="Apple SD Gothic Neo"/>
                <a:cs typeface="Apple SD Gothic Neo"/>
              </a:defRPr>
            </a:lvl2pPr>
            <a:lvl3pPr algn="l">
              <a:defRPr sz="1650" b="0">
                <a:solidFill>
                  <a:srgbClr val="626A73"/>
                </a:solidFill>
                <a:latin typeface="Apple SD Gothic Neo"/>
                <a:ea typeface="Apple SD Gothic Neo"/>
                <a:cs typeface="Apple SD Gothic Neo"/>
              </a:defRPr>
            </a:lvl3pPr>
            <a:lvl4pPr algn="l">
              <a:defRPr sz="1650" b="0">
                <a:solidFill>
                  <a:srgbClr val="626A73"/>
                </a:solidFill>
                <a:latin typeface="Apple SD Gothic Neo"/>
                <a:ea typeface="Apple SD Gothic Neo"/>
                <a:cs typeface="Apple SD Gothic Neo"/>
              </a:defRPr>
            </a:lvl4pPr>
            <a:lvl5pPr algn="l">
              <a:defRPr sz="1650" b="0">
                <a:solidFill>
                  <a:srgbClr val="626A73"/>
                </a:solidFill>
                <a:latin typeface="Apple SD Gothic Neo"/>
                <a:ea typeface="Apple SD Gothic Neo"/>
                <a:cs typeface="Apple SD Gothic Neo"/>
              </a:defRPr>
            </a:lvl5pPr>
            <a:lvl6pPr algn="l">
              <a:defRPr sz="1650" b="0">
                <a:solidFill>
                  <a:srgbClr val="626A73"/>
                </a:solidFill>
                <a:latin typeface="Apple SD Gothic Neo"/>
                <a:ea typeface="Apple SD Gothic Neo"/>
                <a:cs typeface="Apple SD Gothic Neo"/>
              </a:defRPr>
            </a:lvl6pPr>
            <a:lvl7pPr algn="l">
              <a:defRPr sz="1650" b="0">
                <a:solidFill>
                  <a:srgbClr val="626A73"/>
                </a:solidFill>
                <a:latin typeface="Apple SD Gothic Neo"/>
                <a:ea typeface="Apple SD Gothic Neo"/>
                <a:cs typeface="Apple SD Gothic Neo"/>
              </a:defRPr>
            </a:lvl7pPr>
            <a:lvl8pPr algn="l">
              <a:defRPr sz="1650" b="0">
                <a:solidFill>
                  <a:srgbClr val="626A73"/>
                </a:solidFill>
                <a:latin typeface="Apple SD Gothic Neo"/>
                <a:ea typeface="Apple SD Gothic Neo"/>
                <a:cs typeface="Apple SD Gothic Neo"/>
              </a:defRPr>
            </a:lvl8pPr>
            <a:lvl9pPr algn="l">
              <a:defRPr sz="1650" b="0">
                <a:solidFill>
                  <a:srgbClr val="626A73"/>
                </a:solidFill>
                <a:latin typeface="Apple SD Gothic Neo"/>
                <a:ea typeface="Apple SD Gothic Neo"/>
                <a:cs typeface="Apple SD Gothic Neo"/>
              </a:defRPr>
            </a:lvl9pPr>
          </a:lstStyle>
          <a:p xmlns:a="http://schemas.openxmlformats.org/drawingml/2006/main">
            <a:pPr algn="l">
              <a:defRPr sz="1650" b="0">
                <a:solidFill>
                  <a:srgbClr val="626A73"/>
                </a:solidFill>
                <a:latin typeface="Apple SD Gothic Neo"/>
                <a:ea typeface="Apple SD Gothic Neo"/>
                <a:cs typeface="Apple SD Gothic Neo"/>
              </a:defRPr>
            </a:pPr>
            <a:r>
              <a:rPr sz="1650" b="0">
                <a:solidFill>
                  <a:srgbClr val="626A73"/>
                </a:solidFill>
                <a:latin typeface="Apple SD Gothic Neo"/>
                <a:ea typeface="Apple SD Gothic Neo"/>
                <a:cs typeface="Apple SD Gothic Neo"/>
              </a:rPr>
              <a:t>정밀도</a:t>
            </a:r>
          </a:p>
        </p:txBody>
      </p:sp>
      <p:sp>
        <p:nvSpPr>
          <p:cNvPr id="6" name="">
            <a:extLst xmlns:a="http://schemas.openxmlformats.org/drawingml/2006/main">
              <a:ext uri="{FF2B5EF4-FFF2-40B4-BE49-F238E27FC236}">
                <a16:creationId xmlns:a16="http://schemas.microsoft.com/office/drawing/2014/main" id="{7078FEAA-AE20-44BF-9BE4-040697E5601E}"/>
              </a:ext>
            </a:extLst>
          </p:cNvPr>
          <p:cNvSpPr>
            <a:spLocks xmlns:a="http://schemas.openxmlformats.org/drawingml/2006/main" noGrp="1"/>
          </p:cNvSpPr>
          <p:nvPr/>
        </p:nvSpPr>
        <p:spPr>
          <a:xfrm xmlns:a="http://schemas.openxmlformats.org/drawingml/2006/main">
            <a:off x="704850" y="3438525"/>
            <a:ext cx="6381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B4232D"/>
                </a:solidFill>
                <a:latin typeface="Apple SD Gothic Neo"/>
                <a:ea typeface="Apple SD Gothic Neo"/>
                <a:cs typeface="Apple SD Gothic Neo"/>
              </a:defRPr>
            </a:defPPr>
            <a:lvl1pPr algn="l">
              <a:defRPr sz="3300" b="1">
                <a:solidFill>
                  <a:srgbClr val="B4232D"/>
                </a:solidFill>
                <a:latin typeface="Apple SD Gothic Neo"/>
                <a:ea typeface="Apple SD Gothic Neo"/>
                <a:cs typeface="Apple SD Gothic Neo"/>
              </a:defRPr>
            </a:lvl1pPr>
            <a:lvl2pPr algn="l">
              <a:defRPr sz="3300" b="1">
                <a:solidFill>
                  <a:srgbClr val="B4232D"/>
                </a:solidFill>
                <a:latin typeface="Apple SD Gothic Neo"/>
                <a:ea typeface="Apple SD Gothic Neo"/>
                <a:cs typeface="Apple SD Gothic Neo"/>
              </a:defRPr>
            </a:lvl2pPr>
            <a:lvl3pPr algn="l">
              <a:defRPr sz="3300" b="1">
                <a:solidFill>
                  <a:srgbClr val="B4232D"/>
                </a:solidFill>
                <a:latin typeface="Apple SD Gothic Neo"/>
                <a:ea typeface="Apple SD Gothic Neo"/>
                <a:cs typeface="Apple SD Gothic Neo"/>
              </a:defRPr>
            </a:lvl3pPr>
            <a:lvl4pPr algn="l">
              <a:defRPr sz="3300" b="1">
                <a:solidFill>
                  <a:srgbClr val="B4232D"/>
                </a:solidFill>
                <a:latin typeface="Apple SD Gothic Neo"/>
                <a:ea typeface="Apple SD Gothic Neo"/>
                <a:cs typeface="Apple SD Gothic Neo"/>
              </a:defRPr>
            </a:lvl4pPr>
            <a:lvl5pPr algn="l">
              <a:defRPr sz="3300" b="1">
                <a:solidFill>
                  <a:srgbClr val="B4232D"/>
                </a:solidFill>
                <a:latin typeface="Apple SD Gothic Neo"/>
                <a:ea typeface="Apple SD Gothic Neo"/>
                <a:cs typeface="Apple SD Gothic Neo"/>
              </a:defRPr>
            </a:lvl5pPr>
            <a:lvl6pPr algn="l">
              <a:defRPr sz="3300" b="1">
                <a:solidFill>
                  <a:srgbClr val="B4232D"/>
                </a:solidFill>
                <a:latin typeface="Apple SD Gothic Neo"/>
                <a:ea typeface="Apple SD Gothic Neo"/>
                <a:cs typeface="Apple SD Gothic Neo"/>
              </a:defRPr>
            </a:lvl6pPr>
            <a:lvl7pPr algn="l">
              <a:defRPr sz="3300" b="1">
                <a:solidFill>
                  <a:srgbClr val="B4232D"/>
                </a:solidFill>
                <a:latin typeface="Apple SD Gothic Neo"/>
                <a:ea typeface="Apple SD Gothic Neo"/>
                <a:cs typeface="Apple SD Gothic Neo"/>
              </a:defRPr>
            </a:lvl7pPr>
            <a:lvl8pPr algn="l">
              <a:defRPr sz="3300" b="1">
                <a:solidFill>
                  <a:srgbClr val="B4232D"/>
                </a:solidFill>
                <a:latin typeface="Apple SD Gothic Neo"/>
                <a:ea typeface="Apple SD Gothic Neo"/>
                <a:cs typeface="Apple SD Gothic Neo"/>
              </a:defRPr>
            </a:lvl8pPr>
            <a:lvl9pPr algn="l">
              <a:defRPr sz="3300" b="1">
                <a:solidFill>
                  <a:srgbClr val="B4232D"/>
                </a:solidFill>
                <a:latin typeface="Apple SD Gothic Neo"/>
                <a:ea typeface="Apple SD Gothic Neo"/>
                <a:cs typeface="Apple SD Gothic Neo"/>
              </a:defRPr>
            </a:lvl9pPr>
          </a:lstStyle>
          <a:p xmlns:a="http://schemas.openxmlformats.org/drawingml/2006/main">
            <a:pPr algn="l">
              <a:defRPr sz="3300" b="1">
                <a:solidFill>
                  <a:srgbClr val="B4232D"/>
                </a:solidFill>
                <a:latin typeface="Apple SD Gothic Neo"/>
                <a:ea typeface="Apple SD Gothic Neo"/>
                <a:cs typeface="Apple SD Gothic Neo"/>
              </a:defRPr>
            </a:pPr>
            <a:r>
              <a:rPr sz="3300" b="1">
                <a:solidFill>
                  <a:srgbClr val="B4232D"/>
                </a:solidFill>
                <a:latin typeface="Apple SD Gothic Neo"/>
                <a:ea typeface="Apple SD Gothic Neo"/>
                <a:cs typeface="Apple SD Gothic Neo"/>
              </a:rPr>
              <a:t>9.12초  →  1.51초</a:t>
            </a:r>
          </a:p>
        </p:txBody>
      </p:sp>
      <p:sp>
        <p:nvSpPr>
          <p:cNvPr id="7" name="">
            <a:extLst xmlns:a="http://schemas.openxmlformats.org/drawingml/2006/main">
              <a:ext uri="{FF2B5EF4-FFF2-40B4-BE49-F238E27FC236}">
                <a16:creationId xmlns:a16="http://schemas.microsoft.com/office/drawing/2014/main" id="{332EE4BD-835C-42B1-AA30-0A1E644F9068}"/>
              </a:ext>
            </a:extLst>
          </p:cNvPr>
          <p:cNvSpPr>
            <a:spLocks xmlns:a="http://schemas.openxmlformats.org/drawingml/2006/main" noGrp="1"/>
          </p:cNvSpPr>
          <p:nvPr/>
        </p:nvSpPr>
        <p:spPr>
          <a:xfrm xmlns:a="http://schemas.openxmlformats.org/drawingml/2006/main">
            <a:off x="723900" y="4276725"/>
            <a:ext cx="4143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26A73"/>
                </a:solidFill>
                <a:latin typeface="Apple SD Gothic Neo"/>
                <a:ea typeface="Apple SD Gothic Neo"/>
                <a:cs typeface="Apple SD Gothic Neo"/>
              </a:defRPr>
            </a:defPPr>
            <a:lvl1pPr algn="l">
              <a:defRPr sz="1650" b="0">
                <a:solidFill>
                  <a:srgbClr val="626A73"/>
                </a:solidFill>
                <a:latin typeface="Apple SD Gothic Neo"/>
                <a:ea typeface="Apple SD Gothic Neo"/>
                <a:cs typeface="Apple SD Gothic Neo"/>
              </a:defRPr>
            </a:lvl1pPr>
            <a:lvl2pPr algn="l">
              <a:defRPr sz="1650" b="0">
                <a:solidFill>
                  <a:srgbClr val="626A73"/>
                </a:solidFill>
                <a:latin typeface="Apple SD Gothic Neo"/>
                <a:ea typeface="Apple SD Gothic Neo"/>
                <a:cs typeface="Apple SD Gothic Neo"/>
              </a:defRPr>
            </a:lvl2pPr>
            <a:lvl3pPr algn="l">
              <a:defRPr sz="1650" b="0">
                <a:solidFill>
                  <a:srgbClr val="626A73"/>
                </a:solidFill>
                <a:latin typeface="Apple SD Gothic Neo"/>
                <a:ea typeface="Apple SD Gothic Neo"/>
                <a:cs typeface="Apple SD Gothic Neo"/>
              </a:defRPr>
            </a:lvl3pPr>
            <a:lvl4pPr algn="l">
              <a:defRPr sz="1650" b="0">
                <a:solidFill>
                  <a:srgbClr val="626A73"/>
                </a:solidFill>
                <a:latin typeface="Apple SD Gothic Neo"/>
                <a:ea typeface="Apple SD Gothic Neo"/>
                <a:cs typeface="Apple SD Gothic Neo"/>
              </a:defRPr>
            </a:lvl4pPr>
            <a:lvl5pPr algn="l">
              <a:defRPr sz="1650" b="0">
                <a:solidFill>
                  <a:srgbClr val="626A73"/>
                </a:solidFill>
                <a:latin typeface="Apple SD Gothic Neo"/>
                <a:ea typeface="Apple SD Gothic Neo"/>
                <a:cs typeface="Apple SD Gothic Neo"/>
              </a:defRPr>
            </a:lvl5pPr>
            <a:lvl6pPr algn="l">
              <a:defRPr sz="1650" b="0">
                <a:solidFill>
                  <a:srgbClr val="626A73"/>
                </a:solidFill>
                <a:latin typeface="Apple SD Gothic Neo"/>
                <a:ea typeface="Apple SD Gothic Neo"/>
                <a:cs typeface="Apple SD Gothic Neo"/>
              </a:defRPr>
            </a:lvl6pPr>
            <a:lvl7pPr algn="l">
              <a:defRPr sz="1650" b="0">
                <a:solidFill>
                  <a:srgbClr val="626A73"/>
                </a:solidFill>
                <a:latin typeface="Apple SD Gothic Neo"/>
                <a:ea typeface="Apple SD Gothic Neo"/>
                <a:cs typeface="Apple SD Gothic Neo"/>
              </a:defRPr>
            </a:lvl7pPr>
            <a:lvl8pPr algn="l">
              <a:defRPr sz="1650" b="0">
                <a:solidFill>
                  <a:srgbClr val="626A73"/>
                </a:solidFill>
                <a:latin typeface="Apple SD Gothic Neo"/>
                <a:ea typeface="Apple SD Gothic Neo"/>
                <a:cs typeface="Apple SD Gothic Neo"/>
              </a:defRPr>
            </a:lvl8pPr>
            <a:lvl9pPr algn="l">
              <a:defRPr sz="1650" b="0">
                <a:solidFill>
                  <a:srgbClr val="626A73"/>
                </a:solidFill>
                <a:latin typeface="Apple SD Gothic Neo"/>
                <a:ea typeface="Apple SD Gothic Neo"/>
                <a:cs typeface="Apple SD Gothic Neo"/>
              </a:defRPr>
            </a:lvl9pPr>
          </a:lstStyle>
          <a:p xmlns:a="http://schemas.openxmlformats.org/drawingml/2006/main">
            <a:pPr algn="l">
              <a:defRPr sz="1650" b="0">
                <a:solidFill>
                  <a:srgbClr val="626A73"/>
                </a:solidFill>
                <a:latin typeface="Apple SD Gothic Neo"/>
                <a:ea typeface="Apple SD Gothic Neo"/>
                <a:cs typeface="Apple SD Gothic Neo"/>
              </a:defRPr>
            </a:pPr>
            <a:r>
              <a:rPr sz="1650" b="0">
                <a:solidFill>
                  <a:srgbClr val="626A73"/>
                </a:solidFill>
                <a:latin typeface="Apple SD Gothic Neo"/>
                <a:ea typeface="Apple SD Gothic Neo"/>
                <a:cs typeface="Apple SD Gothic Neo"/>
              </a:rPr>
              <a:t>5건 검색 시간 합계</a:t>
            </a:r>
          </a:p>
        </p:txBody>
      </p:sp>
      <p:sp>
        <p:nvSpPr>
          <p:cNvPr id="8" name="">
            <a:extLst xmlns:a="http://schemas.openxmlformats.org/drawingml/2006/main">
              <a:ext uri="{FF2B5EF4-FFF2-40B4-BE49-F238E27FC236}">
                <a16:creationId xmlns:a16="http://schemas.microsoft.com/office/drawing/2014/main" id="{190C577D-3B02-492B-8E67-90C7A895A687}"/>
              </a:ext>
            </a:extLst>
          </p:cNvPr>
          <p:cNvSpPr>
            <a:spLocks xmlns:a="http://schemas.openxmlformats.org/drawingml/2006/main" noGrp="1"/>
          </p:cNvSpPr>
          <p:nvPr/>
        </p:nvSpPr>
        <p:spPr>
          <a:xfrm xmlns:a="http://schemas.openxmlformats.org/drawingml/2006/main">
            <a:off x="6953250" y="175260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agent/runbook_retrieval.py:49</a:t>
            </a:r>
          </a:p>
        </p:txBody>
      </p:sp>
      <p:sp>
        <p:nvSpPr>
          <p:cNvPr id="9" name="">
            <a:extLst xmlns:a="http://schemas.openxmlformats.org/drawingml/2006/main">
              <a:ext uri="{FF2B5EF4-FFF2-40B4-BE49-F238E27FC236}">
                <a16:creationId xmlns:a16="http://schemas.microsoft.com/office/drawing/2014/main" id="{9FE8325F-2434-4BA2-A911-F237231F4743}"/>
              </a:ext>
            </a:extLst>
          </p:cNvPr>
          <p:cNvSpPr>
            <a:spLocks xmlns:a="http://schemas.openxmlformats.org/drawingml/2006/main" noGrp="1"/>
          </p:cNvSpPr>
          <p:nvPr/>
        </p:nvSpPr>
        <p:spPr>
          <a:xfrm xmlns:a="http://schemas.openxmlformats.org/drawingml/2006/main">
            <a:off x="6705600" y="2286000"/>
            <a:ext cx="5219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3151A"/>
                </a:solidFill>
                <a:latin typeface="Apple SD Gothic Neo"/>
                <a:ea typeface="Apple SD Gothic Neo"/>
                <a:cs typeface="Apple SD Gothic Neo"/>
              </a:defRPr>
            </a:defPPr>
            <a:lvl1pPr algn="l">
              <a:defRPr sz="1725" b="1">
                <a:solidFill>
                  <a:srgbClr val="13151A"/>
                </a:solidFill>
                <a:latin typeface="Apple SD Gothic Neo"/>
                <a:ea typeface="Apple SD Gothic Neo"/>
                <a:cs typeface="Apple SD Gothic Neo"/>
              </a:defRPr>
            </a:lvl1pPr>
            <a:lvl2pPr algn="l">
              <a:defRPr sz="1725" b="1">
                <a:solidFill>
                  <a:srgbClr val="13151A"/>
                </a:solidFill>
                <a:latin typeface="Apple SD Gothic Neo"/>
                <a:ea typeface="Apple SD Gothic Neo"/>
                <a:cs typeface="Apple SD Gothic Neo"/>
              </a:defRPr>
            </a:lvl2pPr>
            <a:lvl3pPr algn="l">
              <a:defRPr sz="1725" b="1">
                <a:solidFill>
                  <a:srgbClr val="13151A"/>
                </a:solidFill>
                <a:latin typeface="Apple SD Gothic Neo"/>
                <a:ea typeface="Apple SD Gothic Neo"/>
                <a:cs typeface="Apple SD Gothic Neo"/>
              </a:defRPr>
            </a:lvl3pPr>
            <a:lvl4pPr algn="l">
              <a:defRPr sz="1725" b="1">
                <a:solidFill>
                  <a:srgbClr val="13151A"/>
                </a:solidFill>
                <a:latin typeface="Apple SD Gothic Neo"/>
                <a:ea typeface="Apple SD Gothic Neo"/>
                <a:cs typeface="Apple SD Gothic Neo"/>
              </a:defRPr>
            </a:lvl4pPr>
            <a:lvl5pPr algn="l">
              <a:defRPr sz="1725" b="1">
                <a:solidFill>
                  <a:srgbClr val="13151A"/>
                </a:solidFill>
                <a:latin typeface="Apple SD Gothic Neo"/>
                <a:ea typeface="Apple SD Gothic Neo"/>
                <a:cs typeface="Apple SD Gothic Neo"/>
              </a:defRPr>
            </a:lvl5pPr>
            <a:lvl6pPr algn="l">
              <a:defRPr sz="1725" b="1">
                <a:solidFill>
                  <a:srgbClr val="13151A"/>
                </a:solidFill>
                <a:latin typeface="Apple SD Gothic Neo"/>
                <a:ea typeface="Apple SD Gothic Neo"/>
                <a:cs typeface="Apple SD Gothic Neo"/>
              </a:defRPr>
            </a:lvl6pPr>
            <a:lvl7pPr algn="l">
              <a:defRPr sz="1725" b="1">
                <a:solidFill>
                  <a:srgbClr val="13151A"/>
                </a:solidFill>
                <a:latin typeface="Apple SD Gothic Neo"/>
                <a:ea typeface="Apple SD Gothic Neo"/>
                <a:cs typeface="Apple SD Gothic Neo"/>
              </a:defRPr>
            </a:lvl7pPr>
            <a:lvl8pPr algn="l">
              <a:defRPr sz="1725" b="1">
                <a:solidFill>
                  <a:srgbClr val="13151A"/>
                </a:solidFill>
                <a:latin typeface="Apple SD Gothic Neo"/>
                <a:ea typeface="Apple SD Gothic Neo"/>
                <a:cs typeface="Apple SD Gothic Neo"/>
              </a:defRPr>
            </a:lvl8pPr>
            <a:lvl9pPr algn="l">
              <a:defRPr sz="1725" b="1">
                <a:solidFill>
                  <a:srgbClr val="13151A"/>
                </a:solidFill>
                <a:latin typeface="Apple SD Gothic Neo"/>
                <a:ea typeface="Apple SD Gothic Neo"/>
                <a:cs typeface="Apple SD Gothic Neo"/>
              </a:defRPr>
            </a:lvl9pPr>
          </a:lstStyle>
          <a:p xmlns:a="http://schemas.openxmlformats.org/drawingml/2006/main">
            <a:pPr algn="l">
              <a:defRPr sz="1725" b="1">
                <a:solidFill>
                  <a:srgbClr val="13151A"/>
                </a:solidFill>
                <a:latin typeface="Apple SD Gothic Neo"/>
                <a:ea typeface="Apple SD Gothic Neo"/>
                <a:cs typeface="Apple SD Gothic Neo"/>
              </a:defRPr>
            </a:pPr>
            <a:r>
              <a:rPr sz="1725" b="1">
                <a:solidFill>
                  <a:srgbClr val="13151A"/>
                </a:solidFill>
                <a:latin typeface="Apple SD Gothic Neo"/>
                <a:ea typeface="Apple SD Gothic Neo"/>
                <a:cs typeface="Apple SD Gothic Neo"/>
              </a:rPr>
              <a:t>질문과 각 Monitoring 알림을 따로 검색</a:t>
            </a:r>
          </a:p>
        </p:txBody>
      </p:sp>
      <p:sp>
        <p:nvSpPr>
          <p:cNvPr id="10" name="">
            <a:extLst xmlns:a="http://schemas.openxmlformats.org/drawingml/2006/main">
              <a:ext uri="{FF2B5EF4-FFF2-40B4-BE49-F238E27FC236}">
                <a16:creationId xmlns:a16="http://schemas.microsoft.com/office/drawing/2014/main" id="{6BC95F53-55AD-4C8E-8D6E-595CCCAF4F17}"/>
              </a:ext>
            </a:extLst>
          </p:cNvPr>
          <p:cNvSpPr>
            <a:spLocks xmlns:a="http://schemas.openxmlformats.org/drawingml/2006/main" noGrp="1"/>
          </p:cNvSpPr>
          <p:nvPr/>
        </p:nvSpPr>
        <p:spPr>
          <a:xfrm xmlns:a="http://schemas.openxmlformats.org/drawingml/2006/main">
            <a:off x="6705600" y="3048000"/>
            <a:ext cx="5219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B4232D"/>
                </a:solidFill>
                <a:latin typeface="Menlo"/>
                <a:ea typeface="Menlo"/>
                <a:cs typeface="Menlo"/>
              </a:defRPr>
            </a:defPPr>
            <a:lvl1pPr algn="l">
              <a:defRPr sz="1425" b="0">
                <a:solidFill>
                  <a:srgbClr val="B4232D"/>
                </a:solidFill>
                <a:latin typeface="Menlo"/>
                <a:ea typeface="Menlo"/>
                <a:cs typeface="Menlo"/>
              </a:defRPr>
            </a:lvl1pPr>
            <a:lvl2pPr algn="l">
              <a:defRPr sz="1425" b="0">
                <a:solidFill>
                  <a:srgbClr val="B4232D"/>
                </a:solidFill>
                <a:latin typeface="Menlo"/>
                <a:ea typeface="Menlo"/>
                <a:cs typeface="Menlo"/>
              </a:defRPr>
            </a:lvl2pPr>
            <a:lvl3pPr algn="l">
              <a:defRPr sz="1425" b="0">
                <a:solidFill>
                  <a:srgbClr val="B4232D"/>
                </a:solidFill>
                <a:latin typeface="Menlo"/>
                <a:ea typeface="Menlo"/>
                <a:cs typeface="Menlo"/>
              </a:defRPr>
            </a:lvl3pPr>
            <a:lvl4pPr algn="l">
              <a:defRPr sz="1425" b="0">
                <a:solidFill>
                  <a:srgbClr val="B4232D"/>
                </a:solidFill>
                <a:latin typeface="Menlo"/>
                <a:ea typeface="Menlo"/>
                <a:cs typeface="Menlo"/>
              </a:defRPr>
            </a:lvl4pPr>
            <a:lvl5pPr algn="l">
              <a:defRPr sz="1425" b="0">
                <a:solidFill>
                  <a:srgbClr val="B4232D"/>
                </a:solidFill>
                <a:latin typeface="Menlo"/>
                <a:ea typeface="Menlo"/>
                <a:cs typeface="Menlo"/>
              </a:defRPr>
            </a:lvl5pPr>
            <a:lvl6pPr algn="l">
              <a:defRPr sz="1425" b="0">
                <a:solidFill>
                  <a:srgbClr val="B4232D"/>
                </a:solidFill>
                <a:latin typeface="Menlo"/>
                <a:ea typeface="Menlo"/>
                <a:cs typeface="Menlo"/>
              </a:defRPr>
            </a:lvl6pPr>
            <a:lvl7pPr algn="l">
              <a:defRPr sz="1425" b="0">
                <a:solidFill>
                  <a:srgbClr val="B4232D"/>
                </a:solidFill>
                <a:latin typeface="Menlo"/>
                <a:ea typeface="Menlo"/>
                <a:cs typeface="Menlo"/>
              </a:defRPr>
            </a:lvl7pPr>
            <a:lvl8pPr algn="l">
              <a:defRPr sz="1425" b="0">
                <a:solidFill>
                  <a:srgbClr val="B4232D"/>
                </a:solidFill>
                <a:latin typeface="Menlo"/>
                <a:ea typeface="Menlo"/>
                <a:cs typeface="Menlo"/>
              </a:defRPr>
            </a:lvl8pPr>
            <a:lvl9pPr algn="l">
              <a:defRPr sz="1425" b="0">
                <a:solidFill>
                  <a:srgbClr val="B4232D"/>
                </a:solidFill>
                <a:latin typeface="Menlo"/>
                <a:ea typeface="Menlo"/>
                <a:cs typeface="Menlo"/>
              </a:defRPr>
            </a:lvl9pPr>
          </a:lstStyle>
          <a:p xmlns:a="http://schemas.openxmlformats.org/drawingml/2006/main">
            <a:pPr algn="l">
              <a:defRPr sz="1425" b="0">
                <a:solidFill>
                  <a:srgbClr val="B4232D"/>
                </a:solidFill>
                <a:latin typeface="Menlo"/>
                <a:ea typeface="Menlo"/>
                <a:cs typeface="Menlo"/>
              </a:defRPr>
            </a:pPr>
            <a:r>
              <a:rPr sz="1425" b="0">
                <a:solidFill>
                  <a:srgbClr val="B4232D"/>
                </a:solidFill>
                <a:latin typeface="Menlo"/>
                <a:ea typeface="Menlo"/>
                <a:cs typeface="Menlo"/>
              </a:rPr>
              <a:t>return self._embedding_search(</a:t>
            </a:r>
          </a:p>
        </p:txBody>
      </p:sp>
      <p:sp>
        <p:nvSpPr>
          <p:cNvPr id="11" name="">
            <a:extLst xmlns:a="http://schemas.openxmlformats.org/drawingml/2006/main">
              <a:ext uri="{FF2B5EF4-FFF2-40B4-BE49-F238E27FC236}">
                <a16:creationId xmlns:a16="http://schemas.microsoft.com/office/drawing/2014/main" id="{470E6DCD-6486-4056-92B3-65814363E93F}"/>
              </a:ext>
            </a:extLst>
          </p:cNvPr>
          <p:cNvSpPr>
            <a:spLocks xmlns:a="http://schemas.openxmlformats.org/drawingml/2006/main" noGrp="1"/>
          </p:cNvSpPr>
          <p:nvPr/>
        </p:nvSpPr>
        <p:spPr>
          <a:xfrm xmlns:a="http://schemas.openxmlformats.org/drawingml/2006/main">
            <a:off x="6705600" y="3448050"/>
            <a:ext cx="5219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B4232D"/>
                </a:solidFill>
                <a:latin typeface="Menlo"/>
                <a:ea typeface="Menlo"/>
                <a:cs typeface="Menlo"/>
              </a:defRPr>
            </a:defPPr>
            <a:lvl1pPr algn="l">
              <a:defRPr sz="1425" b="0">
                <a:solidFill>
                  <a:srgbClr val="B4232D"/>
                </a:solidFill>
                <a:latin typeface="Menlo"/>
                <a:ea typeface="Menlo"/>
                <a:cs typeface="Menlo"/>
              </a:defRPr>
            </a:lvl1pPr>
            <a:lvl2pPr algn="l">
              <a:defRPr sz="1425" b="0">
                <a:solidFill>
                  <a:srgbClr val="B4232D"/>
                </a:solidFill>
                <a:latin typeface="Menlo"/>
                <a:ea typeface="Menlo"/>
                <a:cs typeface="Menlo"/>
              </a:defRPr>
            </a:lvl2pPr>
            <a:lvl3pPr algn="l">
              <a:defRPr sz="1425" b="0">
                <a:solidFill>
                  <a:srgbClr val="B4232D"/>
                </a:solidFill>
                <a:latin typeface="Menlo"/>
                <a:ea typeface="Menlo"/>
                <a:cs typeface="Menlo"/>
              </a:defRPr>
            </a:lvl3pPr>
            <a:lvl4pPr algn="l">
              <a:defRPr sz="1425" b="0">
                <a:solidFill>
                  <a:srgbClr val="B4232D"/>
                </a:solidFill>
                <a:latin typeface="Menlo"/>
                <a:ea typeface="Menlo"/>
                <a:cs typeface="Menlo"/>
              </a:defRPr>
            </a:lvl4pPr>
            <a:lvl5pPr algn="l">
              <a:defRPr sz="1425" b="0">
                <a:solidFill>
                  <a:srgbClr val="B4232D"/>
                </a:solidFill>
                <a:latin typeface="Menlo"/>
                <a:ea typeface="Menlo"/>
                <a:cs typeface="Menlo"/>
              </a:defRPr>
            </a:lvl5pPr>
            <a:lvl6pPr algn="l">
              <a:defRPr sz="1425" b="0">
                <a:solidFill>
                  <a:srgbClr val="B4232D"/>
                </a:solidFill>
                <a:latin typeface="Menlo"/>
                <a:ea typeface="Menlo"/>
                <a:cs typeface="Menlo"/>
              </a:defRPr>
            </a:lvl6pPr>
            <a:lvl7pPr algn="l">
              <a:defRPr sz="1425" b="0">
                <a:solidFill>
                  <a:srgbClr val="B4232D"/>
                </a:solidFill>
                <a:latin typeface="Menlo"/>
                <a:ea typeface="Menlo"/>
                <a:cs typeface="Menlo"/>
              </a:defRPr>
            </a:lvl7pPr>
            <a:lvl8pPr algn="l">
              <a:defRPr sz="1425" b="0">
                <a:solidFill>
                  <a:srgbClr val="B4232D"/>
                </a:solidFill>
                <a:latin typeface="Menlo"/>
                <a:ea typeface="Menlo"/>
                <a:cs typeface="Menlo"/>
              </a:defRPr>
            </a:lvl8pPr>
            <a:lvl9pPr algn="l">
              <a:defRPr sz="1425" b="0">
                <a:solidFill>
                  <a:srgbClr val="B4232D"/>
                </a:solidFill>
                <a:latin typeface="Menlo"/>
                <a:ea typeface="Menlo"/>
                <a:cs typeface="Menlo"/>
              </a:defRPr>
            </a:lvl9pPr>
          </a:lstStyle>
          <a:p xmlns:a="http://schemas.openxmlformats.org/drawingml/2006/main">
            <a:pPr algn="l">
              <a:defRPr sz="1425" b="0">
                <a:solidFill>
                  <a:srgbClr val="B4232D"/>
                </a:solidFill>
                <a:latin typeface="Menlo"/>
                <a:ea typeface="Menlo"/>
                <a:cs typeface="Menlo"/>
              </a:defRPr>
            </a:pPr>
            <a:r>
              <a:rPr sz="1425" b="0">
                <a:solidFill>
                  <a:srgbClr val="B4232D"/>
                </a:solidFill>
                <a:latin typeface="Menlo"/>
                <a:ea typeface="Menlo"/>
                <a:cs typeface="Menlo"/>
              </a:rPr>
              <a:t>    [query] + alerts[:10])</a:t>
            </a:r>
          </a:p>
        </p:txBody>
      </p:sp>
      <p:sp>
        <p:nvSpPr>
          <p:cNvPr id="12" name="">
            <a:extLst xmlns:a="http://schemas.openxmlformats.org/drawingml/2006/main">
              <a:ext uri="{FF2B5EF4-FFF2-40B4-BE49-F238E27FC236}">
                <a16:creationId xmlns:a16="http://schemas.microsoft.com/office/drawing/2014/main" id="{45DBF3E4-FEAA-4F50-AB67-CADF03ED825E}"/>
              </a:ext>
            </a:extLst>
          </p:cNvPr>
          <p:cNvSpPr>
            <a:spLocks xmlns:a="http://schemas.openxmlformats.org/drawingml/2006/main" noGrp="1"/>
          </p:cNvSpPr>
          <p:nvPr/>
        </p:nvSpPr>
        <p:spPr>
          <a:xfrm xmlns:a="http://schemas.openxmlformats.org/drawingml/2006/main">
            <a:off x="6953250" y="4229100"/>
            <a:ext cx="466725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Apple SD Gothic Neo"/>
                <a:ea typeface="Apple SD Gothic Neo"/>
                <a:cs typeface="Apple SD Gothic Neo"/>
              </a:defRPr>
            </a:defPPr>
            <a:lvl1pPr algn="l">
              <a:defRPr sz="1650" b="0">
                <a:solidFill>
                  <a:srgbClr val="13151A"/>
                </a:solidFill>
                <a:latin typeface="Apple SD Gothic Neo"/>
                <a:ea typeface="Apple SD Gothic Neo"/>
                <a:cs typeface="Apple SD Gothic Neo"/>
              </a:defRPr>
            </a:lvl1pPr>
            <a:lvl2pPr algn="l">
              <a:defRPr sz="1650" b="0">
                <a:solidFill>
                  <a:srgbClr val="13151A"/>
                </a:solidFill>
                <a:latin typeface="Apple SD Gothic Neo"/>
                <a:ea typeface="Apple SD Gothic Neo"/>
                <a:cs typeface="Apple SD Gothic Neo"/>
              </a:defRPr>
            </a:lvl2pPr>
            <a:lvl3pPr algn="l">
              <a:defRPr sz="1650" b="0">
                <a:solidFill>
                  <a:srgbClr val="13151A"/>
                </a:solidFill>
                <a:latin typeface="Apple SD Gothic Neo"/>
                <a:ea typeface="Apple SD Gothic Neo"/>
                <a:cs typeface="Apple SD Gothic Neo"/>
              </a:defRPr>
            </a:lvl3pPr>
            <a:lvl4pPr algn="l">
              <a:defRPr sz="1650" b="0">
                <a:solidFill>
                  <a:srgbClr val="13151A"/>
                </a:solidFill>
                <a:latin typeface="Apple SD Gothic Neo"/>
                <a:ea typeface="Apple SD Gothic Neo"/>
                <a:cs typeface="Apple SD Gothic Neo"/>
              </a:defRPr>
            </a:lvl4pPr>
            <a:lvl5pPr algn="l">
              <a:defRPr sz="1650" b="0">
                <a:solidFill>
                  <a:srgbClr val="13151A"/>
                </a:solidFill>
                <a:latin typeface="Apple SD Gothic Neo"/>
                <a:ea typeface="Apple SD Gothic Neo"/>
                <a:cs typeface="Apple SD Gothic Neo"/>
              </a:defRPr>
            </a:lvl5pPr>
            <a:lvl6pPr algn="l">
              <a:defRPr sz="1650" b="0">
                <a:solidFill>
                  <a:srgbClr val="13151A"/>
                </a:solidFill>
                <a:latin typeface="Apple SD Gothic Neo"/>
                <a:ea typeface="Apple SD Gothic Neo"/>
                <a:cs typeface="Apple SD Gothic Neo"/>
              </a:defRPr>
            </a:lvl6pPr>
            <a:lvl7pPr algn="l">
              <a:defRPr sz="1650" b="0">
                <a:solidFill>
                  <a:srgbClr val="13151A"/>
                </a:solidFill>
                <a:latin typeface="Apple SD Gothic Neo"/>
                <a:ea typeface="Apple SD Gothic Neo"/>
                <a:cs typeface="Apple SD Gothic Neo"/>
              </a:defRPr>
            </a:lvl7pPr>
            <a:lvl8pPr algn="l">
              <a:defRPr sz="1650" b="0">
                <a:solidFill>
                  <a:srgbClr val="13151A"/>
                </a:solidFill>
                <a:latin typeface="Apple SD Gothic Neo"/>
                <a:ea typeface="Apple SD Gothic Neo"/>
                <a:cs typeface="Apple SD Gothic Neo"/>
              </a:defRPr>
            </a:lvl8pPr>
            <a:lvl9pPr algn="l">
              <a:defRPr sz="1650" b="0">
                <a:solidFill>
                  <a:srgbClr val="13151A"/>
                </a:solidFill>
                <a:latin typeface="Apple SD Gothic Neo"/>
                <a:ea typeface="Apple SD Gothic Neo"/>
                <a:cs typeface="Apple SD Gothic Neo"/>
              </a:defRPr>
            </a:lvl9pPr>
          </a:lstStyle>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본문 전체 임베딩은 오히려 66.7%</a:t>
            </a:r>
          </a:p>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제목과 알림을 따로 비교해 개선</a:t>
            </a:r>
          </a:p>
        </p:txBody>
      </p:sp>
      <p:sp>
        <p:nvSpPr>
          <p:cNvPr id="13" name="">
            <a:extLst xmlns:a="http://schemas.openxmlformats.org/drawingml/2006/main">
              <a:ext uri="{FF2B5EF4-FFF2-40B4-BE49-F238E27FC236}">
                <a16:creationId xmlns:a16="http://schemas.microsoft.com/office/drawing/2014/main" id="{9AE5FC85-6F2B-4C97-B682-BA0150915950}"/>
              </a:ext>
            </a:extLst>
          </p:cNvPr>
          <p:cNvSpPr>
            <a:spLocks xmlns:a="http://schemas.openxmlformats.org/drawingml/2006/main" noGrp="1"/>
          </p:cNvSpPr>
          <p:nvPr/>
        </p:nvSpPr>
        <p:spPr>
          <a:xfrm xmlns:a="http://schemas.openxmlformats.org/drawingml/2006/main">
            <a:off x="704850" y="6153150"/>
            <a:ext cx="10763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26A73"/>
                </a:solidFill>
                <a:latin typeface="Apple SD Gothic Neo"/>
                <a:ea typeface="Apple SD Gothic Neo"/>
                <a:cs typeface="Apple SD Gothic Neo"/>
              </a:defRPr>
            </a:defPPr>
            <a:lvl1pPr algn="l">
              <a:defRPr sz="1275" b="0">
                <a:solidFill>
                  <a:srgbClr val="626A73"/>
                </a:solidFill>
                <a:latin typeface="Apple SD Gothic Neo"/>
                <a:ea typeface="Apple SD Gothic Neo"/>
                <a:cs typeface="Apple SD Gothic Neo"/>
              </a:defRPr>
            </a:lvl1pPr>
            <a:lvl2pPr algn="l">
              <a:defRPr sz="1275" b="0">
                <a:solidFill>
                  <a:srgbClr val="626A73"/>
                </a:solidFill>
                <a:latin typeface="Apple SD Gothic Neo"/>
                <a:ea typeface="Apple SD Gothic Neo"/>
                <a:cs typeface="Apple SD Gothic Neo"/>
              </a:defRPr>
            </a:lvl2pPr>
            <a:lvl3pPr algn="l">
              <a:defRPr sz="1275" b="0">
                <a:solidFill>
                  <a:srgbClr val="626A73"/>
                </a:solidFill>
                <a:latin typeface="Apple SD Gothic Neo"/>
                <a:ea typeface="Apple SD Gothic Neo"/>
                <a:cs typeface="Apple SD Gothic Neo"/>
              </a:defRPr>
            </a:lvl3pPr>
            <a:lvl4pPr algn="l">
              <a:defRPr sz="1275" b="0">
                <a:solidFill>
                  <a:srgbClr val="626A73"/>
                </a:solidFill>
                <a:latin typeface="Apple SD Gothic Neo"/>
                <a:ea typeface="Apple SD Gothic Neo"/>
                <a:cs typeface="Apple SD Gothic Neo"/>
              </a:defRPr>
            </a:lvl4pPr>
            <a:lvl5pPr algn="l">
              <a:defRPr sz="1275" b="0">
                <a:solidFill>
                  <a:srgbClr val="626A73"/>
                </a:solidFill>
                <a:latin typeface="Apple SD Gothic Neo"/>
                <a:ea typeface="Apple SD Gothic Neo"/>
                <a:cs typeface="Apple SD Gothic Neo"/>
              </a:defRPr>
            </a:lvl5pPr>
            <a:lvl6pPr algn="l">
              <a:defRPr sz="1275" b="0">
                <a:solidFill>
                  <a:srgbClr val="626A73"/>
                </a:solidFill>
                <a:latin typeface="Apple SD Gothic Neo"/>
                <a:ea typeface="Apple SD Gothic Neo"/>
                <a:cs typeface="Apple SD Gothic Neo"/>
              </a:defRPr>
            </a:lvl6pPr>
            <a:lvl7pPr algn="l">
              <a:defRPr sz="1275" b="0">
                <a:solidFill>
                  <a:srgbClr val="626A73"/>
                </a:solidFill>
                <a:latin typeface="Apple SD Gothic Neo"/>
                <a:ea typeface="Apple SD Gothic Neo"/>
                <a:cs typeface="Apple SD Gothic Neo"/>
              </a:defRPr>
            </a:lvl7pPr>
            <a:lvl8pPr algn="l">
              <a:defRPr sz="1275" b="0">
                <a:solidFill>
                  <a:srgbClr val="626A73"/>
                </a:solidFill>
                <a:latin typeface="Apple SD Gothic Neo"/>
                <a:ea typeface="Apple SD Gothic Neo"/>
                <a:cs typeface="Apple SD Gothic Neo"/>
              </a:defRPr>
            </a:lvl8pPr>
            <a:lvl9pPr algn="l">
              <a:defRPr sz="1275" b="0">
                <a:solidFill>
                  <a:srgbClr val="626A73"/>
                </a:solidFill>
                <a:latin typeface="Apple SD Gothic Neo"/>
                <a:ea typeface="Apple SD Gothic Neo"/>
                <a:cs typeface="Apple SD Gothic Neo"/>
              </a:defRPr>
            </a:lvl9pPr>
          </a:lstStyle>
          <a:p xmlns:a="http://schemas.openxmlformats.org/drawingml/2006/main">
            <a:pPr algn="l">
              <a:defRPr sz="1275" b="0">
                <a:solidFill>
                  <a:srgbClr val="626A73"/>
                </a:solidFill>
                <a:latin typeface="Apple SD Gothic Neo"/>
                <a:ea typeface="Apple SD Gothic Neo"/>
                <a:cs typeface="Apple SD Gothic Neo"/>
              </a:defRPr>
            </a:pPr>
            <a:r>
              <a:rPr sz="1275" b="0">
                <a:solidFill>
                  <a:srgbClr val="626A73"/>
                </a:solidFill>
                <a:latin typeface="Apple SD Gothic Neo"/>
                <a:ea typeface="Apple SD Gothic Neo"/>
                <a:cs typeface="Apple SD Gothic Neo"/>
              </a:rPr>
              <a:t>※ 5문항은 검색 기준 조정에도 사용. 독립 시험은 아님.</a:t>
            </a:r>
          </a:p>
        </p:txBody>
      </p:sp>
    </p:spTree>
    <p:extLst>
      <p:ext uri="{BB962C8B-B14F-4D97-AF65-F5344CB8AC3E}">
        <p14:creationId xmlns:p14="http://schemas.microsoft.com/office/powerpoint/2010/main" val="179200402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FA05C41-F8C7-487D-80F0-2A7D3474456D}"/>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실패한 조회는 숨기지 않고, 확인한 근거는 활용</a:t>
            </a:r>
          </a:p>
        </p:txBody>
      </p:sp>
      <p:sp>
        <p:nvSpPr>
          <p:cNvPr id="2" name="">
            <a:extLst xmlns:a="http://schemas.openxmlformats.org/drawingml/2006/main">
              <a:ext uri="{FF2B5EF4-FFF2-40B4-BE49-F238E27FC236}">
                <a16:creationId xmlns:a16="http://schemas.microsoft.com/office/drawing/2014/main" id="{E369B134-2FD3-4119-9924-7BA5F89E77FA}"/>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06  G096 정다운</a:t>
            </a:r>
          </a:p>
        </p:txBody>
      </p:sp>
      <p:sp>
        <p:nvSpPr>
          <p:cNvPr id="3" name="">
            <a:extLst xmlns:a="http://schemas.openxmlformats.org/drawingml/2006/main">
              <a:ext uri="{FF2B5EF4-FFF2-40B4-BE49-F238E27FC236}">
                <a16:creationId xmlns:a16="http://schemas.microsoft.com/office/drawing/2014/main" id="{E35463B8-5782-4B6D-A4EB-57C1029A3B9A}"/>
              </a:ext>
            </a:extLst>
          </p:cNvPr>
          <p:cNvSpPr>
            <a:spLocks xmlns:a="http://schemas.openxmlformats.org/drawingml/2006/main" noGrp="1"/>
          </p:cNvSpPr>
          <p:nvPr/>
        </p:nvSpPr>
        <p:spPr>
          <a:xfrm xmlns:a="http://schemas.openxmlformats.org/drawingml/2006/main">
            <a:off x="666750" y="1562100"/>
            <a:ext cx="504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agent/graph.py:136</a:t>
            </a:r>
          </a:p>
        </p:txBody>
      </p:sp>
      <p:sp>
        <p:nvSpPr>
          <p:cNvPr id="4" name="">
            <a:extLst xmlns:a="http://schemas.openxmlformats.org/drawingml/2006/main">
              <a:ext uri="{FF2B5EF4-FFF2-40B4-BE49-F238E27FC236}">
                <a16:creationId xmlns:a16="http://schemas.microsoft.com/office/drawing/2014/main" id="{DD534BDD-7360-43E1-83BE-7ECEF52D0235}"/>
              </a:ext>
            </a:extLst>
          </p:cNvPr>
          <p:cNvSpPr>
            <a:spLocks xmlns:a="http://schemas.openxmlformats.org/drawingml/2006/main" noGrp="1"/>
          </p:cNvSpPr>
          <p:nvPr/>
        </p:nvSpPr>
        <p:spPr>
          <a:xfrm xmlns:a="http://schemas.openxmlformats.org/drawingml/2006/main">
            <a:off x="666750" y="2000250"/>
            <a:ext cx="5191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Menlo"/>
                <a:ea typeface="Menlo"/>
                <a:cs typeface="Menlo"/>
              </a:defRPr>
            </a:defPPr>
            <a:lvl1pPr algn="l">
              <a:defRPr sz="1650" b="0">
                <a:solidFill>
                  <a:srgbClr val="13151A"/>
                </a:solidFill>
                <a:latin typeface="Menlo"/>
                <a:ea typeface="Menlo"/>
                <a:cs typeface="Menlo"/>
              </a:defRPr>
            </a:lvl1pPr>
            <a:lvl2pPr algn="l">
              <a:defRPr sz="1650" b="0">
                <a:solidFill>
                  <a:srgbClr val="13151A"/>
                </a:solidFill>
                <a:latin typeface="Menlo"/>
                <a:ea typeface="Menlo"/>
                <a:cs typeface="Menlo"/>
              </a:defRPr>
            </a:lvl2pPr>
            <a:lvl3pPr algn="l">
              <a:defRPr sz="1650" b="0">
                <a:solidFill>
                  <a:srgbClr val="13151A"/>
                </a:solidFill>
                <a:latin typeface="Menlo"/>
                <a:ea typeface="Menlo"/>
                <a:cs typeface="Menlo"/>
              </a:defRPr>
            </a:lvl3pPr>
            <a:lvl4pPr algn="l">
              <a:defRPr sz="1650" b="0">
                <a:solidFill>
                  <a:srgbClr val="13151A"/>
                </a:solidFill>
                <a:latin typeface="Menlo"/>
                <a:ea typeface="Menlo"/>
                <a:cs typeface="Menlo"/>
              </a:defRPr>
            </a:lvl4pPr>
            <a:lvl5pPr algn="l">
              <a:defRPr sz="1650" b="0">
                <a:solidFill>
                  <a:srgbClr val="13151A"/>
                </a:solidFill>
                <a:latin typeface="Menlo"/>
                <a:ea typeface="Menlo"/>
                <a:cs typeface="Menlo"/>
              </a:defRPr>
            </a:lvl5pPr>
            <a:lvl6pPr algn="l">
              <a:defRPr sz="1650" b="0">
                <a:solidFill>
                  <a:srgbClr val="13151A"/>
                </a:solidFill>
                <a:latin typeface="Menlo"/>
                <a:ea typeface="Menlo"/>
                <a:cs typeface="Menlo"/>
              </a:defRPr>
            </a:lvl6pPr>
            <a:lvl7pPr algn="l">
              <a:defRPr sz="1650" b="0">
                <a:solidFill>
                  <a:srgbClr val="13151A"/>
                </a:solidFill>
                <a:latin typeface="Menlo"/>
                <a:ea typeface="Menlo"/>
                <a:cs typeface="Menlo"/>
              </a:defRPr>
            </a:lvl7pPr>
            <a:lvl8pPr algn="l">
              <a:defRPr sz="1650" b="0">
                <a:solidFill>
                  <a:srgbClr val="13151A"/>
                </a:solidFill>
                <a:latin typeface="Menlo"/>
                <a:ea typeface="Menlo"/>
                <a:cs typeface="Menlo"/>
              </a:defRPr>
            </a:lvl8pPr>
            <a:lvl9pPr algn="l">
              <a:defRPr sz="1650" b="0">
                <a:solidFill>
                  <a:srgbClr val="13151A"/>
                </a:solidFill>
                <a:latin typeface="Menlo"/>
                <a:ea typeface="Menlo"/>
                <a:cs typeface="Menlo"/>
              </a:defRPr>
            </a:lvl9pPr>
          </a:lstStyle>
          <a:p xmlns:a="http://schemas.openxmlformats.org/drawingml/2006/main">
            <a:pPr algn="l">
              <a:defRPr sz="1650" b="0">
                <a:solidFill>
                  <a:srgbClr val="13151A"/>
                </a:solidFill>
                <a:latin typeface="Menlo"/>
                <a:ea typeface="Menlo"/>
                <a:cs typeface="Menlo"/>
              </a:defRPr>
            </a:pPr>
            <a:r>
              <a:rPr sz="1650" b="0">
                <a:solidFill>
                  <a:srgbClr val="13151A"/>
                </a:solidFill>
                <a:latin typeface="Menlo"/>
                <a:ea typeface="Menlo"/>
                <a:cs typeface="Menlo"/>
              </a:rPr>
              <a:t>if r["ok"]:</a:t>
            </a:r>
          </a:p>
        </p:txBody>
      </p:sp>
      <p:sp>
        <p:nvSpPr>
          <p:cNvPr id="5" name="">
            <a:extLst xmlns:a="http://schemas.openxmlformats.org/drawingml/2006/main">
              <a:ext uri="{FF2B5EF4-FFF2-40B4-BE49-F238E27FC236}">
                <a16:creationId xmlns:a16="http://schemas.microsoft.com/office/drawing/2014/main" id="{E22E05E2-CE10-4C19-9335-200B7DA71059}"/>
              </a:ext>
            </a:extLst>
          </p:cNvPr>
          <p:cNvSpPr>
            <a:spLocks xmlns:a="http://schemas.openxmlformats.org/drawingml/2006/main" noGrp="1"/>
          </p:cNvSpPr>
          <p:nvPr/>
        </p:nvSpPr>
        <p:spPr>
          <a:xfrm xmlns:a="http://schemas.openxmlformats.org/drawingml/2006/main">
            <a:off x="666750" y="2428875"/>
            <a:ext cx="5191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4232D"/>
                </a:solidFill>
                <a:latin typeface="Menlo"/>
                <a:ea typeface="Menlo"/>
                <a:cs typeface="Menlo"/>
              </a:defRPr>
            </a:defPPr>
            <a:lvl1pPr algn="l">
              <a:defRPr sz="1650" b="0">
                <a:solidFill>
                  <a:srgbClr val="B4232D"/>
                </a:solidFill>
                <a:latin typeface="Menlo"/>
                <a:ea typeface="Menlo"/>
                <a:cs typeface="Menlo"/>
              </a:defRPr>
            </a:lvl1pPr>
            <a:lvl2pPr algn="l">
              <a:defRPr sz="1650" b="0">
                <a:solidFill>
                  <a:srgbClr val="B4232D"/>
                </a:solidFill>
                <a:latin typeface="Menlo"/>
                <a:ea typeface="Menlo"/>
                <a:cs typeface="Menlo"/>
              </a:defRPr>
            </a:lvl2pPr>
            <a:lvl3pPr algn="l">
              <a:defRPr sz="1650" b="0">
                <a:solidFill>
                  <a:srgbClr val="B4232D"/>
                </a:solidFill>
                <a:latin typeface="Menlo"/>
                <a:ea typeface="Menlo"/>
                <a:cs typeface="Menlo"/>
              </a:defRPr>
            </a:lvl3pPr>
            <a:lvl4pPr algn="l">
              <a:defRPr sz="1650" b="0">
                <a:solidFill>
                  <a:srgbClr val="B4232D"/>
                </a:solidFill>
                <a:latin typeface="Menlo"/>
                <a:ea typeface="Menlo"/>
                <a:cs typeface="Menlo"/>
              </a:defRPr>
            </a:lvl4pPr>
            <a:lvl5pPr algn="l">
              <a:defRPr sz="1650" b="0">
                <a:solidFill>
                  <a:srgbClr val="B4232D"/>
                </a:solidFill>
                <a:latin typeface="Menlo"/>
                <a:ea typeface="Menlo"/>
                <a:cs typeface="Menlo"/>
              </a:defRPr>
            </a:lvl5pPr>
            <a:lvl6pPr algn="l">
              <a:defRPr sz="1650" b="0">
                <a:solidFill>
                  <a:srgbClr val="B4232D"/>
                </a:solidFill>
                <a:latin typeface="Menlo"/>
                <a:ea typeface="Menlo"/>
                <a:cs typeface="Menlo"/>
              </a:defRPr>
            </a:lvl6pPr>
            <a:lvl7pPr algn="l">
              <a:defRPr sz="1650" b="0">
                <a:solidFill>
                  <a:srgbClr val="B4232D"/>
                </a:solidFill>
                <a:latin typeface="Menlo"/>
                <a:ea typeface="Menlo"/>
                <a:cs typeface="Menlo"/>
              </a:defRPr>
            </a:lvl7pPr>
            <a:lvl8pPr algn="l">
              <a:defRPr sz="1650" b="0">
                <a:solidFill>
                  <a:srgbClr val="B4232D"/>
                </a:solidFill>
                <a:latin typeface="Menlo"/>
                <a:ea typeface="Menlo"/>
                <a:cs typeface="Menlo"/>
              </a:defRPr>
            </a:lvl8pPr>
            <a:lvl9pPr algn="l">
              <a:defRPr sz="1650" b="0">
                <a:solidFill>
                  <a:srgbClr val="B4232D"/>
                </a:solidFill>
                <a:latin typeface="Menlo"/>
                <a:ea typeface="Menlo"/>
                <a:cs typeface="Menlo"/>
              </a:defRPr>
            </a:lvl9pPr>
          </a:lstStyle>
          <a:p xmlns:a="http://schemas.openxmlformats.org/drawingml/2006/main">
            <a:pPr algn="l">
              <a:defRPr sz="1650" b="0">
                <a:solidFill>
                  <a:srgbClr val="B4232D"/>
                </a:solidFill>
                <a:latin typeface="Menlo"/>
                <a:ea typeface="Menlo"/>
                <a:cs typeface="Menlo"/>
              </a:defRPr>
            </a:pPr>
            <a:r>
              <a:rPr sz="1650" b="0">
                <a:solidFill>
                  <a:srgbClr val="B4232D"/>
                </a:solidFill>
                <a:latin typeface="Menlo"/>
                <a:ea typeface="Menlo"/>
                <a:cs typeface="Menlo"/>
              </a:rPr>
              <a:t>    collected.append(item)</a:t>
            </a:r>
          </a:p>
        </p:txBody>
      </p:sp>
      <p:sp>
        <p:nvSpPr>
          <p:cNvPr id="6" name="">
            <a:extLst xmlns:a="http://schemas.openxmlformats.org/drawingml/2006/main">
              <a:ext uri="{FF2B5EF4-FFF2-40B4-BE49-F238E27FC236}">
                <a16:creationId xmlns:a16="http://schemas.microsoft.com/office/drawing/2014/main" id="{B69A8FD4-70B1-4C28-94DB-44265E6826F4}"/>
              </a:ext>
            </a:extLst>
          </p:cNvPr>
          <p:cNvSpPr>
            <a:spLocks xmlns:a="http://schemas.openxmlformats.org/drawingml/2006/main" noGrp="1"/>
          </p:cNvSpPr>
          <p:nvPr/>
        </p:nvSpPr>
        <p:spPr>
          <a:xfrm xmlns:a="http://schemas.openxmlformats.org/drawingml/2006/main">
            <a:off x="666750" y="2857500"/>
            <a:ext cx="5191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Menlo"/>
                <a:ea typeface="Menlo"/>
                <a:cs typeface="Menlo"/>
              </a:defRPr>
            </a:defPPr>
            <a:lvl1pPr algn="l">
              <a:defRPr sz="1650" b="0">
                <a:solidFill>
                  <a:srgbClr val="13151A"/>
                </a:solidFill>
                <a:latin typeface="Menlo"/>
                <a:ea typeface="Menlo"/>
                <a:cs typeface="Menlo"/>
              </a:defRPr>
            </a:lvl1pPr>
            <a:lvl2pPr algn="l">
              <a:defRPr sz="1650" b="0">
                <a:solidFill>
                  <a:srgbClr val="13151A"/>
                </a:solidFill>
                <a:latin typeface="Menlo"/>
                <a:ea typeface="Menlo"/>
                <a:cs typeface="Menlo"/>
              </a:defRPr>
            </a:lvl2pPr>
            <a:lvl3pPr algn="l">
              <a:defRPr sz="1650" b="0">
                <a:solidFill>
                  <a:srgbClr val="13151A"/>
                </a:solidFill>
                <a:latin typeface="Menlo"/>
                <a:ea typeface="Menlo"/>
                <a:cs typeface="Menlo"/>
              </a:defRPr>
            </a:lvl3pPr>
            <a:lvl4pPr algn="l">
              <a:defRPr sz="1650" b="0">
                <a:solidFill>
                  <a:srgbClr val="13151A"/>
                </a:solidFill>
                <a:latin typeface="Menlo"/>
                <a:ea typeface="Menlo"/>
                <a:cs typeface="Menlo"/>
              </a:defRPr>
            </a:lvl4pPr>
            <a:lvl5pPr algn="l">
              <a:defRPr sz="1650" b="0">
                <a:solidFill>
                  <a:srgbClr val="13151A"/>
                </a:solidFill>
                <a:latin typeface="Menlo"/>
                <a:ea typeface="Menlo"/>
                <a:cs typeface="Menlo"/>
              </a:defRPr>
            </a:lvl5pPr>
            <a:lvl6pPr algn="l">
              <a:defRPr sz="1650" b="0">
                <a:solidFill>
                  <a:srgbClr val="13151A"/>
                </a:solidFill>
                <a:latin typeface="Menlo"/>
                <a:ea typeface="Menlo"/>
                <a:cs typeface="Menlo"/>
              </a:defRPr>
            </a:lvl6pPr>
            <a:lvl7pPr algn="l">
              <a:defRPr sz="1650" b="0">
                <a:solidFill>
                  <a:srgbClr val="13151A"/>
                </a:solidFill>
                <a:latin typeface="Menlo"/>
                <a:ea typeface="Menlo"/>
                <a:cs typeface="Menlo"/>
              </a:defRPr>
            </a:lvl7pPr>
            <a:lvl8pPr algn="l">
              <a:defRPr sz="1650" b="0">
                <a:solidFill>
                  <a:srgbClr val="13151A"/>
                </a:solidFill>
                <a:latin typeface="Menlo"/>
                <a:ea typeface="Menlo"/>
                <a:cs typeface="Menlo"/>
              </a:defRPr>
            </a:lvl8pPr>
            <a:lvl9pPr algn="l">
              <a:defRPr sz="1650" b="0">
                <a:solidFill>
                  <a:srgbClr val="13151A"/>
                </a:solidFill>
                <a:latin typeface="Menlo"/>
                <a:ea typeface="Menlo"/>
                <a:cs typeface="Menlo"/>
              </a:defRPr>
            </a:lvl9pPr>
          </a:lstStyle>
          <a:p xmlns:a="http://schemas.openxmlformats.org/drawingml/2006/main">
            <a:pPr algn="l">
              <a:defRPr sz="1650" b="0">
                <a:solidFill>
                  <a:srgbClr val="13151A"/>
                </a:solidFill>
                <a:latin typeface="Menlo"/>
                <a:ea typeface="Menlo"/>
                <a:cs typeface="Menlo"/>
              </a:defRPr>
            </a:pPr>
            <a:r>
              <a:rPr sz="1650" b="0">
                <a:solidFill>
                  <a:srgbClr val="13151A"/>
                </a:solidFill>
                <a:latin typeface="Menlo"/>
                <a:ea typeface="Menlo"/>
                <a:cs typeface="Menlo"/>
              </a:rPr>
              <a:t>else:</a:t>
            </a:r>
          </a:p>
        </p:txBody>
      </p:sp>
      <p:sp>
        <p:nvSpPr>
          <p:cNvPr id="7" name="">
            <a:extLst xmlns:a="http://schemas.openxmlformats.org/drawingml/2006/main">
              <a:ext uri="{FF2B5EF4-FFF2-40B4-BE49-F238E27FC236}">
                <a16:creationId xmlns:a16="http://schemas.microsoft.com/office/drawing/2014/main" id="{71CF1E65-F1D6-4E01-B940-B09871EFB1BE}"/>
              </a:ext>
            </a:extLst>
          </p:cNvPr>
          <p:cNvSpPr>
            <a:spLocks xmlns:a="http://schemas.openxmlformats.org/drawingml/2006/main" noGrp="1"/>
          </p:cNvSpPr>
          <p:nvPr/>
        </p:nvSpPr>
        <p:spPr>
          <a:xfrm xmlns:a="http://schemas.openxmlformats.org/drawingml/2006/main">
            <a:off x="666750" y="3286125"/>
            <a:ext cx="5191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4232D"/>
                </a:solidFill>
                <a:latin typeface="Menlo"/>
                <a:ea typeface="Menlo"/>
                <a:cs typeface="Menlo"/>
              </a:defRPr>
            </a:defPPr>
            <a:lvl1pPr algn="l">
              <a:defRPr sz="1650" b="0">
                <a:solidFill>
                  <a:srgbClr val="B4232D"/>
                </a:solidFill>
                <a:latin typeface="Menlo"/>
                <a:ea typeface="Menlo"/>
                <a:cs typeface="Menlo"/>
              </a:defRPr>
            </a:lvl1pPr>
            <a:lvl2pPr algn="l">
              <a:defRPr sz="1650" b="0">
                <a:solidFill>
                  <a:srgbClr val="B4232D"/>
                </a:solidFill>
                <a:latin typeface="Menlo"/>
                <a:ea typeface="Menlo"/>
                <a:cs typeface="Menlo"/>
              </a:defRPr>
            </a:lvl2pPr>
            <a:lvl3pPr algn="l">
              <a:defRPr sz="1650" b="0">
                <a:solidFill>
                  <a:srgbClr val="B4232D"/>
                </a:solidFill>
                <a:latin typeface="Menlo"/>
                <a:ea typeface="Menlo"/>
                <a:cs typeface="Menlo"/>
              </a:defRPr>
            </a:lvl3pPr>
            <a:lvl4pPr algn="l">
              <a:defRPr sz="1650" b="0">
                <a:solidFill>
                  <a:srgbClr val="B4232D"/>
                </a:solidFill>
                <a:latin typeface="Menlo"/>
                <a:ea typeface="Menlo"/>
                <a:cs typeface="Menlo"/>
              </a:defRPr>
            </a:lvl4pPr>
            <a:lvl5pPr algn="l">
              <a:defRPr sz="1650" b="0">
                <a:solidFill>
                  <a:srgbClr val="B4232D"/>
                </a:solidFill>
                <a:latin typeface="Menlo"/>
                <a:ea typeface="Menlo"/>
                <a:cs typeface="Menlo"/>
              </a:defRPr>
            </a:lvl5pPr>
            <a:lvl6pPr algn="l">
              <a:defRPr sz="1650" b="0">
                <a:solidFill>
                  <a:srgbClr val="B4232D"/>
                </a:solidFill>
                <a:latin typeface="Menlo"/>
                <a:ea typeface="Menlo"/>
                <a:cs typeface="Menlo"/>
              </a:defRPr>
            </a:lvl6pPr>
            <a:lvl7pPr algn="l">
              <a:defRPr sz="1650" b="0">
                <a:solidFill>
                  <a:srgbClr val="B4232D"/>
                </a:solidFill>
                <a:latin typeface="Menlo"/>
                <a:ea typeface="Menlo"/>
                <a:cs typeface="Menlo"/>
              </a:defRPr>
            </a:lvl7pPr>
            <a:lvl8pPr algn="l">
              <a:defRPr sz="1650" b="0">
                <a:solidFill>
                  <a:srgbClr val="B4232D"/>
                </a:solidFill>
                <a:latin typeface="Menlo"/>
                <a:ea typeface="Menlo"/>
                <a:cs typeface="Menlo"/>
              </a:defRPr>
            </a:lvl8pPr>
            <a:lvl9pPr algn="l">
              <a:defRPr sz="1650" b="0">
                <a:solidFill>
                  <a:srgbClr val="B4232D"/>
                </a:solidFill>
                <a:latin typeface="Menlo"/>
                <a:ea typeface="Menlo"/>
                <a:cs typeface="Menlo"/>
              </a:defRPr>
            </a:lvl9pPr>
          </a:lstStyle>
          <a:p xmlns:a="http://schemas.openxmlformats.org/drawingml/2006/main">
            <a:pPr algn="l">
              <a:defRPr sz="1650" b="0">
                <a:solidFill>
                  <a:srgbClr val="B4232D"/>
                </a:solidFill>
                <a:latin typeface="Menlo"/>
                <a:ea typeface="Menlo"/>
                <a:cs typeface="Menlo"/>
              </a:defRPr>
            </a:pPr>
            <a:r>
              <a:rPr sz="1650" b="0">
                <a:solidFill>
                  <a:srgbClr val="B4232D"/>
                </a:solidFill>
                <a:latin typeface="Menlo"/>
                <a:ea typeface="Menlo"/>
                <a:cs typeface="Menlo"/>
              </a:rPr>
              <a:t>    task["error"] = r["error"]</a:t>
            </a:r>
          </a:p>
        </p:txBody>
      </p:sp>
      <p:sp>
        <p:nvSpPr>
          <p:cNvPr id="8" name="">
            <a:extLst xmlns:a="http://schemas.openxmlformats.org/drawingml/2006/main">
              <a:ext uri="{FF2B5EF4-FFF2-40B4-BE49-F238E27FC236}">
                <a16:creationId xmlns:a16="http://schemas.microsoft.com/office/drawing/2014/main" id="{69405245-2E27-4522-B080-D13EEC36807E}"/>
              </a:ext>
            </a:extLst>
          </p:cNvPr>
          <p:cNvSpPr>
            <a:spLocks xmlns:a="http://schemas.openxmlformats.org/drawingml/2006/main" noGrp="1"/>
          </p:cNvSpPr>
          <p:nvPr/>
        </p:nvSpPr>
        <p:spPr>
          <a:xfrm xmlns:a="http://schemas.openxmlformats.org/drawingml/2006/main">
            <a:off x="666750" y="4000500"/>
            <a:ext cx="4857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3151A"/>
                </a:solidFill>
                <a:latin typeface="Apple SD Gothic Neo"/>
                <a:ea typeface="Apple SD Gothic Neo"/>
                <a:cs typeface="Apple SD Gothic Neo"/>
              </a:defRPr>
            </a:defPPr>
            <a:lvl1pPr algn="l">
              <a:defRPr sz="2175" b="1">
                <a:solidFill>
                  <a:srgbClr val="13151A"/>
                </a:solidFill>
                <a:latin typeface="Apple SD Gothic Neo"/>
                <a:ea typeface="Apple SD Gothic Neo"/>
                <a:cs typeface="Apple SD Gothic Neo"/>
              </a:defRPr>
            </a:lvl1pPr>
            <a:lvl2pPr algn="l">
              <a:defRPr sz="2175" b="1">
                <a:solidFill>
                  <a:srgbClr val="13151A"/>
                </a:solidFill>
                <a:latin typeface="Apple SD Gothic Neo"/>
                <a:ea typeface="Apple SD Gothic Neo"/>
                <a:cs typeface="Apple SD Gothic Neo"/>
              </a:defRPr>
            </a:lvl2pPr>
            <a:lvl3pPr algn="l">
              <a:defRPr sz="2175" b="1">
                <a:solidFill>
                  <a:srgbClr val="13151A"/>
                </a:solidFill>
                <a:latin typeface="Apple SD Gothic Neo"/>
                <a:ea typeface="Apple SD Gothic Neo"/>
                <a:cs typeface="Apple SD Gothic Neo"/>
              </a:defRPr>
            </a:lvl3pPr>
            <a:lvl4pPr algn="l">
              <a:defRPr sz="2175" b="1">
                <a:solidFill>
                  <a:srgbClr val="13151A"/>
                </a:solidFill>
                <a:latin typeface="Apple SD Gothic Neo"/>
                <a:ea typeface="Apple SD Gothic Neo"/>
                <a:cs typeface="Apple SD Gothic Neo"/>
              </a:defRPr>
            </a:lvl4pPr>
            <a:lvl5pPr algn="l">
              <a:defRPr sz="2175" b="1">
                <a:solidFill>
                  <a:srgbClr val="13151A"/>
                </a:solidFill>
                <a:latin typeface="Apple SD Gothic Neo"/>
                <a:ea typeface="Apple SD Gothic Neo"/>
                <a:cs typeface="Apple SD Gothic Neo"/>
              </a:defRPr>
            </a:lvl5pPr>
            <a:lvl6pPr algn="l">
              <a:defRPr sz="2175" b="1">
                <a:solidFill>
                  <a:srgbClr val="13151A"/>
                </a:solidFill>
                <a:latin typeface="Apple SD Gothic Neo"/>
                <a:ea typeface="Apple SD Gothic Neo"/>
                <a:cs typeface="Apple SD Gothic Neo"/>
              </a:defRPr>
            </a:lvl6pPr>
            <a:lvl7pPr algn="l">
              <a:defRPr sz="2175" b="1">
                <a:solidFill>
                  <a:srgbClr val="13151A"/>
                </a:solidFill>
                <a:latin typeface="Apple SD Gothic Neo"/>
                <a:ea typeface="Apple SD Gothic Neo"/>
                <a:cs typeface="Apple SD Gothic Neo"/>
              </a:defRPr>
            </a:lvl7pPr>
            <a:lvl8pPr algn="l">
              <a:defRPr sz="2175" b="1">
                <a:solidFill>
                  <a:srgbClr val="13151A"/>
                </a:solidFill>
                <a:latin typeface="Apple SD Gothic Neo"/>
                <a:ea typeface="Apple SD Gothic Neo"/>
                <a:cs typeface="Apple SD Gothic Neo"/>
              </a:defRPr>
            </a:lvl8pPr>
            <a:lvl9pPr algn="l">
              <a:defRPr sz="2175" b="1">
                <a:solidFill>
                  <a:srgbClr val="13151A"/>
                </a:solidFill>
                <a:latin typeface="Apple SD Gothic Neo"/>
                <a:ea typeface="Apple SD Gothic Neo"/>
                <a:cs typeface="Apple SD Gothic Neo"/>
              </a:defRPr>
            </a:lvl9pPr>
          </a:lstStyle>
          <a:p xmlns:a="http://schemas.openxmlformats.org/drawingml/2006/main">
            <a:pPr algn="l">
              <a:defRPr sz="2175" b="1">
                <a:solidFill>
                  <a:srgbClr val="13151A"/>
                </a:solidFill>
                <a:latin typeface="Apple SD Gothic Neo"/>
                <a:ea typeface="Apple SD Gothic Neo"/>
                <a:cs typeface="Apple SD Gothic Neo"/>
              </a:defRPr>
            </a:pPr>
            <a:r>
              <a:rPr sz="2175" b="1">
                <a:solidFill>
                  <a:srgbClr val="13151A"/>
                </a:solidFill>
                <a:latin typeface="Apple SD Gothic Neo"/>
                <a:ea typeface="Apple SD Gothic Neo"/>
                <a:cs typeface="Apple SD Gothic Neo"/>
              </a:rPr>
              <a:t>gateway 조회 성공</a:t>
            </a:r>
          </a:p>
        </p:txBody>
      </p:sp>
      <p:sp>
        <p:nvSpPr>
          <p:cNvPr id="9" name="">
            <a:extLst xmlns:a="http://schemas.openxmlformats.org/drawingml/2006/main">
              <a:ext uri="{FF2B5EF4-FFF2-40B4-BE49-F238E27FC236}">
                <a16:creationId xmlns:a16="http://schemas.microsoft.com/office/drawing/2014/main" id="{8B05535B-D042-4D7F-B4C3-0320FC07D153}"/>
              </a:ext>
            </a:extLst>
          </p:cNvPr>
          <p:cNvSpPr>
            <a:spLocks xmlns:a="http://schemas.openxmlformats.org/drawingml/2006/main" noGrp="1"/>
          </p:cNvSpPr>
          <p:nvPr/>
        </p:nvSpPr>
        <p:spPr>
          <a:xfrm xmlns:a="http://schemas.openxmlformats.org/drawingml/2006/main">
            <a:off x="666750" y="4629150"/>
            <a:ext cx="5286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payments 조회 실패 → 진단 한계에 명시</a:t>
            </a:r>
          </a:p>
        </p:txBody>
      </p:sp>
      <p:pic>
        <p:nvPicPr>
          <p:cNvPr id="10" name="">
            <a:extLst xmlns:a="http://schemas.openxmlformats.org/drawingml/2006/main">
              <a:ext uri="{FF2B5EF4-FFF2-40B4-BE49-F238E27FC236}">
                <a16:creationId xmlns:a16="http://schemas.microsoft.com/office/drawing/2014/main" id="{2F08AE8E-E235-488E-B20C-BF0FD7BF7032}"/>
              </a:ext>
            </a:extLst>
          </p:cNvPr>
          <p:cNvPicPr>
            <a:picLocks xmlns:a="http://schemas.openxmlformats.org/drawingml/2006/main" noChangeAspect="1"/>
          </p:cNvPicPr>
          <p:nvPr/>
        </p:nvPicPr>
        <p:blipFill>
          <a:blip xmlns:r="http://schemas.openxmlformats.org/officeDocument/2006/relationships" xmlns:a="http://schemas.openxmlformats.org/drawingml/2006/main" r:embed="R75046b9778a34aa2"/>
          <a:srcRect xmlns:a="http://schemas.openxmlformats.org/drawingml/2006/main" l="2500" t="30000" r="27000" b="7500"/>
          <a:stretch xmlns:a="http://schemas.openxmlformats.org/drawingml/2006/main"/>
        </p:blipFill>
        <p:spPr>
          <a:xfrm xmlns:a="http://schemas.openxmlformats.org/drawingml/2006/main">
            <a:off x="6572250" y="1257300"/>
            <a:ext cx="4619625" cy="490537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A1744CFE-CEFE-4FDC-9528-F92D6CE66BF7}"/>
              </a:ext>
            </a:extLst>
          </p:cNvPr>
          <p:cNvSpPr>
            <a:spLocks xmlns:a="http://schemas.openxmlformats.org/drawingml/2006/main" noGrp="1"/>
          </p:cNvSpPr>
          <p:nvPr/>
        </p:nvSpPr>
        <p:spPr>
          <a:xfrm xmlns:a="http://schemas.openxmlformats.org/drawingml/2006/main">
            <a:off x="666750" y="6219825"/>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Fake 실패 주입 데모 · 실제 운영 장애 화면 아님</a:t>
            </a:r>
          </a:p>
        </p:txBody>
      </p:sp>
    </p:spTree>
    <p:extLst>
      <p:ext uri="{BB962C8B-B14F-4D97-AF65-F5344CB8AC3E}">
        <p14:creationId xmlns:p14="http://schemas.microsoft.com/office/powerpoint/2010/main" val="157091920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09D33EE6-E592-4881-8CB0-F3C24E051470}"/>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Agent Graph 실행 흐름</a:t>
            </a:r>
          </a:p>
        </p:txBody>
      </p:sp>
      <p:sp>
        <p:nvSpPr>
          <p:cNvPr id="2" name="">
            <a:extLst xmlns:a="http://schemas.openxmlformats.org/drawingml/2006/main">
              <a:ext uri="{FF2B5EF4-FFF2-40B4-BE49-F238E27FC236}">
                <a16:creationId xmlns:a16="http://schemas.microsoft.com/office/drawing/2014/main" id="{6E981DF4-1FC4-40C0-A6CA-31DDD63D15FC}"/>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07  G096 정다운</a:t>
            </a:r>
          </a:p>
        </p:txBody>
      </p:sp>
      <p:sp>
        <p:nvSpPr>
          <p:cNvPr id="3" name="">
            <a:extLst xmlns:a="http://schemas.openxmlformats.org/drawingml/2006/main">
              <a:ext uri="{FF2B5EF4-FFF2-40B4-BE49-F238E27FC236}">
                <a16:creationId xmlns:a16="http://schemas.microsoft.com/office/drawing/2014/main" id="{DB215F90-D033-46B8-A327-B7FC762297F1}"/>
              </a:ext>
            </a:extLst>
          </p:cNvPr>
          <p:cNvSpPr>
            <a:spLocks xmlns:a="http://schemas.openxmlformats.org/drawingml/2006/main" noGrp="1"/>
          </p:cNvSpPr>
          <p:nvPr/>
        </p:nvSpPr>
        <p:spPr>
          <a:xfrm xmlns:a="http://schemas.openxmlformats.org/drawingml/2006/main">
            <a:off x="60007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01</a:t>
            </a:r>
          </a:p>
        </p:txBody>
      </p:sp>
      <p:sp>
        <p:nvSpPr>
          <p:cNvPr id="4" name="">
            <a:extLst xmlns:a="http://schemas.openxmlformats.org/drawingml/2006/main">
              <a:ext uri="{FF2B5EF4-FFF2-40B4-BE49-F238E27FC236}">
                <a16:creationId xmlns:a16="http://schemas.microsoft.com/office/drawing/2014/main" id="{621B51E6-7D6A-4DB6-A343-A3F087558AD8}"/>
              </a:ext>
            </a:extLst>
          </p:cNvPr>
          <p:cNvSpPr>
            <a:spLocks xmlns:a="http://schemas.openxmlformats.org/drawingml/2006/main" noGrp="1"/>
          </p:cNvSpPr>
          <p:nvPr/>
        </p:nvSpPr>
        <p:spPr>
          <a:xfrm xmlns:a="http://schemas.openxmlformats.org/drawingml/2006/main">
            <a:off x="600075"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route</a:t>
            </a:r>
          </a:p>
        </p:txBody>
      </p:sp>
      <p:sp>
        <p:nvSpPr>
          <p:cNvPr id="5" name="">
            <a:extLst xmlns:a="http://schemas.openxmlformats.org/drawingml/2006/main">
              <a:ext uri="{FF2B5EF4-FFF2-40B4-BE49-F238E27FC236}">
                <a16:creationId xmlns:a16="http://schemas.microsoft.com/office/drawing/2014/main" id="{2FC886C5-D7BD-4254-93F9-2B96C92087C3}"/>
              </a:ext>
            </a:extLst>
          </p:cNvPr>
          <p:cNvSpPr>
            <a:spLocks xmlns:a="http://schemas.openxmlformats.org/drawingml/2006/main" noGrp="1"/>
          </p:cNvSpPr>
          <p:nvPr/>
        </p:nvSpPr>
        <p:spPr>
          <a:xfrm xmlns:a="http://schemas.openxmlformats.org/drawingml/2006/main">
            <a:off x="220027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6" name="">
            <a:extLst xmlns:a="http://schemas.openxmlformats.org/drawingml/2006/main">
              <a:ext uri="{FF2B5EF4-FFF2-40B4-BE49-F238E27FC236}">
                <a16:creationId xmlns:a16="http://schemas.microsoft.com/office/drawing/2014/main" id="{F376D5A7-E56C-4BA1-AF2A-1CAA0945DE97}"/>
              </a:ext>
            </a:extLst>
          </p:cNvPr>
          <p:cNvSpPr>
            <a:spLocks xmlns:a="http://schemas.openxmlformats.org/drawingml/2006/main" noGrp="1"/>
          </p:cNvSpPr>
          <p:nvPr/>
        </p:nvSpPr>
        <p:spPr>
          <a:xfrm xmlns:a="http://schemas.openxmlformats.org/drawingml/2006/main">
            <a:off x="243840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02</a:t>
            </a:r>
          </a:p>
        </p:txBody>
      </p:sp>
      <p:sp>
        <p:nvSpPr>
          <p:cNvPr id="7" name="">
            <a:extLst xmlns:a="http://schemas.openxmlformats.org/drawingml/2006/main">
              <a:ext uri="{FF2B5EF4-FFF2-40B4-BE49-F238E27FC236}">
                <a16:creationId xmlns:a16="http://schemas.microsoft.com/office/drawing/2014/main" id="{64A10E1E-DD75-48B3-94AA-FA3D8411D050}"/>
              </a:ext>
            </a:extLst>
          </p:cNvPr>
          <p:cNvSpPr>
            <a:spLocks xmlns:a="http://schemas.openxmlformats.org/drawingml/2006/main" noGrp="1"/>
          </p:cNvSpPr>
          <p:nvPr/>
        </p:nvSpPr>
        <p:spPr>
          <a:xfrm xmlns:a="http://schemas.openxmlformats.org/drawingml/2006/main">
            <a:off x="2438400"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resolve_target</a:t>
            </a:r>
          </a:p>
        </p:txBody>
      </p:sp>
      <p:sp>
        <p:nvSpPr>
          <p:cNvPr id="8" name="">
            <a:extLst xmlns:a="http://schemas.openxmlformats.org/drawingml/2006/main">
              <a:ext uri="{FF2B5EF4-FFF2-40B4-BE49-F238E27FC236}">
                <a16:creationId xmlns:a16="http://schemas.microsoft.com/office/drawing/2014/main" id="{6C84918B-CCB1-4F5D-B4A3-10DE5CF91E76}"/>
              </a:ext>
            </a:extLst>
          </p:cNvPr>
          <p:cNvSpPr>
            <a:spLocks xmlns:a="http://schemas.openxmlformats.org/drawingml/2006/main" noGrp="1"/>
          </p:cNvSpPr>
          <p:nvPr/>
        </p:nvSpPr>
        <p:spPr>
          <a:xfrm xmlns:a="http://schemas.openxmlformats.org/drawingml/2006/main">
            <a:off x="4038600"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9" name="">
            <a:extLst xmlns:a="http://schemas.openxmlformats.org/drawingml/2006/main">
              <a:ext uri="{FF2B5EF4-FFF2-40B4-BE49-F238E27FC236}">
                <a16:creationId xmlns:a16="http://schemas.microsoft.com/office/drawing/2014/main" id="{1958AE05-7B73-49A2-976C-9EB224987B3C}"/>
              </a:ext>
            </a:extLst>
          </p:cNvPr>
          <p:cNvSpPr>
            <a:spLocks xmlns:a="http://schemas.openxmlformats.org/drawingml/2006/main" noGrp="1"/>
          </p:cNvSpPr>
          <p:nvPr/>
        </p:nvSpPr>
        <p:spPr>
          <a:xfrm xmlns:a="http://schemas.openxmlformats.org/drawingml/2006/main">
            <a:off x="427672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03</a:t>
            </a:r>
          </a:p>
        </p:txBody>
      </p:sp>
      <p:sp>
        <p:nvSpPr>
          <p:cNvPr id="10" name="">
            <a:extLst xmlns:a="http://schemas.openxmlformats.org/drawingml/2006/main">
              <a:ext uri="{FF2B5EF4-FFF2-40B4-BE49-F238E27FC236}">
                <a16:creationId xmlns:a16="http://schemas.microsoft.com/office/drawing/2014/main" id="{93782180-4658-48CF-97CA-6DD1A9D12744}"/>
              </a:ext>
            </a:extLst>
          </p:cNvPr>
          <p:cNvSpPr>
            <a:spLocks xmlns:a="http://schemas.openxmlformats.org/drawingml/2006/main" noGrp="1"/>
          </p:cNvSpPr>
          <p:nvPr/>
        </p:nvSpPr>
        <p:spPr>
          <a:xfrm xmlns:a="http://schemas.openxmlformats.org/drawingml/2006/main">
            <a:off x="4276725"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plan</a:t>
            </a:r>
          </a:p>
        </p:txBody>
      </p:sp>
      <p:sp>
        <p:nvSpPr>
          <p:cNvPr id="11" name="">
            <a:extLst xmlns:a="http://schemas.openxmlformats.org/drawingml/2006/main">
              <a:ext uri="{FF2B5EF4-FFF2-40B4-BE49-F238E27FC236}">
                <a16:creationId xmlns:a16="http://schemas.microsoft.com/office/drawing/2014/main" id="{A25E20FD-225B-47F7-A574-4BF1467DAA76}"/>
              </a:ext>
            </a:extLst>
          </p:cNvPr>
          <p:cNvSpPr>
            <a:spLocks xmlns:a="http://schemas.openxmlformats.org/drawingml/2006/main" noGrp="1"/>
          </p:cNvSpPr>
          <p:nvPr/>
        </p:nvSpPr>
        <p:spPr>
          <a:xfrm xmlns:a="http://schemas.openxmlformats.org/drawingml/2006/main">
            <a:off x="587692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2" name="">
            <a:extLst xmlns:a="http://schemas.openxmlformats.org/drawingml/2006/main">
              <a:ext uri="{FF2B5EF4-FFF2-40B4-BE49-F238E27FC236}">
                <a16:creationId xmlns:a16="http://schemas.microsoft.com/office/drawing/2014/main" id="{7FE350F0-E5C0-4CD9-9E70-900907445074}"/>
              </a:ext>
            </a:extLst>
          </p:cNvPr>
          <p:cNvSpPr>
            <a:spLocks xmlns:a="http://schemas.openxmlformats.org/drawingml/2006/main" noGrp="1"/>
          </p:cNvSpPr>
          <p:nvPr/>
        </p:nvSpPr>
        <p:spPr>
          <a:xfrm xmlns:a="http://schemas.openxmlformats.org/drawingml/2006/main">
            <a:off x="611505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04</a:t>
            </a:r>
          </a:p>
        </p:txBody>
      </p:sp>
      <p:sp>
        <p:nvSpPr>
          <p:cNvPr id="13" name="">
            <a:extLst xmlns:a="http://schemas.openxmlformats.org/drawingml/2006/main">
              <a:ext uri="{FF2B5EF4-FFF2-40B4-BE49-F238E27FC236}">
                <a16:creationId xmlns:a16="http://schemas.microsoft.com/office/drawing/2014/main" id="{BD2107F0-8350-459D-A919-7F53226F2A45}"/>
              </a:ext>
            </a:extLst>
          </p:cNvPr>
          <p:cNvSpPr>
            <a:spLocks xmlns:a="http://schemas.openxmlformats.org/drawingml/2006/main" noGrp="1"/>
          </p:cNvSpPr>
          <p:nvPr/>
        </p:nvSpPr>
        <p:spPr>
          <a:xfrm xmlns:a="http://schemas.openxmlformats.org/drawingml/2006/main">
            <a:off x="6115050"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gate</a:t>
            </a:r>
          </a:p>
        </p:txBody>
      </p:sp>
      <p:sp>
        <p:nvSpPr>
          <p:cNvPr id="14" name="">
            <a:extLst xmlns:a="http://schemas.openxmlformats.org/drawingml/2006/main">
              <a:ext uri="{FF2B5EF4-FFF2-40B4-BE49-F238E27FC236}">
                <a16:creationId xmlns:a16="http://schemas.microsoft.com/office/drawing/2014/main" id="{49C699F0-2A65-4FEA-BCDF-62E3876620AB}"/>
              </a:ext>
            </a:extLst>
          </p:cNvPr>
          <p:cNvSpPr>
            <a:spLocks xmlns:a="http://schemas.openxmlformats.org/drawingml/2006/main" noGrp="1"/>
          </p:cNvSpPr>
          <p:nvPr/>
        </p:nvSpPr>
        <p:spPr>
          <a:xfrm xmlns:a="http://schemas.openxmlformats.org/drawingml/2006/main">
            <a:off x="7715250"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5" name="">
            <a:extLst xmlns:a="http://schemas.openxmlformats.org/drawingml/2006/main">
              <a:ext uri="{FF2B5EF4-FFF2-40B4-BE49-F238E27FC236}">
                <a16:creationId xmlns:a16="http://schemas.microsoft.com/office/drawing/2014/main" id="{9A22B6B2-8221-4F60-AF88-F3D5816CBCC3}"/>
              </a:ext>
            </a:extLst>
          </p:cNvPr>
          <p:cNvSpPr>
            <a:spLocks xmlns:a="http://schemas.openxmlformats.org/drawingml/2006/main" noGrp="1"/>
          </p:cNvSpPr>
          <p:nvPr/>
        </p:nvSpPr>
        <p:spPr>
          <a:xfrm xmlns:a="http://schemas.openxmlformats.org/drawingml/2006/main">
            <a:off x="795337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05</a:t>
            </a:r>
          </a:p>
        </p:txBody>
      </p:sp>
      <p:sp>
        <p:nvSpPr>
          <p:cNvPr id="16" name="">
            <a:extLst xmlns:a="http://schemas.openxmlformats.org/drawingml/2006/main">
              <a:ext uri="{FF2B5EF4-FFF2-40B4-BE49-F238E27FC236}">
                <a16:creationId xmlns:a16="http://schemas.microsoft.com/office/drawing/2014/main" id="{1F8B2BB0-6A73-4CE3-B745-66EADA51A5AA}"/>
              </a:ext>
            </a:extLst>
          </p:cNvPr>
          <p:cNvSpPr>
            <a:spLocks xmlns:a="http://schemas.openxmlformats.org/drawingml/2006/main" noGrp="1"/>
          </p:cNvSpPr>
          <p:nvPr/>
        </p:nvSpPr>
        <p:spPr>
          <a:xfrm xmlns:a="http://schemas.openxmlformats.org/drawingml/2006/main">
            <a:off x="7953375"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research</a:t>
            </a:r>
          </a:p>
        </p:txBody>
      </p:sp>
      <p:sp>
        <p:nvSpPr>
          <p:cNvPr id="17" name="">
            <a:extLst xmlns:a="http://schemas.openxmlformats.org/drawingml/2006/main">
              <a:ext uri="{FF2B5EF4-FFF2-40B4-BE49-F238E27FC236}">
                <a16:creationId xmlns:a16="http://schemas.microsoft.com/office/drawing/2014/main" id="{F0DF8803-D7E4-4A26-A4C2-622A553A88C7}"/>
              </a:ext>
            </a:extLst>
          </p:cNvPr>
          <p:cNvSpPr>
            <a:spLocks xmlns:a="http://schemas.openxmlformats.org/drawingml/2006/main" noGrp="1"/>
          </p:cNvSpPr>
          <p:nvPr/>
        </p:nvSpPr>
        <p:spPr>
          <a:xfrm xmlns:a="http://schemas.openxmlformats.org/drawingml/2006/main">
            <a:off x="955357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8" name="">
            <a:extLst xmlns:a="http://schemas.openxmlformats.org/drawingml/2006/main">
              <a:ext uri="{FF2B5EF4-FFF2-40B4-BE49-F238E27FC236}">
                <a16:creationId xmlns:a16="http://schemas.microsoft.com/office/drawing/2014/main" id="{B007CF90-962D-4A9A-B284-E96C603C0F58}"/>
              </a:ext>
            </a:extLst>
          </p:cNvPr>
          <p:cNvSpPr>
            <a:spLocks xmlns:a="http://schemas.openxmlformats.org/drawingml/2006/main" noGrp="1"/>
          </p:cNvSpPr>
          <p:nvPr/>
        </p:nvSpPr>
        <p:spPr>
          <a:xfrm xmlns:a="http://schemas.openxmlformats.org/drawingml/2006/main">
            <a:off x="979170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06</a:t>
            </a:r>
          </a:p>
        </p:txBody>
      </p:sp>
      <p:sp>
        <p:nvSpPr>
          <p:cNvPr id="19" name="">
            <a:extLst xmlns:a="http://schemas.openxmlformats.org/drawingml/2006/main">
              <a:ext uri="{FF2B5EF4-FFF2-40B4-BE49-F238E27FC236}">
                <a16:creationId xmlns:a16="http://schemas.microsoft.com/office/drawing/2014/main" id="{B1A1D5CE-94E6-40AC-AF1D-7A62DB64838F}"/>
              </a:ext>
            </a:extLst>
          </p:cNvPr>
          <p:cNvSpPr>
            <a:spLocks xmlns:a="http://schemas.openxmlformats.org/drawingml/2006/main" noGrp="1"/>
          </p:cNvSpPr>
          <p:nvPr/>
        </p:nvSpPr>
        <p:spPr>
          <a:xfrm xmlns:a="http://schemas.openxmlformats.org/drawingml/2006/main">
            <a:off x="9791700"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replan_check</a:t>
            </a:r>
          </a:p>
        </p:txBody>
      </p:sp>
      <p:sp>
        <p:nvSpPr>
          <p:cNvPr id="20" name="">
            <a:extLst xmlns:a="http://schemas.openxmlformats.org/drawingml/2006/main">
              <a:ext uri="{FF2B5EF4-FFF2-40B4-BE49-F238E27FC236}">
                <a16:creationId xmlns:a16="http://schemas.microsoft.com/office/drawing/2014/main" id="{DED7E49A-854E-4E94-BA6F-89CD5383C09D}"/>
              </a:ext>
            </a:extLst>
          </p:cNvPr>
          <p:cNvSpPr>
            <a:spLocks xmlns:a="http://schemas.openxmlformats.org/drawingml/2006/main" noGrp="1"/>
          </p:cNvSpPr>
          <p:nvPr/>
        </p:nvSpPr>
        <p:spPr>
          <a:xfrm xmlns:a="http://schemas.openxmlformats.org/drawingml/2006/main">
            <a:off x="60007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07</a:t>
            </a:r>
          </a:p>
        </p:txBody>
      </p:sp>
      <p:sp>
        <p:nvSpPr>
          <p:cNvPr id="21" name="">
            <a:extLst xmlns:a="http://schemas.openxmlformats.org/drawingml/2006/main">
              <a:ext uri="{FF2B5EF4-FFF2-40B4-BE49-F238E27FC236}">
                <a16:creationId xmlns:a16="http://schemas.microsoft.com/office/drawing/2014/main" id="{B3B4A6DC-B474-47B8-A436-DE1D5F20683B}"/>
              </a:ext>
            </a:extLst>
          </p:cNvPr>
          <p:cNvSpPr>
            <a:spLocks xmlns:a="http://schemas.openxmlformats.org/drawingml/2006/main" noGrp="1"/>
          </p:cNvSpPr>
          <p:nvPr/>
        </p:nvSpPr>
        <p:spPr>
          <a:xfrm xmlns:a="http://schemas.openxmlformats.org/drawingml/2006/main">
            <a:off x="600075"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research</a:t>
            </a:r>
          </a:p>
        </p:txBody>
      </p:sp>
      <p:sp>
        <p:nvSpPr>
          <p:cNvPr id="22" name="">
            <a:extLst xmlns:a="http://schemas.openxmlformats.org/drawingml/2006/main">
              <a:ext uri="{FF2B5EF4-FFF2-40B4-BE49-F238E27FC236}">
                <a16:creationId xmlns:a16="http://schemas.microsoft.com/office/drawing/2014/main" id="{F38187C3-7A57-4079-9D29-8F67E08507E7}"/>
              </a:ext>
            </a:extLst>
          </p:cNvPr>
          <p:cNvSpPr>
            <a:spLocks xmlns:a="http://schemas.openxmlformats.org/drawingml/2006/main" noGrp="1"/>
          </p:cNvSpPr>
          <p:nvPr/>
        </p:nvSpPr>
        <p:spPr>
          <a:xfrm xmlns:a="http://schemas.openxmlformats.org/drawingml/2006/main">
            <a:off x="220027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3" name="">
            <a:extLst xmlns:a="http://schemas.openxmlformats.org/drawingml/2006/main">
              <a:ext uri="{FF2B5EF4-FFF2-40B4-BE49-F238E27FC236}">
                <a16:creationId xmlns:a16="http://schemas.microsoft.com/office/drawing/2014/main" id="{3507F460-7B56-4D9D-8FEC-20E0BA609940}"/>
              </a:ext>
            </a:extLst>
          </p:cNvPr>
          <p:cNvSpPr>
            <a:spLocks xmlns:a="http://schemas.openxmlformats.org/drawingml/2006/main" noGrp="1"/>
          </p:cNvSpPr>
          <p:nvPr/>
        </p:nvSpPr>
        <p:spPr>
          <a:xfrm xmlns:a="http://schemas.openxmlformats.org/drawingml/2006/main">
            <a:off x="243840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08</a:t>
            </a:r>
          </a:p>
        </p:txBody>
      </p:sp>
      <p:sp>
        <p:nvSpPr>
          <p:cNvPr id="24" name="">
            <a:extLst xmlns:a="http://schemas.openxmlformats.org/drawingml/2006/main">
              <a:ext uri="{FF2B5EF4-FFF2-40B4-BE49-F238E27FC236}">
                <a16:creationId xmlns:a16="http://schemas.microsoft.com/office/drawing/2014/main" id="{6663274F-EA8E-4D4C-A3A2-04CB55085AB0}"/>
              </a:ext>
            </a:extLst>
          </p:cNvPr>
          <p:cNvSpPr>
            <a:spLocks xmlns:a="http://schemas.openxmlformats.org/drawingml/2006/main" noGrp="1"/>
          </p:cNvSpPr>
          <p:nvPr/>
        </p:nvSpPr>
        <p:spPr>
          <a:xfrm xmlns:a="http://schemas.openxmlformats.org/drawingml/2006/main">
            <a:off x="2438400"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replan_check</a:t>
            </a:r>
          </a:p>
        </p:txBody>
      </p:sp>
      <p:sp>
        <p:nvSpPr>
          <p:cNvPr id="25" name="">
            <a:extLst xmlns:a="http://schemas.openxmlformats.org/drawingml/2006/main">
              <a:ext uri="{FF2B5EF4-FFF2-40B4-BE49-F238E27FC236}">
                <a16:creationId xmlns:a16="http://schemas.microsoft.com/office/drawing/2014/main" id="{F7D1995E-B259-4CED-A182-2B9BDD88CFF6}"/>
              </a:ext>
            </a:extLst>
          </p:cNvPr>
          <p:cNvSpPr>
            <a:spLocks xmlns:a="http://schemas.openxmlformats.org/drawingml/2006/main" noGrp="1"/>
          </p:cNvSpPr>
          <p:nvPr/>
        </p:nvSpPr>
        <p:spPr>
          <a:xfrm xmlns:a="http://schemas.openxmlformats.org/drawingml/2006/main">
            <a:off x="4038600"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6" name="">
            <a:extLst xmlns:a="http://schemas.openxmlformats.org/drawingml/2006/main">
              <a:ext uri="{FF2B5EF4-FFF2-40B4-BE49-F238E27FC236}">
                <a16:creationId xmlns:a16="http://schemas.microsoft.com/office/drawing/2014/main" id="{129CD293-D650-4B51-AA24-A3E3BDD9D17F}"/>
              </a:ext>
            </a:extLst>
          </p:cNvPr>
          <p:cNvSpPr>
            <a:spLocks xmlns:a="http://schemas.openxmlformats.org/drawingml/2006/main" noGrp="1"/>
          </p:cNvSpPr>
          <p:nvPr/>
        </p:nvSpPr>
        <p:spPr>
          <a:xfrm xmlns:a="http://schemas.openxmlformats.org/drawingml/2006/main">
            <a:off x="427672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09</a:t>
            </a:r>
          </a:p>
        </p:txBody>
      </p:sp>
      <p:sp>
        <p:nvSpPr>
          <p:cNvPr id="27" name="">
            <a:extLst xmlns:a="http://schemas.openxmlformats.org/drawingml/2006/main">
              <a:ext uri="{FF2B5EF4-FFF2-40B4-BE49-F238E27FC236}">
                <a16:creationId xmlns:a16="http://schemas.microsoft.com/office/drawing/2014/main" id="{C3C1DF38-78DD-40A5-9857-E58C6CC83122}"/>
              </a:ext>
            </a:extLst>
          </p:cNvPr>
          <p:cNvSpPr>
            <a:spLocks xmlns:a="http://schemas.openxmlformats.org/drawingml/2006/main" noGrp="1"/>
          </p:cNvSpPr>
          <p:nvPr/>
        </p:nvSpPr>
        <p:spPr>
          <a:xfrm xmlns:a="http://schemas.openxmlformats.org/drawingml/2006/main">
            <a:off x="4276725"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analysis</a:t>
            </a:r>
          </a:p>
        </p:txBody>
      </p:sp>
      <p:sp>
        <p:nvSpPr>
          <p:cNvPr id="28" name="">
            <a:extLst xmlns:a="http://schemas.openxmlformats.org/drawingml/2006/main">
              <a:ext uri="{FF2B5EF4-FFF2-40B4-BE49-F238E27FC236}">
                <a16:creationId xmlns:a16="http://schemas.microsoft.com/office/drawing/2014/main" id="{CCDB8FE8-0B11-4D3D-A52D-09B48B79D6E7}"/>
              </a:ext>
            </a:extLst>
          </p:cNvPr>
          <p:cNvSpPr>
            <a:spLocks xmlns:a="http://schemas.openxmlformats.org/drawingml/2006/main" noGrp="1"/>
          </p:cNvSpPr>
          <p:nvPr/>
        </p:nvSpPr>
        <p:spPr>
          <a:xfrm xmlns:a="http://schemas.openxmlformats.org/drawingml/2006/main">
            <a:off x="587692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9" name="">
            <a:extLst xmlns:a="http://schemas.openxmlformats.org/drawingml/2006/main">
              <a:ext uri="{FF2B5EF4-FFF2-40B4-BE49-F238E27FC236}">
                <a16:creationId xmlns:a16="http://schemas.microsoft.com/office/drawing/2014/main" id="{02ADC20E-8527-4B27-9C66-9B7066ADF640}"/>
              </a:ext>
            </a:extLst>
          </p:cNvPr>
          <p:cNvSpPr>
            <a:spLocks xmlns:a="http://schemas.openxmlformats.org/drawingml/2006/main" noGrp="1"/>
          </p:cNvSpPr>
          <p:nvPr/>
        </p:nvSpPr>
        <p:spPr>
          <a:xfrm xmlns:a="http://schemas.openxmlformats.org/drawingml/2006/main">
            <a:off x="611505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10</a:t>
            </a:r>
          </a:p>
        </p:txBody>
      </p:sp>
      <p:sp>
        <p:nvSpPr>
          <p:cNvPr id="30" name="">
            <a:extLst xmlns:a="http://schemas.openxmlformats.org/drawingml/2006/main">
              <a:ext uri="{FF2B5EF4-FFF2-40B4-BE49-F238E27FC236}">
                <a16:creationId xmlns:a16="http://schemas.microsoft.com/office/drawing/2014/main" id="{584B6DF3-5F00-481E-A991-A717A487C6EE}"/>
              </a:ext>
            </a:extLst>
          </p:cNvPr>
          <p:cNvSpPr>
            <a:spLocks xmlns:a="http://schemas.openxmlformats.org/drawingml/2006/main" noGrp="1"/>
          </p:cNvSpPr>
          <p:nvPr/>
        </p:nvSpPr>
        <p:spPr>
          <a:xfrm xmlns:a="http://schemas.openxmlformats.org/drawingml/2006/main">
            <a:off x="6115050"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write</a:t>
            </a:r>
          </a:p>
        </p:txBody>
      </p:sp>
      <p:sp>
        <p:nvSpPr>
          <p:cNvPr id="31" name="">
            <a:extLst xmlns:a="http://schemas.openxmlformats.org/drawingml/2006/main">
              <a:ext uri="{FF2B5EF4-FFF2-40B4-BE49-F238E27FC236}">
                <a16:creationId xmlns:a16="http://schemas.microsoft.com/office/drawing/2014/main" id="{BB2717F2-5843-480D-B565-E033E4FD3A92}"/>
              </a:ext>
            </a:extLst>
          </p:cNvPr>
          <p:cNvSpPr>
            <a:spLocks xmlns:a="http://schemas.openxmlformats.org/drawingml/2006/main" noGrp="1"/>
          </p:cNvSpPr>
          <p:nvPr/>
        </p:nvSpPr>
        <p:spPr>
          <a:xfrm xmlns:a="http://schemas.openxmlformats.org/drawingml/2006/main">
            <a:off x="7715250"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32" name="">
            <a:extLst xmlns:a="http://schemas.openxmlformats.org/drawingml/2006/main">
              <a:ext uri="{FF2B5EF4-FFF2-40B4-BE49-F238E27FC236}">
                <a16:creationId xmlns:a16="http://schemas.microsoft.com/office/drawing/2014/main" id="{147D5D20-AC50-4ED3-BD0E-83A573FD57A9}"/>
              </a:ext>
            </a:extLst>
          </p:cNvPr>
          <p:cNvSpPr>
            <a:spLocks xmlns:a="http://schemas.openxmlformats.org/drawingml/2006/main" noGrp="1"/>
          </p:cNvSpPr>
          <p:nvPr/>
        </p:nvSpPr>
        <p:spPr>
          <a:xfrm xmlns:a="http://schemas.openxmlformats.org/drawingml/2006/main">
            <a:off x="795337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11</a:t>
            </a:r>
          </a:p>
        </p:txBody>
      </p:sp>
      <p:sp>
        <p:nvSpPr>
          <p:cNvPr id="33" name="">
            <a:extLst xmlns:a="http://schemas.openxmlformats.org/drawingml/2006/main">
              <a:ext uri="{FF2B5EF4-FFF2-40B4-BE49-F238E27FC236}">
                <a16:creationId xmlns:a16="http://schemas.microsoft.com/office/drawing/2014/main" id="{B59302DF-29EE-4D69-91B6-6B1FB071DFBB}"/>
              </a:ext>
            </a:extLst>
          </p:cNvPr>
          <p:cNvSpPr>
            <a:spLocks xmlns:a="http://schemas.openxmlformats.org/drawingml/2006/main" noGrp="1"/>
          </p:cNvSpPr>
          <p:nvPr/>
        </p:nvSpPr>
        <p:spPr>
          <a:xfrm xmlns:a="http://schemas.openxmlformats.org/drawingml/2006/main">
            <a:off x="7953375"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validate</a:t>
            </a:r>
          </a:p>
        </p:txBody>
      </p:sp>
      <p:sp>
        <p:nvSpPr>
          <p:cNvPr id="34" name="">
            <a:extLst xmlns:a="http://schemas.openxmlformats.org/drawingml/2006/main">
              <a:ext uri="{FF2B5EF4-FFF2-40B4-BE49-F238E27FC236}">
                <a16:creationId xmlns:a16="http://schemas.microsoft.com/office/drawing/2014/main" id="{A4BE2F7D-6D0A-4494-BBB3-3CE2BAD37A20}"/>
              </a:ext>
            </a:extLst>
          </p:cNvPr>
          <p:cNvSpPr>
            <a:spLocks xmlns:a="http://schemas.openxmlformats.org/drawingml/2006/main" noGrp="1"/>
          </p:cNvSpPr>
          <p:nvPr/>
        </p:nvSpPr>
        <p:spPr>
          <a:xfrm xmlns:a="http://schemas.openxmlformats.org/drawingml/2006/main">
            <a:off x="955357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35" name="">
            <a:extLst xmlns:a="http://schemas.openxmlformats.org/drawingml/2006/main">
              <a:ext uri="{FF2B5EF4-FFF2-40B4-BE49-F238E27FC236}">
                <a16:creationId xmlns:a16="http://schemas.microsoft.com/office/drawing/2014/main" id="{FA23FF0E-4431-4376-854C-D8852A76B1D8}"/>
              </a:ext>
            </a:extLst>
          </p:cNvPr>
          <p:cNvSpPr>
            <a:spLocks xmlns:a="http://schemas.openxmlformats.org/drawingml/2006/main" noGrp="1"/>
          </p:cNvSpPr>
          <p:nvPr/>
        </p:nvSpPr>
        <p:spPr>
          <a:xfrm xmlns:a="http://schemas.openxmlformats.org/drawingml/2006/main">
            <a:off x="979170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12</a:t>
            </a:r>
          </a:p>
        </p:txBody>
      </p:sp>
      <p:sp>
        <p:nvSpPr>
          <p:cNvPr id="36" name="">
            <a:extLst xmlns:a="http://schemas.openxmlformats.org/drawingml/2006/main">
              <a:ext uri="{FF2B5EF4-FFF2-40B4-BE49-F238E27FC236}">
                <a16:creationId xmlns:a16="http://schemas.microsoft.com/office/drawing/2014/main" id="{091F4D9A-E038-4DE1-91BB-C602C0C66CEA}"/>
              </a:ext>
            </a:extLst>
          </p:cNvPr>
          <p:cNvSpPr>
            <a:spLocks xmlns:a="http://schemas.openxmlformats.org/drawingml/2006/main" noGrp="1"/>
          </p:cNvSpPr>
          <p:nvPr/>
        </p:nvSpPr>
        <p:spPr>
          <a:xfrm xmlns:a="http://schemas.openxmlformats.org/drawingml/2006/main">
            <a:off x="9791700"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finalize</a:t>
            </a:r>
          </a:p>
        </p:txBody>
      </p:sp>
      <p:sp>
        <p:nvSpPr>
          <p:cNvPr id="37" name="">
            <a:extLst xmlns:a="http://schemas.openxmlformats.org/drawingml/2006/main">
              <a:ext uri="{FF2B5EF4-FFF2-40B4-BE49-F238E27FC236}">
                <a16:creationId xmlns:a16="http://schemas.microsoft.com/office/drawing/2014/main" id="{969F6980-6D6E-4DBB-A976-25209DEC441B}"/>
              </a:ext>
            </a:extLst>
          </p:cNvPr>
          <p:cNvSpPr>
            <a:spLocks xmlns:a="http://schemas.openxmlformats.org/drawingml/2006/main" noGrp="1"/>
          </p:cNvSpPr>
          <p:nvPr/>
        </p:nvSpPr>
        <p:spPr>
          <a:xfrm xmlns:a="http://schemas.openxmlformats.org/drawingml/2006/main">
            <a:off x="9515475" y="2914650"/>
            <a:ext cx="200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1">
                <a:solidFill>
                  <a:srgbClr val="B4232D"/>
                </a:solidFill>
                <a:latin typeface="Apple SD Gothic Neo"/>
                <a:ea typeface="Apple SD Gothic Neo"/>
                <a:cs typeface="Apple SD Gothic Neo"/>
              </a:defRPr>
            </a:defPPr>
            <a:lvl1pPr algn="r">
              <a:defRPr sz="1500" b="1">
                <a:solidFill>
                  <a:srgbClr val="B4232D"/>
                </a:solidFill>
                <a:latin typeface="Apple SD Gothic Neo"/>
                <a:ea typeface="Apple SD Gothic Neo"/>
                <a:cs typeface="Apple SD Gothic Neo"/>
              </a:defRPr>
            </a:lvl1pPr>
            <a:lvl2pPr algn="r">
              <a:defRPr sz="1500" b="1">
                <a:solidFill>
                  <a:srgbClr val="B4232D"/>
                </a:solidFill>
                <a:latin typeface="Apple SD Gothic Neo"/>
                <a:ea typeface="Apple SD Gothic Neo"/>
                <a:cs typeface="Apple SD Gothic Neo"/>
              </a:defRPr>
            </a:lvl2pPr>
            <a:lvl3pPr algn="r">
              <a:defRPr sz="1500" b="1">
                <a:solidFill>
                  <a:srgbClr val="B4232D"/>
                </a:solidFill>
                <a:latin typeface="Apple SD Gothic Neo"/>
                <a:ea typeface="Apple SD Gothic Neo"/>
                <a:cs typeface="Apple SD Gothic Neo"/>
              </a:defRPr>
            </a:lvl3pPr>
            <a:lvl4pPr algn="r">
              <a:defRPr sz="1500" b="1">
                <a:solidFill>
                  <a:srgbClr val="B4232D"/>
                </a:solidFill>
                <a:latin typeface="Apple SD Gothic Neo"/>
                <a:ea typeface="Apple SD Gothic Neo"/>
                <a:cs typeface="Apple SD Gothic Neo"/>
              </a:defRPr>
            </a:lvl4pPr>
            <a:lvl5pPr algn="r">
              <a:defRPr sz="1500" b="1">
                <a:solidFill>
                  <a:srgbClr val="B4232D"/>
                </a:solidFill>
                <a:latin typeface="Apple SD Gothic Neo"/>
                <a:ea typeface="Apple SD Gothic Neo"/>
                <a:cs typeface="Apple SD Gothic Neo"/>
              </a:defRPr>
            </a:lvl5pPr>
            <a:lvl6pPr algn="r">
              <a:defRPr sz="1500" b="1">
                <a:solidFill>
                  <a:srgbClr val="B4232D"/>
                </a:solidFill>
                <a:latin typeface="Apple SD Gothic Neo"/>
                <a:ea typeface="Apple SD Gothic Neo"/>
                <a:cs typeface="Apple SD Gothic Neo"/>
              </a:defRPr>
            </a:lvl6pPr>
            <a:lvl7pPr algn="r">
              <a:defRPr sz="1500" b="1">
                <a:solidFill>
                  <a:srgbClr val="B4232D"/>
                </a:solidFill>
                <a:latin typeface="Apple SD Gothic Neo"/>
                <a:ea typeface="Apple SD Gothic Neo"/>
                <a:cs typeface="Apple SD Gothic Neo"/>
              </a:defRPr>
            </a:lvl7pPr>
            <a:lvl8pPr algn="r">
              <a:defRPr sz="1500" b="1">
                <a:solidFill>
                  <a:srgbClr val="B4232D"/>
                </a:solidFill>
                <a:latin typeface="Apple SD Gothic Neo"/>
                <a:ea typeface="Apple SD Gothic Neo"/>
                <a:cs typeface="Apple SD Gothic Neo"/>
              </a:defRPr>
            </a:lvl8pPr>
            <a:lvl9pPr algn="r">
              <a:defRPr sz="1500" b="1">
                <a:solidFill>
                  <a:srgbClr val="B4232D"/>
                </a:solidFill>
                <a:latin typeface="Apple SD Gothic Neo"/>
                <a:ea typeface="Apple SD Gothic Neo"/>
                <a:cs typeface="Apple SD Gothic Neo"/>
              </a:defRPr>
            </a:lvl9pPr>
          </a:lstStyle>
          <a:p xmlns:a="http://schemas.openxmlformats.org/drawingml/2006/main">
            <a:pPr algn="r">
              <a:defRPr sz="1500" b="1">
                <a:solidFill>
                  <a:srgbClr val="B4232D"/>
                </a:solidFill>
                <a:latin typeface="Apple SD Gothic Neo"/>
                <a:ea typeface="Apple SD Gothic Neo"/>
                <a:cs typeface="Apple SD Gothic Neo"/>
              </a:defRPr>
            </a:pPr>
            <a:r>
              <a:rPr sz="1500" b="1">
                <a:solidFill>
                  <a:srgbClr val="B4232D"/>
                </a:solidFill>
                <a:latin typeface="Apple SD Gothic Neo"/>
                <a:ea typeface="Apple SD Gothic Neo"/>
                <a:cs typeface="Apple SD Gothic Neo"/>
              </a:rPr>
              <a:t>Runbook 선택 시 ↓</a:t>
            </a:r>
          </a:p>
        </p:txBody>
      </p:sp>
      <p:sp>
        <p:nvSpPr>
          <p:cNvPr id="38" name="">
            <a:extLst xmlns:a="http://schemas.openxmlformats.org/drawingml/2006/main">
              <a:ext uri="{FF2B5EF4-FFF2-40B4-BE49-F238E27FC236}">
                <a16:creationId xmlns:a16="http://schemas.microsoft.com/office/drawing/2014/main" id="{E550EA7D-2F33-439C-8ABD-3752D51B2891}"/>
              </a:ext>
            </a:extLst>
          </p:cNvPr>
          <p:cNvSpPr>
            <a:spLocks xmlns:a="http://schemas.openxmlformats.org/drawingml/2006/main" noGrp="1"/>
          </p:cNvSpPr>
          <p:nvPr/>
        </p:nvSpPr>
        <p:spPr>
          <a:xfrm xmlns:a="http://schemas.openxmlformats.org/drawingml/2006/main">
            <a:off x="619125" y="4876800"/>
            <a:ext cx="5095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3151A"/>
                </a:solidFill>
                <a:latin typeface="Apple SD Gothic Neo"/>
                <a:ea typeface="Apple SD Gothic Neo"/>
                <a:cs typeface="Apple SD Gothic Neo"/>
              </a:defRPr>
            </a:defPPr>
            <a:lvl1pPr algn="l">
              <a:defRPr sz="1875" b="0">
                <a:solidFill>
                  <a:srgbClr val="13151A"/>
                </a:solidFill>
                <a:latin typeface="Apple SD Gothic Neo"/>
                <a:ea typeface="Apple SD Gothic Neo"/>
                <a:cs typeface="Apple SD Gothic Neo"/>
              </a:defRPr>
            </a:lvl1pPr>
            <a:lvl2pPr algn="l">
              <a:defRPr sz="1875" b="0">
                <a:solidFill>
                  <a:srgbClr val="13151A"/>
                </a:solidFill>
                <a:latin typeface="Apple SD Gothic Neo"/>
                <a:ea typeface="Apple SD Gothic Neo"/>
                <a:cs typeface="Apple SD Gothic Neo"/>
              </a:defRPr>
            </a:lvl2pPr>
            <a:lvl3pPr algn="l">
              <a:defRPr sz="1875" b="0">
                <a:solidFill>
                  <a:srgbClr val="13151A"/>
                </a:solidFill>
                <a:latin typeface="Apple SD Gothic Neo"/>
                <a:ea typeface="Apple SD Gothic Neo"/>
                <a:cs typeface="Apple SD Gothic Neo"/>
              </a:defRPr>
            </a:lvl3pPr>
            <a:lvl4pPr algn="l">
              <a:defRPr sz="1875" b="0">
                <a:solidFill>
                  <a:srgbClr val="13151A"/>
                </a:solidFill>
                <a:latin typeface="Apple SD Gothic Neo"/>
                <a:ea typeface="Apple SD Gothic Neo"/>
                <a:cs typeface="Apple SD Gothic Neo"/>
              </a:defRPr>
            </a:lvl4pPr>
            <a:lvl5pPr algn="l">
              <a:defRPr sz="1875" b="0">
                <a:solidFill>
                  <a:srgbClr val="13151A"/>
                </a:solidFill>
                <a:latin typeface="Apple SD Gothic Neo"/>
                <a:ea typeface="Apple SD Gothic Neo"/>
                <a:cs typeface="Apple SD Gothic Neo"/>
              </a:defRPr>
            </a:lvl5pPr>
            <a:lvl6pPr algn="l">
              <a:defRPr sz="1875" b="0">
                <a:solidFill>
                  <a:srgbClr val="13151A"/>
                </a:solidFill>
                <a:latin typeface="Apple SD Gothic Neo"/>
                <a:ea typeface="Apple SD Gothic Neo"/>
                <a:cs typeface="Apple SD Gothic Neo"/>
              </a:defRPr>
            </a:lvl6pPr>
            <a:lvl7pPr algn="l">
              <a:defRPr sz="1875" b="0">
                <a:solidFill>
                  <a:srgbClr val="13151A"/>
                </a:solidFill>
                <a:latin typeface="Apple SD Gothic Neo"/>
                <a:ea typeface="Apple SD Gothic Neo"/>
                <a:cs typeface="Apple SD Gothic Neo"/>
              </a:defRPr>
            </a:lvl7pPr>
            <a:lvl8pPr algn="l">
              <a:defRPr sz="1875" b="0">
                <a:solidFill>
                  <a:srgbClr val="13151A"/>
                </a:solidFill>
                <a:latin typeface="Apple SD Gothic Neo"/>
                <a:ea typeface="Apple SD Gothic Neo"/>
                <a:cs typeface="Apple SD Gothic Neo"/>
              </a:defRPr>
            </a:lvl8pPr>
            <a:lvl9pPr algn="l">
              <a:defRPr sz="1875" b="0">
                <a:solidFill>
                  <a:srgbClr val="13151A"/>
                </a:solidFill>
                <a:latin typeface="Apple SD Gothic Neo"/>
                <a:ea typeface="Apple SD Gothic Neo"/>
                <a:cs typeface="Apple SD Gothic Neo"/>
              </a:defRPr>
            </a:lvl9pPr>
          </a:lstStyle>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05 research  Monitoring Tool</a:t>
            </a:r>
          </a:p>
        </p:txBody>
      </p:sp>
      <p:sp>
        <p:nvSpPr>
          <p:cNvPr id="39" name="">
            <a:extLst xmlns:a="http://schemas.openxmlformats.org/drawingml/2006/main">
              <a:ext uri="{FF2B5EF4-FFF2-40B4-BE49-F238E27FC236}">
                <a16:creationId xmlns:a16="http://schemas.microsoft.com/office/drawing/2014/main" id="{5B38B56F-7D06-447B-B93D-751E6EE5975E}"/>
              </a:ext>
            </a:extLst>
          </p:cNvPr>
          <p:cNvSpPr>
            <a:spLocks xmlns:a="http://schemas.openxmlformats.org/drawingml/2006/main" noGrp="1"/>
          </p:cNvSpPr>
          <p:nvPr/>
        </p:nvSpPr>
        <p:spPr>
          <a:xfrm xmlns:a="http://schemas.openxmlformats.org/drawingml/2006/main">
            <a:off x="6210300" y="4876800"/>
            <a:ext cx="523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07 research  Runbook Resource</a:t>
            </a:r>
          </a:p>
        </p:txBody>
      </p:sp>
      <p:sp>
        <p:nvSpPr>
          <p:cNvPr id="40" name="">
            <a:extLst xmlns:a="http://schemas.openxmlformats.org/drawingml/2006/main">
              <a:ext uri="{FF2B5EF4-FFF2-40B4-BE49-F238E27FC236}">
                <a16:creationId xmlns:a16="http://schemas.microsoft.com/office/drawing/2014/main" id="{429BB5FC-F5B8-4A35-8662-1EED99088913}"/>
              </a:ext>
            </a:extLst>
          </p:cNvPr>
          <p:cNvSpPr>
            <a:spLocks xmlns:a="http://schemas.openxmlformats.org/drawingml/2006/main" noGrp="1"/>
          </p:cNvSpPr>
          <p:nvPr/>
        </p:nvSpPr>
        <p:spPr>
          <a:xfrm xmlns:a="http://schemas.openxmlformats.org/drawingml/2006/main">
            <a:off x="619125" y="5562600"/>
            <a:ext cx="10858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26A73"/>
                </a:solidFill>
                <a:latin typeface="Apple SD Gothic Neo"/>
                <a:ea typeface="Apple SD Gothic Neo"/>
                <a:cs typeface="Apple SD Gothic Neo"/>
              </a:defRPr>
            </a:defPPr>
            <a:lvl1pPr algn="l">
              <a:defRPr sz="1500" b="0">
                <a:solidFill>
                  <a:srgbClr val="626A73"/>
                </a:solidFill>
                <a:latin typeface="Apple SD Gothic Neo"/>
                <a:ea typeface="Apple SD Gothic Neo"/>
                <a:cs typeface="Apple SD Gothic Neo"/>
              </a:defRPr>
            </a:lvl1pPr>
            <a:lvl2pPr algn="l">
              <a:defRPr sz="1500" b="0">
                <a:solidFill>
                  <a:srgbClr val="626A73"/>
                </a:solidFill>
                <a:latin typeface="Apple SD Gothic Neo"/>
                <a:ea typeface="Apple SD Gothic Neo"/>
                <a:cs typeface="Apple SD Gothic Neo"/>
              </a:defRPr>
            </a:lvl2pPr>
            <a:lvl3pPr algn="l">
              <a:defRPr sz="1500" b="0">
                <a:solidFill>
                  <a:srgbClr val="626A73"/>
                </a:solidFill>
                <a:latin typeface="Apple SD Gothic Neo"/>
                <a:ea typeface="Apple SD Gothic Neo"/>
                <a:cs typeface="Apple SD Gothic Neo"/>
              </a:defRPr>
            </a:lvl3pPr>
            <a:lvl4pPr algn="l">
              <a:defRPr sz="1500" b="0">
                <a:solidFill>
                  <a:srgbClr val="626A73"/>
                </a:solidFill>
                <a:latin typeface="Apple SD Gothic Neo"/>
                <a:ea typeface="Apple SD Gothic Neo"/>
                <a:cs typeface="Apple SD Gothic Neo"/>
              </a:defRPr>
            </a:lvl4pPr>
            <a:lvl5pPr algn="l">
              <a:defRPr sz="1500" b="0">
                <a:solidFill>
                  <a:srgbClr val="626A73"/>
                </a:solidFill>
                <a:latin typeface="Apple SD Gothic Neo"/>
                <a:ea typeface="Apple SD Gothic Neo"/>
                <a:cs typeface="Apple SD Gothic Neo"/>
              </a:defRPr>
            </a:lvl5pPr>
            <a:lvl6pPr algn="l">
              <a:defRPr sz="1500" b="0">
                <a:solidFill>
                  <a:srgbClr val="626A73"/>
                </a:solidFill>
                <a:latin typeface="Apple SD Gothic Neo"/>
                <a:ea typeface="Apple SD Gothic Neo"/>
                <a:cs typeface="Apple SD Gothic Neo"/>
              </a:defRPr>
            </a:lvl6pPr>
            <a:lvl7pPr algn="l">
              <a:defRPr sz="1500" b="0">
                <a:solidFill>
                  <a:srgbClr val="626A73"/>
                </a:solidFill>
                <a:latin typeface="Apple SD Gothic Neo"/>
                <a:ea typeface="Apple SD Gothic Neo"/>
                <a:cs typeface="Apple SD Gothic Neo"/>
              </a:defRPr>
            </a:lvl7pPr>
            <a:lvl8pPr algn="l">
              <a:defRPr sz="1500" b="0">
                <a:solidFill>
                  <a:srgbClr val="626A73"/>
                </a:solidFill>
                <a:latin typeface="Apple SD Gothic Neo"/>
                <a:ea typeface="Apple SD Gothic Neo"/>
                <a:cs typeface="Apple SD Gothic Neo"/>
              </a:defRPr>
            </a:lvl8pPr>
            <a:lvl9pPr algn="l">
              <a:defRPr sz="1500" b="0">
                <a:solidFill>
                  <a:srgbClr val="626A73"/>
                </a:solidFill>
                <a:latin typeface="Apple SD Gothic Neo"/>
                <a:ea typeface="Apple SD Gothic Neo"/>
                <a:cs typeface="Apple SD Gothic Neo"/>
              </a:defRPr>
            </a:lvl9pPr>
          </a:lstStyle>
          <a:p xmlns:a="http://schemas.openxmlformats.org/drawingml/2006/main">
            <a:pPr algn="l">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불명확: interrupt 후 재개    Runbook 선택 시 2차 조사    검증 실패: write 재실행</a:t>
            </a:r>
          </a:p>
        </p:txBody>
      </p:sp>
      <p:sp>
        <p:nvSpPr>
          <p:cNvPr id="41" name="">
            <a:extLst xmlns:a="http://schemas.openxmlformats.org/drawingml/2006/main">
              <a:ext uri="{FF2B5EF4-FFF2-40B4-BE49-F238E27FC236}">
                <a16:creationId xmlns:a16="http://schemas.microsoft.com/office/drawing/2014/main" id="{CAD31C85-D337-4DC4-9987-6383FA10490A}"/>
              </a:ext>
            </a:extLst>
          </p:cNvPr>
          <p:cNvSpPr>
            <a:spLocks xmlns:a="http://schemas.openxmlformats.org/drawingml/2006/main" noGrp="1"/>
          </p:cNvSpPr>
          <p:nvPr/>
        </p:nvSpPr>
        <p:spPr>
          <a:xfrm xmlns:a="http://schemas.openxmlformats.org/drawingml/2006/main">
            <a:off x="619125" y="6257925"/>
            <a:ext cx="1095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agent/graph.py:237–270 · research / replan_check는 각각 같은 노드를 다시 실행</a:t>
            </a:r>
          </a:p>
        </p:txBody>
      </p:sp>
    </p:spTree>
    <p:extLst>
      <p:ext uri="{BB962C8B-B14F-4D97-AF65-F5344CB8AC3E}">
        <p14:creationId xmlns:p14="http://schemas.microsoft.com/office/powerpoint/2010/main" val="148228706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761FE2A-F3D8-4FE6-930A-B55D206CE725}"/>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MCP: 계획용 Prompt와 조사용 Tool·Resource</a:t>
            </a:r>
          </a:p>
        </p:txBody>
      </p:sp>
      <p:sp>
        <p:nvSpPr>
          <p:cNvPr id="2" name="">
            <a:extLst xmlns:a="http://schemas.openxmlformats.org/drawingml/2006/main">
              <a:ext uri="{FF2B5EF4-FFF2-40B4-BE49-F238E27FC236}">
                <a16:creationId xmlns:a16="http://schemas.microsoft.com/office/drawing/2014/main" id="{B6456B9C-4010-4A40-AFC1-4A52E7AF661D}"/>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08  G096 정다운</a:t>
            </a:r>
          </a:p>
        </p:txBody>
      </p:sp>
      <p:sp>
        <p:nvSpPr>
          <p:cNvPr id="3" name="">
            <a:extLst xmlns:a="http://schemas.openxmlformats.org/drawingml/2006/main">
              <a:ext uri="{FF2B5EF4-FFF2-40B4-BE49-F238E27FC236}">
                <a16:creationId xmlns:a16="http://schemas.microsoft.com/office/drawing/2014/main" id="{EE06622A-5D74-468B-A521-A9085B846008}"/>
              </a:ext>
            </a:extLst>
          </p:cNvPr>
          <p:cNvSpPr>
            <a:spLocks xmlns:a="http://schemas.openxmlformats.org/drawingml/2006/main" noGrp="1"/>
          </p:cNvSpPr>
          <p:nvPr/>
        </p:nvSpPr>
        <p:spPr>
          <a:xfrm xmlns:a="http://schemas.openxmlformats.org/drawingml/2006/main">
            <a:off x="666750" y="1562100"/>
            <a:ext cx="3143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B4232D"/>
                </a:solidFill>
                <a:latin typeface="Apple SD Gothic Neo"/>
                <a:ea typeface="Apple SD Gothic Neo"/>
                <a:cs typeface="Apple SD Gothic Neo"/>
              </a:defRPr>
            </a:defPPr>
            <a:lvl1pPr algn="l">
              <a:defRPr sz="2700" b="1">
                <a:solidFill>
                  <a:srgbClr val="B4232D"/>
                </a:solidFill>
                <a:latin typeface="Apple SD Gothic Neo"/>
                <a:ea typeface="Apple SD Gothic Neo"/>
                <a:cs typeface="Apple SD Gothic Neo"/>
              </a:defRPr>
            </a:lvl1pPr>
            <a:lvl2pPr algn="l">
              <a:defRPr sz="2700" b="1">
                <a:solidFill>
                  <a:srgbClr val="B4232D"/>
                </a:solidFill>
                <a:latin typeface="Apple SD Gothic Neo"/>
                <a:ea typeface="Apple SD Gothic Neo"/>
                <a:cs typeface="Apple SD Gothic Neo"/>
              </a:defRPr>
            </a:lvl2pPr>
            <a:lvl3pPr algn="l">
              <a:defRPr sz="2700" b="1">
                <a:solidFill>
                  <a:srgbClr val="B4232D"/>
                </a:solidFill>
                <a:latin typeface="Apple SD Gothic Neo"/>
                <a:ea typeface="Apple SD Gothic Neo"/>
                <a:cs typeface="Apple SD Gothic Neo"/>
              </a:defRPr>
            </a:lvl3pPr>
            <a:lvl4pPr algn="l">
              <a:defRPr sz="2700" b="1">
                <a:solidFill>
                  <a:srgbClr val="B4232D"/>
                </a:solidFill>
                <a:latin typeface="Apple SD Gothic Neo"/>
                <a:ea typeface="Apple SD Gothic Neo"/>
                <a:cs typeface="Apple SD Gothic Neo"/>
              </a:defRPr>
            </a:lvl4pPr>
            <a:lvl5pPr algn="l">
              <a:defRPr sz="2700" b="1">
                <a:solidFill>
                  <a:srgbClr val="B4232D"/>
                </a:solidFill>
                <a:latin typeface="Apple SD Gothic Neo"/>
                <a:ea typeface="Apple SD Gothic Neo"/>
                <a:cs typeface="Apple SD Gothic Neo"/>
              </a:defRPr>
            </a:lvl5pPr>
            <a:lvl6pPr algn="l">
              <a:defRPr sz="2700" b="1">
                <a:solidFill>
                  <a:srgbClr val="B4232D"/>
                </a:solidFill>
                <a:latin typeface="Apple SD Gothic Neo"/>
                <a:ea typeface="Apple SD Gothic Neo"/>
                <a:cs typeface="Apple SD Gothic Neo"/>
              </a:defRPr>
            </a:lvl6pPr>
            <a:lvl7pPr algn="l">
              <a:defRPr sz="2700" b="1">
                <a:solidFill>
                  <a:srgbClr val="B4232D"/>
                </a:solidFill>
                <a:latin typeface="Apple SD Gothic Neo"/>
                <a:ea typeface="Apple SD Gothic Neo"/>
                <a:cs typeface="Apple SD Gothic Neo"/>
              </a:defRPr>
            </a:lvl7pPr>
            <a:lvl8pPr algn="l">
              <a:defRPr sz="2700" b="1">
                <a:solidFill>
                  <a:srgbClr val="B4232D"/>
                </a:solidFill>
                <a:latin typeface="Apple SD Gothic Neo"/>
                <a:ea typeface="Apple SD Gothic Neo"/>
                <a:cs typeface="Apple SD Gothic Neo"/>
              </a:defRPr>
            </a:lvl8pPr>
            <a:lvl9pPr algn="l">
              <a:defRPr sz="2700" b="1">
                <a:solidFill>
                  <a:srgbClr val="B4232D"/>
                </a:solidFill>
                <a:latin typeface="Apple SD Gothic Neo"/>
                <a:ea typeface="Apple SD Gothic Neo"/>
                <a:cs typeface="Apple SD Gothic Neo"/>
              </a:defRPr>
            </a:lvl9pPr>
          </a:lstStyle>
          <a:p xmlns:a="http://schemas.openxmlformats.org/drawingml/2006/main">
            <a:pPr algn="l">
              <a:defRPr sz="2700" b="1">
                <a:solidFill>
                  <a:srgbClr val="B4232D"/>
                </a:solidFill>
                <a:latin typeface="Apple SD Gothic Neo"/>
                <a:ea typeface="Apple SD Gothic Neo"/>
                <a:cs typeface="Apple SD Gothic Neo"/>
              </a:defRPr>
            </a:pPr>
            <a:r>
              <a:rPr sz="2700" b="1">
                <a:solidFill>
                  <a:srgbClr val="B4232D"/>
                </a:solidFill>
                <a:latin typeface="Apple SD Gothic Neo"/>
                <a:ea typeface="Apple SD Gothic Neo"/>
                <a:cs typeface="Apple SD Gothic Neo"/>
              </a:rPr>
              <a:t>Prompt</a:t>
            </a:r>
          </a:p>
        </p:txBody>
      </p:sp>
      <p:sp>
        <p:nvSpPr>
          <p:cNvPr id="4" name="">
            <a:extLst xmlns:a="http://schemas.openxmlformats.org/drawingml/2006/main">
              <a:ext uri="{FF2B5EF4-FFF2-40B4-BE49-F238E27FC236}">
                <a16:creationId xmlns:a16="http://schemas.microsoft.com/office/drawing/2014/main" id="{2754E8AB-D68F-4861-B4BB-DE8F27EB4149}"/>
              </a:ext>
            </a:extLst>
          </p:cNvPr>
          <p:cNvSpPr>
            <a:spLocks xmlns:a="http://schemas.openxmlformats.org/drawingml/2006/main" noGrp="1"/>
          </p:cNvSpPr>
          <p:nvPr/>
        </p:nvSpPr>
        <p:spPr>
          <a:xfrm xmlns:a="http://schemas.openxmlformats.org/drawingml/2006/main">
            <a:off x="666750" y="238125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@mcp.prompt()</a:t>
            </a:r>
          </a:p>
        </p:txBody>
      </p:sp>
      <p:sp>
        <p:nvSpPr>
          <p:cNvPr id="5" name="">
            <a:extLst xmlns:a="http://schemas.openxmlformats.org/drawingml/2006/main">
              <a:ext uri="{FF2B5EF4-FFF2-40B4-BE49-F238E27FC236}">
                <a16:creationId xmlns:a16="http://schemas.microsoft.com/office/drawing/2014/main" id="{30430739-4FFB-40B3-BC48-EE0BEB431DC5}"/>
              </a:ext>
            </a:extLst>
          </p:cNvPr>
          <p:cNvSpPr>
            <a:spLocks xmlns:a="http://schemas.openxmlformats.org/drawingml/2006/main" noGrp="1"/>
          </p:cNvSpPr>
          <p:nvPr/>
        </p:nvSpPr>
        <p:spPr>
          <a:xfrm xmlns:a="http://schemas.openxmlformats.org/drawingml/2006/main">
            <a:off x="666750" y="2790825"/>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def incident_analysis_prompt(</a:t>
            </a:r>
          </a:p>
        </p:txBody>
      </p:sp>
      <p:sp>
        <p:nvSpPr>
          <p:cNvPr id="6" name="">
            <a:extLst xmlns:a="http://schemas.openxmlformats.org/drawingml/2006/main">
              <a:ext uri="{FF2B5EF4-FFF2-40B4-BE49-F238E27FC236}">
                <a16:creationId xmlns:a16="http://schemas.microsoft.com/office/drawing/2014/main" id="{5974F689-6EC8-4C98-9BC1-C01DA75FBA2A}"/>
              </a:ext>
            </a:extLst>
          </p:cNvPr>
          <p:cNvSpPr>
            <a:spLocks xmlns:a="http://schemas.openxmlformats.org/drawingml/2006/main" noGrp="1"/>
          </p:cNvSpPr>
          <p:nvPr/>
        </p:nvSpPr>
        <p:spPr>
          <a:xfrm xmlns:a="http://schemas.openxmlformats.org/drawingml/2006/main">
            <a:off x="666750" y="320040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system_name, symptom):</a:t>
            </a:r>
          </a:p>
        </p:txBody>
      </p:sp>
      <p:sp>
        <p:nvSpPr>
          <p:cNvPr id="7" name="">
            <a:extLst xmlns:a="http://schemas.openxmlformats.org/drawingml/2006/main">
              <a:ext uri="{FF2B5EF4-FFF2-40B4-BE49-F238E27FC236}">
                <a16:creationId xmlns:a16="http://schemas.microsoft.com/office/drawing/2014/main" id="{61731F66-8659-4018-A9C1-6C91E2B8E160}"/>
              </a:ext>
            </a:extLst>
          </p:cNvPr>
          <p:cNvSpPr>
            <a:spLocks xmlns:a="http://schemas.openxmlformats.org/drawingml/2006/main" noGrp="1"/>
          </p:cNvSpPr>
          <p:nvPr/>
        </p:nvSpPr>
        <p:spPr>
          <a:xfrm xmlns:a="http://schemas.openxmlformats.org/drawingml/2006/main">
            <a:off x="666750" y="4543425"/>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3151A"/>
                </a:solidFill>
                <a:latin typeface="Apple SD Gothic Neo"/>
                <a:ea typeface="Apple SD Gothic Neo"/>
                <a:cs typeface="Apple SD Gothic Neo"/>
              </a:defRPr>
            </a:defPPr>
            <a:lvl1pPr algn="l">
              <a:defRPr sz="1875" b="1">
                <a:solidFill>
                  <a:srgbClr val="13151A"/>
                </a:solidFill>
                <a:latin typeface="Apple SD Gothic Neo"/>
                <a:ea typeface="Apple SD Gothic Neo"/>
                <a:cs typeface="Apple SD Gothic Neo"/>
              </a:defRPr>
            </a:lvl1pPr>
            <a:lvl2pPr algn="l">
              <a:defRPr sz="1875" b="1">
                <a:solidFill>
                  <a:srgbClr val="13151A"/>
                </a:solidFill>
                <a:latin typeface="Apple SD Gothic Neo"/>
                <a:ea typeface="Apple SD Gothic Neo"/>
                <a:cs typeface="Apple SD Gothic Neo"/>
              </a:defRPr>
            </a:lvl2pPr>
            <a:lvl3pPr algn="l">
              <a:defRPr sz="1875" b="1">
                <a:solidFill>
                  <a:srgbClr val="13151A"/>
                </a:solidFill>
                <a:latin typeface="Apple SD Gothic Neo"/>
                <a:ea typeface="Apple SD Gothic Neo"/>
                <a:cs typeface="Apple SD Gothic Neo"/>
              </a:defRPr>
            </a:lvl3pPr>
            <a:lvl4pPr algn="l">
              <a:defRPr sz="1875" b="1">
                <a:solidFill>
                  <a:srgbClr val="13151A"/>
                </a:solidFill>
                <a:latin typeface="Apple SD Gothic Neo"/>
                <a:ea typeface="Apple SD Gothic Neo"/>
                <a:cs typeface="Apple SD Gothic Neo"/>
              </a:defRPr>
            </a:lvl4pPr>
            <a:lvl5pPr algn="l">
              <a:defRPr sz="1875" b="1">
                <a:solidFill>
                  <a:srgbClr val="13151A"/>
                </a:solidFill>
                <a:latin typeface="Apple SD Gothic Neo"/>
                <a:ea typeface="Apple SD Gothic Neo"/>
                <a:cs typeface="Apple SD Gothic Neo"/>
              </a:defRPr>
            </a:lvl5pPr>
            <a:lvl6pPr algn="l">
              <a:defRPr sz="1875" b="1">
                <a:solidFill>
                  <a:srgbClr val="13151A"/>
                </a:solidFill>
                <a:latin typeface="Apple SD Gothic Neo"/>
                <a:ea typeface="Apple SD Gothic Neo"/>
                <a:cs typeface="Apple SD Gothic Neo"/>
              </a:defRPr>
            </a:lvl6pPr>
            <a:lvl7pPr algn="l">
              <a:defRPr sz="1875" b="1">
                <a:solidFill>
                  <a:srgbClr val="13151A"/>
                </a:solidFill>
                <a:latin typeface="Apple SD Gothic Neo"/>
                <a:ea typeface="Apple SD Gothic Neo"/>
                <a:cs typeface="Apple SD Gothic Neo"/>
              </a:defRPr>
            </a:lvl7pPr>
            <a:lvl8pPr algn="l">
              <a:defRPr sz="1875" b="1">
                <a:solidFill>
                  <a:srgbClr val="13151A"/>
                </a:solidFill>
                <a:latin typeface="Apple SD Gothic Neo"/>
                <a:ea typeface="Apple SD Gothic Neo"/>
                <a:cs typeface="Apple SD Gothic Neo"/>
              </a:defRPr>
            </a:lvl8pPr>
            <a:lvl9pPr algn="l">
              <a:defRPr sz="1875" b="1">
                <a:solidFill>
                  <a:srgbClr val="13151A"/>
                </a:solidFill>
                <a:latin typeface="Apple SD Gothic Neo"/>
                <a:ea typeface="Apple SD Gothic Neo"/>
                <a:cs typeface="Apple SD Gothic Neo"/>
              </a:defRPr>
            </a:lvl9pPr>
          </a:lstStyle>
          <a:p xmlns:a="http://schemas.openxmlformats.org/drawingml/2006/main">
            <a:pPr algn="l">
              <a:defRPr sz="1875" b="1">
                <a:solidFill>
                  <a:srgbClr val="13151A"/>
                </a:solidFill>
                <a:latin typeface="Apple SD Gothic Neo"/>
                <a:ea typeface="Apple SD Gothic Neo"/>
                <a:cs typeface="Apple SD Gothic Neo"/>
              </a:defRPr>
            </a:pPr>
            <a:r>
              <a:rPr sz="1875" b="1">
                <a:solidFill>
                  <a:srgbClr val="13151A"/>
                </a:solidFill>
                <a:latin typeface="Apple SD Gothic Neo"/>
                <a:ea typeface="Apple SD Gothic Neo"/>
                <a:cs typeface="Apple SD Gothic Neo"/>
              </a:rPr>
              <a:t>plan이 절차를 읽음</a:t>
            </a:r>
          </a:p>
        </p:txBody>
      </p:sp>
      <p:sp>
        <p:nvSpPr>
          <p:cNvPr id="8" name="">
            <a:extLst xmlns:a="http://schemas.openxmlformats.org/drawingml/2006/main">
              <a:ext uri="{FF2B5EF4-FFF2-40B4-BE49-F238E27FC236}">
                <a16:creationId xmlns:a16="http://schemas.microsoft.com/office/drawing/2014/main" id="{8FB437BF-5D80-4682-BC3F-3DAAF8C5428C}"/>
              </a:ext>
            </a:extLst>
          </p:cNvPr>
          <p:cNvSpPr>
            <a:spLocks xmlns:a="http://schemas.openxmlformats.org/drawingml/2006/main" noGrp="1"/>
          </p:cNvSpPr>
          <p:nvPr/>
        </p:nvSpPr>
        <p:spPr>
          <a:xfrm xmlns:a="http://schemas.openxmlformats.org/drawingml/2006/main">
            <a:off x="4495800" y="1562100"/>
            <a:ext cx="3143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B4232D"/>
                </a:solidFill>
                <a:latin typeface="Apple SD Gothic Neo"/>
                <a:ea typeface="Apple SD Gothic Neo"/>
                <a:cs typeface="Apple SD Gothic Neo"/>
              </a:defRPr>
            </a:defPPr>
            <a:lvl1pPr algn="l">
              <a:defRPr sz="2700" b="1">
                <a:solidFill>
                  <a:srgbClr val="B4232D"/>
                </a:solidFill>
                <a:latin typeface="Apple SD Gothic Neo"/>
                <a:ea typeface="Apple SD Gothic Neo"/>
                <a:cs typeface="Apple SD Gothic Neo"/>
              </a:defRPr>
            </a:lvl1pPr>
            <a:lvl2pPr algn="l">
              <a:defRPr sz="2700" b="1">
                <a:solidFill>
                  <a:srgbClr val="B4232D"/>
                </a:solidFill>
                <a:latin typeface="Apple SD Gothic Neo"/>
                <a:ea typeface="Apple SD Gothic Neo"/>
                <a:cs typeface="Apple SD Gothic Neo"/>
              </a:defRPr>
            </a:lvl2pPr>
            <a:lvl3pPr algn="l">
              <a:defRPr sz="2700" b="1">
                <a:solidFill>
                  <a:srgbClr val="B4232D"/>
                </a:solidFill>
                <a:latin typeface="Apple SD Gothic Neo"/>
                <a:ea typeface="Apple SD Gothic Neo"/>
                <a:cs typeface="Apple SD Gothic Neo"/>
              </a:defRPr>
            </a:lvl3pPr>
            <a:lvl4pPr algn="l">
              <a:defRPr sz="2700" b="1">
                <a:solidFill>
                  <a:srgbClr val="B4232D"/>
                </a:solidFill>
                <a:latin typeface="Apple SD Gothic Neo"/>
                <a:ea typeface="Apple SD Gothic Neo"/>
                <a:cs typeface="Apple SD Gothic Neo"/>
              </a:defRPr>
            </a:lvl4pPr>
            <a:lvl5pPr algn="l">
              <a:defRPr sz="2700" b="1">
                <a:solidFill>
                  <a:srgbClr val="B4232D"/>
                </a:solidFill>
                <a:latin typeface="Apple SD Gothic Neo"/>
                <a:ea typeface="Apple SD Gothic Neo"/>
                <a:cs typeface="Apple SD Gothic Neo"/>
              </a:defRPr>
            </a:lvl5pPr>
            <a:lvl6pPr algn="l">
              <a:defRPr sz="2700" b="1">
                <a:solidFill>
                  <a:srgbClr val="B4232D"/>
                </a:solidFill>
                <a:latin typeface="Apple SD Gothic Neo"/>
                <a:ea typeface="Apple SD Gothic Neo"/>
                <a:cs typeface="Apple SD Gothic Neo"/>
              </a:defRPr>
            </a:lvl6pPr>
            <a:lvl7pPr algn="l">
              <a:defRPr sz="2700" b="1">
                <a:solidFill>
                  <a:srgbClr val="B4232D"/>
                </a:solidFill>
                <a:latin typeface="Apple SD Gothic Neo"/>
                <a:ea typeface="Apple SD Gothic Neo"/>
                <a:cs typeface="Apple SD Gothic Neo"/>
              </a:defRPr>
            </a:lvl7pPr>
            <a:lvl8pPr algn="l">
              <a:defRPr sz="2700" b="1">
                <a:solidFill>
                  <a:srgbClr val="B4232D"/>
                </a:solidFill>
                <a:latin typeface="Apple SD Gothic Neo"/>
                <a:ea typeface="Apple SD Gothic Neo"/>
                <a:cs typeface="Apple SD Gothic Neo"/>
              </a:defRPr>
            </a:lvl8pPr>
            <a:lvl9pPr algn="l">
              <a:defRPr sz="2700" b="1">
                <a:solidFill>
                  <a:srgbClr val="B4232D"/>
                </a:solidFill>
                <a:latin typeface="Apple SD Gothic Neo"/>
                <a:ea typeface="Apple SD Gothic Neo"/>
                <a:cs typeface="Apple SD Gothic Neo"/>
              </a:defRPr>
            </a:lvl9pPr>
          </a:lstStyle>
          <a:p xmlns:a="http://schemas.openxmlformats.org/drawingml/2006/main">
            <a:pPr algn="l">
              <a:defRPr sz="2700" b="1">
                <a:solidFill>
                  <a:srgbClr val="B4232D"/>
                </a:solidFill>
                <a:latin typeface="Apple SD Gothic Neo"/>
                <a:ea typeface="Apple SD Gothic Neo"/>
                <a:cs typeface="Apple SD Gothic Neo"/>
              </a:defRPr>
            </a:pPr>
            <a:r>
              <a:rPr sz="2700" b="1">
                <a:solidFill>
                  <a:srgbClr val="B4232D"/>
                </a:solidFill>
                <a:latin typeface="Apple SD Gothic Neo"/>
                <a:ea typeface="Apple SD Gothic Neo"/>
                <a:cs typeface="Apple SD Gothic Neo"/>
              </a:rPr>
              <a:t>Tool</a:t>
            </a:r>
          </a:p>
        </p:txBody>
      </p:sp>
      <p:sp>
        <p:nvSpPr>
          <p:cNvPr id="9" name="">
            <a:extLst xmlns:a="http://schemas.openxmlformats.org/drawingml/2006/main">
              <a:ext uri="{FF2B5EF4-FFF2-40B4-BE49-F238E27FC236}">
                <a16:creationId xmlns:a16="http://schemas.microsoft.com/office/drawing/2014/main" id="{64E5FDA6-2843-4D3E-B299-2E8C45AD5E68}"/>
              </a:ext>
            </a:extLst>
          </p:cNvPr>
          <p:cNvSpPr>
            <a:spLocks xmlns:a="http://schemas.openxmlformats.org/drawingml/2006/main" noGrp="1"/>
          </p:cNvSpPr>
          <p:nvPr/>
        </p:nvSpPr>
        <p:spPr>
          <a:xfrm xmlns:a="http://schemas.openxmlformats.org/drawingml/2006/main">
            <a:off x="4495800" y="238125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@mcp.tool()</a:t>
            </a:r>
          </a:p>
        </p:txBody>
      </p:sp>
      <p:sp>
        <p:nvSpPr>
          <p:cNvPr id="10" name="">
            <a:extLst xmlns:a="http://schemas.openxmlformats.org/drawingml/2006/main">
              <a:ext uri="{FF2B5EF4-FFF2-40B4-BE49-F238E27FC236}">
                <a16:creationId xmlns:a16="http://schemas.microsoft.com/office/drawing/2014/main" id="{A6F1A888-D072-468D-9848-E710D098503A}"/>
              </a:ext>
            </a:extLst>
          </p:cNvPr>
          <p:cNvSpPr>
            <a:spLocks xmlns:a="http://schemas.openxmlformats.org/drawingml/2006/main" noGrp="1"/>
          </p:cNvSpPr>
          <p:nvPr/>
        </p:nvSpPr>
        <p:spPr>
          <a:xfrm xmlns:a="http://schemas.openxmlformats.org/drawingml/2006/main">
            <a:off x="4495800" y="2790825"/>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def get_monitoring_status(</a:t>
            </a:r>
          </a:p>
        </p:txBody>
      </p:sp>
      <p:sp>
        <p:nvSpPr>
          <p:cNvPr id="11" name="">
            <a:extLst xmlns:a="http://schemas.openxmlformats.org/drawingml/2006/main">
              <a:ext uri="{FF2B5EF4-FFF2-40B4-BE49-F238E27FC236}">
                <a16:creationId xmlns:a16="http://schemas.microsoft.com/office/drawing/2014/main" id="{9A9851B3-CC4B-4E83-8532-6025342020EC}"/>
              </a:ext>
            </a:extLst>
          </p:cNvPr>
          <p:cNvSpPr>
            <a:spLocks xmlns:a="http://schemas.openxmlformats.org/drawingml/2006/main" noGrp="1"/>
          </p:cNvSpPr>
          <p:nvPr/>
        </p:nvSpPr>
        <p:spPr>
          <a:xfrm xmlns:a="http://schemas.openxmlformats.org/drawingml/2006/main">
            <a:off x="4495800" y="320040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system_name):</a:t>
            </a:r>
          </a:p>
        </p:txBody>
      </p:sp>
      <p:sp>
        <p:nvSpPr>
          <p:cNvPr id="12" name="">
            <a:extLst xmlns:a="http://schemas.openxmlformats.org/drawingml/2006/main">
              <a:ext uri="{FF2B5EF4-FFF2-40B4-BE49-F238E27FC236}">
                <a16:creationId xmlns:a16="http://schemas.microsoft.com/office/drawing/2014/main" id="{ED764F3B-14C1-4293-8F14-669123B27360}"/>
              </a:ext>
            </a:extLst>
          </p:cNvPr>
          <p:cNvSpPr>
            <a:spLocks xmlns:a="http://schemas.openxmlformats.org/drawingml/2006/main" noGrp="1"/>
          </p:cNvSpPr>
          <p:nvPr/>
        </p:nvSpPr>
        <p:spPr>
          <a:xfrm xmlns:a="http://schemas.openxmlformats.org/drawingml/2006/main">
            <a:off x="4495800" y="4543425"/>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3151A"/>
                </a:solidFill>
                <a:latin typeface="Apple SD Gothic Neo"/>
                <a:ea typeface="Apple SD Gothic Neo"/>
                <a:cs typeface="Apple SD Gothic Neo"/>
              </a:defRPr>
            </a:defPPr>
            <a:lvl1pPr algn="l">
              <a:defRPr sz="1875" b="1">
                <a:solidFill>
                  <a:srgbClr val="13151A"/>
                </a:solidFill>
                <a:latin typeface="Apple SD Gothic Neo"/>
                <a:ea typeface="Apple SD Gothic Neo"/>
                <a:cs typeface="Apple SD Gothic Neo"/>
              </a:defRPr>
            </a:lvl1pPr>
            <a:lvl2pPr algn="l">
              <a:defRPr sz="1875" b="1">
                <a:solidFill>
                  <a:srgbClr val="13151A"/>
                </a:solidFill>
                <a:latin typeface="Apple SD Gothic Neo"/>
                <a:ea typeface="Apple SD Gothic Neo"/>
                <a:cs typeface="Apple SD Gothic Neo"/>
              </a:defRPr>
            </a:lvl2pPr>
            <a:lvl3pPr algn="l">
              <a:defRPr sz="1875" b="1">
                <a:solidFill>
                  <a:srgbClr val="13151A"/>
                </a:solidFill>
                <a:latin typeface="Apple SD Gothic Neo"/>
                <a:ea typeface="Apple SD Gothic Neo"/>
                <a:cs typeface="Apple SD Gothic Neo"/>
              </a:defRPr>
            </a:lvl3pPr>
            <a:lvl4pPr algn="l">
              <a:defRPr sz="1875" b="1">
                <a:solidFill>
                  <a:srgbClr val="13151A"/>
                </a:solidFill>
                <a:latin typeface="Apple SD Gothic Neo"/>
                <a:ea typeface="Apple SD Gothic Neo"/>
                <a:cs typeface="Apple SD Gothic Neo"/>
              </a:defRPr>
            </a:lvl4pPr>
            <a:lvl5pPr algn="l">
              <a:defRPr sz="1875" b="1">
                <a:solidFill>
                  <a:srgbClr val="13151A"/>
                </a:solidFill>
                <a:latin typeface="Apple SD Gothic Neo"/>
                <a:ea typeface="Apple SD Gothic Neo"/>
                <a:cs typeface="Apple SD Gothic Neo"/>
              </a:defRPr>
            </a:lvl5pPr>
            <a:lvl6pPr algn="l">
              <a:defRPr sz="1875" b="1">
                <a:solidFill>
                  <a:srgbClr val="13151A"/>
                </a:solidFill>
                <a:latin typeface="Apple SD Gothic Neo"/>
                <a:ea typeface="Apple SD Gothic Neo"/>
                <a:cs typeface="Apple SD Gothic Neo"/>
              </a:defRPr>
            </a:lvl6pPr>
            <a:lvl7pPr algn="l">
              <a:defRPr sz="1875" b="1">
                <a:solidFill>
                  <a:srgbClr val="13151A"/>
                </a:solidFill>
                <a:latin typeface="Apple SD Gothic Neo"/>
                <a:ea typeface="Apple SD Gothic Neo"/>
                <a:cs typeface="Apple SD Gothic Neo"/>
              </a:defRPr>
            </a:lvl7pPr>
            <a:lvl8pPr algn="l">
              <a:defRPr sz="1875" b="1">
                <a:solidFill>
                  <a:srgbClr val="13151A"/>
                </a:solidFill>
                <a:latin typeface="Apple SD Gothic Neo"/>
                <a:ea typeface="Apple SD Gothic Neo"/>
                <a:cs typeface="Apple SD Gothic Neo"/>
              </a:defRPr>
            </a:lvl8pPr>
            <a:lvl9pPr algn="l">
              <a:defRPr sz="1875" b="1">
                <a:solidFill>
                  <a:srgbClr val="13151A"/>
                </a:solidFill>
                <a:latin typeface="Apple SD Gothic Neo"/>
                <a:ea typeface="Apple SD Gothic Neo"/>
                <a:cs typeface="Apple SD Gothic Neo"/>
              </a:defRPr>
            </a:lvl9pPr>
          </a:lstStyle>
          <a:p xmlns:a="http://schemas.openxmlformats.org/drawingml/2006/main">
            <a:pPr algn="l">
              <a:defRPr sz="1875" b="1">
                <a:solidFill>
                  <a:srgbClr val="13151A"/>
                </a:solidFill>
                <a:latin typeface="Apple SD Gothic Neo"/>
                <a:ea typeface="Apple SD Gothic Neo"/>
                <a:cs typeface="Apple SD Gothic Neo"/>
              </a:defRPr>
            </a:pPr>
            <a:r>
              <a:rPr sz="1875" b="1">
                <a:solidFill>
                  <a:srgbClr val="13151A"/>
                </a:solidFill>
                <a:latin typeface="Apple SD Gothic Neo"/>
                <a:ea typeface="Apple SD Gothic Neo"/>
                <a:cs typeface="Apple SD Gothic Neo"/>
              </a:rPr>
              <a:t>research가 현재 지표 조회</a:t>
            </a:r>
          </a:p>
        </p:txBody>
      </p:sp>
      <p:sp>
        <p:nvSpPr>
          <p:cNvPr id="13" name="">
            <a:extLst xmlns:a="http://schemas.openxmlformats.org/drawingml/2006/main">
              <a:ext uri="{FF2B5EF4-FFF2-40B4-BE49-F238E27FC236}">
                <a16:creationId xmlns:a16="http://schemas.microsoft.com/office/drawing/2014/main" id="{55F7DFB9-39CC-4111-BBFB-2FDC699FDCE1}"/>
              </a:ext>
            </a:extLst>
          </p:cNvPr>
          <p:cNvSpPr>
            <a:spLocks xmlns:a="http://schemas.openxmlformats.org/drawingml/2006/main" noGrp="1"/>
          </p:cNvSpPr>
          <p:nvPr/>
        </p:nvSpPr>
        <p:spPr>
          <a:xfrm xmlns:a="http://schemas.openxmlformats.org/drawingml/2006/main">
            <a:off x="8305800" y="1562100"/>
            <a:ext cx="3143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B4232D"/>
                </a:solidFill>
                <a:latin typeface="Apple SD Gothic Neo"/>
                <a:ea typeface="Apple SD Gothic Neo"/>
                <a:cs typeface="Apple SD Gothic Neo"/>
              </a:defRPr>
            </a:defPPr>
            <a:lvl1pPr algn="l">
              <a:defRPr sz="2700" b="1">
                <a:solidFill>
                  <a:srgbClr val="B4232D"/>
                </a:solidFill>
                <a:latin typeface="Apple SD Gothic Neo"/>
                <a:ea typeface="Apple SD Gothic Neo"/>
                <a:cs typeface="Apple SD Gothic Neo"/>
              </a:defRPr>
            </a:lvl1pPr>
            <a:lvl2pPr algn="l">
              <a:defRPr sz="2700" b="1">
                <a:solidFill>
                  <a:srgbClr val="B4232D"/>
                </a:solidFill>
                <a:latin typeface="Apple SD Gothic Neo"/>
                <a:ea typeface="Apple SD Gothic Neo"/>
                <a:cs typeface="Apple SD Gothic Neo"/>
              </a:defRPr>
            </a:lvl2pPr>
            <a:lvl3pPr algn="l">
              <a:defRPr sz="2700" b="1">
                <a:solidFill>
                  <a:srgbClr val="B4232D"/>
                </a:solidFill>
                <a:latin typeface="Apple SD Gothic Neo"/>
                <a:ea typeface="Apple SD Gothic Neo"/>
                <a:cs typeface="Apple SD Gothic Neo"/>
              </a:defRPr>
            </a:lvl3pPr>
            <a:lvl4pPr algn="l">
              <a:defRPr sz="2700" b="1">
                <a:solidFill>
                  <a:srgbClr val="B4232D"/>
                </a:solidFill>
                <a:latin typeface="Apple SD Gothic Neo"/>
                <a:ea typeface="Apple SD Gothic Neo"/>
                <a:cs typeface="Apple SD Gothic Neo"/>
              </a:defRPr>
            </a:lvl4pPr>
            <a:lvl5pPr algn="l">
              <a:defRPr sz="2700" b="1">
                <a:solidFill>
                  <a:srgbClr val="B4232D"/>
                </a:solidFill>
                <a:latin typeface="Apple SD Gothic Neo"/>
                <a:ea typeface="Apple SD Gothic Neo"/>
                <a:cs typeface="Apple SD Gothic Neo"/>
              </a:defRPr>
            </a:lvl5pPr>
            <a:lvl6pPr algn="l">
              <a:defRPr sz="2700" b="1">
                <a:solidFill>
                  <a:srgbClr val="B4232D"/>
                </a:solidFill>
                <a:latin typeface="Apple SD Gothic Neo"/>
                <a:ea typeface="Apple SD Gothic Neo"/>
                <a:cs typeface="Apple SD Gothic Neo"/>
              </a:defRPr>
            </a:lvl6pPr>
            <a:lvl7pPr algn="l">
              <a:defRPr sz="2700" b="1">
                <a:solidFill>
                  <a:srgbClr val="B4232D"/>
                </a:solidFill>
                <a:latin typeface="Apple SD Gothic Neo"/>
                <a:ea typeface="Apple SD Gothic Neo"/>
                <a:cs typeface="Apple SD Gothic Neo"/>
              </a:defRPr>
            </a:lvl7pPr>
            <a:lvl8pPr algn="l">
              <a:defRPr sz="2700" b="1">
                <a:solidFill>
                  <a:srgbClr val="B4232D"/>
                </a:solidFill>
                <a:latin typeface="Apple SD Gothic Neo"/>
                <a:ea typeface="Apple SD Gothic Neo"/>
                <a:cs typeface="Apple SD Gothic Neo"/>
              </a:defRPr>
            </a:lvl8pPr>
            <a:lvl9pPr algn="l">
              <a:defRPr sz="2700" b="1">
                <a:solidFill>
                  <a:srgbClr val="B4232D"/>
                </a:solidFill>
                <a:latin typeface="Apple SD Gothic Neo"/>
                <a:ea typeface="Apple SD Gothic Neo"/>
                <a:cs typeface="Apple SD Gothic Neo"/>
              </a:defRPr>
            </a:lvl9pPr>
          </a:lstStyle>
          <a:p xmlns:a="http://schemas.openxmlformats.org/drawingml/2006/main">
            <a:pPr algn="l">
              <a:defRPr sz="2700" b="1">
                <a:solidFill>
                  <a:srgbClr val="B4232D"/>
                </a:solidFill>
                <a:latin typeface="Apple SD Gothic Neo"/>
                <a:ea typeface="Apple SD Gothic Neo"/>
                <a:cs typeface="Apple SD Gothic Neo"/>
              </a:defRPr>
            </a:pPr>
            <a:r>
              <a:rPr sz="2700" b="1">
                <a:solidFill>
                  <a:srgbClr val="B4232D"/>
                </a:solidFill>
                <a:latin typeface="Apple SD Gothic Neo"/>
                <a:ea typeface="Apple SD Gothic Neo"/>
                <a:cs typeface="Apple SD Gothic Neo"/>
              </a:rPr>
              <a:t>Resource</a:t>
            </a:r>
          </a:p>
        </p:txBody>
      </p:sp>
      <p:sp>
        <p:nvSpPr>
          <p:cNvPr id="14" name="">
            <a:extLst xmlns:a="http://schemas.openxmlformats.org/drawingml/2006/main">
              <a:ext uri="{FF2B5EF4-FFF2-40B4-BE49-F238E27FC236}">
                <a16:creationId xmlns:a16="http://schemas.microsoft.com/office/drawing/2014/main" id="{28BE07EC-CEBF-47E0-B096-FAF68BF710AB}"/>
              </a:ext>
            </a:extLst>
          </p:cNvPr>
          <p:cNvSpPr>
            <a:spLocks xmlns:a="http://schemas.openxmlformats.org/drawingml/2006/main" noGrp="1"/>
          </p:cNvSpPr>
          <p:nvPr/>
        </p:nvSpPr>
        <p:spPr>
          <a:xfrm xmlns:a="http://schemas.openxmlformats.org/drawingml/2006/main">
            <a:off x="8305800" y="238125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@mcp.resource(</a:t>
            </a:r>
          </a:p>
        </p:txBody>
      </p:sp>
      <p:sp>
        <p:nvSpPr>
          <p:cNvPr id="15" name="">
            <a:extLst xmlns:a="http://schemas.openxmlformats.org/drawingml/2006/main">
              <a:ext uri="{FF2B5EF4-FFF2-40B4-BE49-F238E27FC236}">
                <a16:creationId xmlns:a16="http://schemas.microsoft.com/office/drawing/2014/main" id="{47E95ACB-5D8A-401D-9A5B-3B3FDF6B0082}"/>
              </a:ext>
            </a:extLst>
          </p:cNvPr>
          <p:cNvSpPr>
            <a:spLocks xmlns:a="http://schemas.openxmlformats.org/drawingml/2006/main" noGrp="1"/>
          </p:cNvSpPr>
          <p:nvPr/>
        </p:nvSpPr>
        <p:spPr>
          <a:xfrm xmlns:a="http://schemas.openxmlformats.org/drawingml/2006/main">
            <a:off x="8305800" y="2790825"/>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"runbook://incident-"</a:t>
            </a:r>
          </a:p>
        </p:txBody>
      </p:sp>
      <p:sp>
        <p:nvSpPr>
          <p:cNvPr id="16" name="">
            <a:extLst xmlns:a="http://schemas.openxmlformats.org/drawingml/2006/main">
              <a:ext uri="{FF2B5EF4-FFF2-40B4-BE49-F238E27FC236}">
                <a16:creationId xmlns:a16="http://schemas.microsoft.com/office/drawing/2014/main" id="{B687E325-317D-48CB-BC41-B33BB1375978}"/>
              </a:ext>
            </a:extLst>
          </p:cNvPr>
          <p:cNvSpPr>
            <a:spLocks xmlns:a="http://schemas.openxmlformats.org/drawingml/2006/main" noGrp="1"/>
          </p:cNvSpPr>
          <p:nvPr/>
        </p:nvSpPr>
        <p:spPr>
          <a:xfrm xmlns:a="http://schemas.openxmlformats.org/drawingml/2006/main">
            <a:off x="8305800" y="320040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"response/{incident_type}")</a:t>
            </a:r>
          </a:p>
        </p:txBody>
      </p:sp>
      <p:sp>
        <p:nvSpPr>
          <p:cNvPr id="17" name="">
            <a:extLst xmlns:a="http://schemas.openxmlformats.org/drawingml/2006/main">
              <a:ext uri="{FF2B5EF4-FFF2-40B4-BE49-F238E27FC236}">
                <a16:creationId xmlns:a16="http://schemas.microsoft.com/office/drawing/2014/main" id="{F64B1E6E-108C-4207-A170-F7AFB4C5746C}"/>
              </a:ext>
            </a:extLst>
          </p:cNvPr>
          <p:cNvSpPr>
            <a:spLocks xmlns:a="http://schemas.openxmlformats.org/drawingml/2006/main" noGrp="1"/>
          </p:cNvSpPr>
          <p:nvPr/>
        </p:nvSpPr>
        <p:spPr>
          <a:xfrm xmlns:a="http://schemas.openxmlformats.org/drawingml/2006/main">
            <a:off x="8305800" y="4543425"/>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3151A"/>
                </a:solidFill>
                <a:latin typeface="Apple SD Gothic Neo"/>
                <a:ea typeface="Apple SD Gothic Neo"/>
                <a:cs typeface="Apple SD Gothic Neo"/>
              </a:defRPr>
            </a:defPPr>
            <a:lvl1pPr algn="l">
              <a:defRPr sz="1875" b="1">
                <a:solidFill>
                  <a:srgbClr val="13151A"/>
                </a:solidFill>
                <a:latin typeface="Apple SD Gothic Neo"/>
                <a:ea typeface="Apple SD Gothic Neo"/>
                <a:cs typeface="Apple SD Gothic Neo"/>
              </a:defRPr>
            </a:lvl1pPr>
            <a:lvl2pPr algn="l">
              <a:defRPr sz="1875" b="1">
                <a:solidFill>
                  <a:srgbClr val="13151A"/>
                </a:solidFill>
                <a:latin typeface="Apple SD Gothic Neo"/>
                <a:ea typeface="Apple SD Gothic Neo"/>
                <a:cs typeface="Apple SD Gothic Neo"/>
              </a:defRPr>
            </a:lvl2pPr>
            <a:lvl3pPr algn="l">
              <a:defRPr sz="1875" b="1">
                <a:solidFill>
                  <a:srgbClr val="13151A"/>
                </a:solidFill>
                <a:latin typeface="Apple SD Gothic Neo"/>
                <a:ea typeface="Apple SD Gothic Neo"/>
                <a:cs typeface="Apple SD Gothic Neo"/>
              </a:defRPr>
            </a:lvl3pPr>
            <a:lvl4pPr algn="l">
              <a:defRPr sz="1875" b="1">
                <a:solidFill>
                  <a:srgbClr val="13151A"/>
                </a:solidFill>
                <a:latin typeface="Apple SD Gothic Neo"/>
                <a:ea typeface="Apple SD Gothic Neo"/>
                <a:cs typeface="Apple SD Gothic Neo"/>
              </a:defRPr>
            </a:lvl4pPr>
            <a:lvl5pPr algn="l">
              <a:defRPr sz="1875" b="1">
                <a:solidFill>
                  <a:srgbClr val="13151A"/>
                </a:solidFill>
                <a:latin typeface="Apple SD Gothic Neo"/>
                <a:ea typeface="Apple SD Gothic Neo"/>
                <a:cs typeface="Apple SD Gothic Neo"/>
              </a:defRPr>
            </a:lvl5pPr>
            <a:lvl6pPr algn="l">
              <a:defRPr sz="1875" b="1">
                <a:solidFill>
                  <a:srgbClr val="13151A"/>
                </a:solidFill>
                <a:latin typeface="Apple SD Gothic Neo"/>
                <a:ea typeface="Apple SD Gothic Neo"/>
                <a:cs typeface="Apple SD Gothic Neo"/>
              </a:defRPr>
            </a:lvl6pPr>
            <a:lvl7pPr algn="l">
              <a:defRPr sz="1875" b="1">
                <a:solidFill>
                  <a:srgbClr val="13151A"/>
                </a:solidFill>
                <a:latin typeface="Apple SD Gothic Neo"/>
                <a:ea typeface="Apple SD Gothic Neo"/>
                <a:cs typeface="Apple SD Gothic Neo"/>
              </a:defRPr>
            </a:lvl7pPr>
            <a:lvl8pPr algn="l">
              <a:defRPr sz="1875" b="1">
                <a:solidFill>
                  <a:srgbClr val="13151A"/>
                </a:solidFill>
                <a:latin typeface="Apple SD Gothic Neo"/>
                <a:ea typeface="Apple SD Gothic Neo"/>
                <a:cs typeface="Apple SD Gothic Neo"/>
              </a:defRPr>
            </a:lvl8pPr>
            <a:lvl9pPr algn="l">
              <a:defRPr sz="1875" b="1">
                <a:solidFill>
                  <a:srgbClr val="13151A"/>
                </a:solidFill>
                <a:latin typeface="Apple SD Gothic Neo"/>
                <a:ea typeface="Apple SD Gothic Neo"/>
                <a:cs typeface="Apple SD Gothic Neo"/>
              </a:defRPr>
            </a:lvl9pPr>
          </a:lstStyle>
          <a:p xmlns:a="http://schemas.openxmlformats.org/drawingml/2006/main">
            <a:pPr algn="l">
              <a:defRPr sz="1875" b="1">
                <a:solidFill>
                  <a:srgbClr val="13151A"/>
                </a:solidFill>
                <a:latin typeface="Apple SD Gothic Neo"/>
                <a:ea typeface="Apple SD Gothic Neo"/>
                <a:cs typeface="Apple SD Gothic Neo"/>
              </a:defRPr>
            </a:pPr>
            <a:r>
              <a:rPr sz="1875" b="1">
                <a:solidFill>
                  <a:srgbClr val="13151A"/>
                </a:solidFill>
                <a:latin typeface="Apple SD Gothic Neo"/>
                <a:ea typeface="Apple SD Gothic Neo"/>
                <a:cs typeface="Apple SD Gothic Neo"/>
              </a:rPr>
              <a:t>research가 Runbook 원문 조회</a:t>
            </a:r>
          </a:p>
        </p:txBody>
      </p:sp>
      <p:sp>
        <p:nvSpPr>
          <p:cNvPr id="18" name="">
            <a:extLst xmlns:a="http://schemas.openxmlformats.org/drawingml/2006/main">
              <a:ext uri="{FF2B5EF4-FFF2-40B4-BE49-F238E27FC236}">
                <a16:creationId xmlns:a16="http://schemas.microsoft.com/office/drawing/2014/main" id="{66822CB9-FBA9-4E2A-839F-933143386BA8}"/>
              </a:ext>
            </a:extLst>
          </p:cNvPr>
          <p:cNvSpPr>
            <a:spLocks xmlns:a="http://schemas.openxmlformats.org/drawingml/2006/main" noGrp="1"/>
          </p:cNvSpPr>
          <p:nvPr/>
        </p:nvSpPr>
        <p:spPr>
          <a:xfrm xmlns:a="http://schemas.openxmlformats.org/drawingml/2006/main">
            <a:off x="685800" y="5695950"/>
            <a:ext cx="10810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26A73"/>
                </a:solidFill>
                <a:latin typeface="Apple SD Gothic Neo"/>
                <a:ea typeface="Apple SD Gothic Neo"/>
                <a:cs typeface="Apple SD Gothic Neo"/>
              </a:defRPr>
            </a:defPPr>
            <a:lvl1pPr algn="l">
              <a:defRPr sz="2025" b="0">
                <a:solidFill>
                  <a:srgbClr val="626A73"/>
                </a:solidFill>
                <a:latin typeface="Apple SD Gothic Neo"/>
                <a:ea typeface="Apple SD Gothic Neo"/>
                <a:cs typeface="Apple SD Gothic Neo"/>
              </a:defRPr>
            </a:lvl1pPr>
            <a:lvl2pPr algn="l">
              <a:defRPr sz="2025" b="0">
                <a:solidFill>
                  <a:srgbClr val="626A73"/>
                </a:solidFill>
                <a:latin typeface="Apple SD Gothic Neo"/>
                <a:ea typeface="Apple SD Gothic Neo"/>
                <a:cs typeface="Apple SD Gothic Neo"/>
              </a:defRPr>
            </a:lvl2pPr>
            <a:lvl3pPr algn="l">
              <a:defRPr sz="2025" b="0">
                <a:solidFill>
                  <a:srgbClr val="626A73"/>
                </a:solidFill>
                <a:latin typeface="Apple SD Gothic Neo"/>
                <a:ea typeface="Apple SD Gothic Neo"/>
                <a:cs typeface="Apple SD Gothic Neo"/>
              </a:defRPr>
            </a:lvl3pPr>
            <a:lvl4pPr algn="l">
              <a:defRPr sz="2025" b="0">
                <a:solidFill>
                  <a:srgbClr val="626A73"/>
                </a:solidFill>
                <a:latin typeface="Apple SD Gothic Neo"/>
                <a:ea typeface="Apple SD Gothic Neo"/>
                <a:cs typeface="Apple SD Gothic Neo"/>
              </a:defRPr>
            </a:lvl4pPr>
            <a:lvl5pPr algn="l">
              <a:defRPr sz="2025" b="0">
                <a:solidFill>
                  <a:srgbClr val="626A73"/>
                </a:solidFill>
                <a:latin typeface="Apple SD Gothic Neo"/>
                <a:ea typeface="Apple SD Gothic Neo"/>
                <a:cs typeface="Apple SD Gothic Neo"/>
              </a:defRPr>
            </a:lvl5pPr>
            <a:lvl6pPr algn="l">
              <a:defRPr sz="2025" b="0">
                <a:solidFill>
                  <a:srgbClr val="626A73"/>
                </a:solidFill>
                <a:latin typeface="Apple SD Gothic Neo"/>
                <a:ea typeface="Apple SD Gothic Neo"/>
                <a:cs typeface="Apple SD Gothic Neo"/>
              </a:defRPr>
            </a:lvl6pPr>
            <a:lvl7pPr algn="l">
              <a:defRPr sz="2025" b="0">
                <a:solidFill>
                  <a:srgbClr val="626A73"/>
                </a:solidFill>
                <a:latin typeface="Apple SD Gothic Neo"/>
                <a:ea typeface="Apple SD Gothic Neo"/>
                <a:cs typeface="Apple SD Gothic Neo"/>
              </a:defRPr>
            </a:lvl7pPr>
            <a:lvl8pPr algn="l">
              <a:defRPr sz="2025" b="0">
                <a:solidFill>
                  <a:srgbClr val="626A73"/>
                </a:solidFill>
                <a:latin typeface="Apple SD Gothic Neo"/>
                <a:ea typeface="Apple SD Gothic Neo"/>
                <a:cs typeface="Apple SD Gothic Neo"/>
              </a:defRPr>
            </a:lvl8pPr>
            <a:lvl9pPr algn="l">
              <a:defRPr sz="2025" b="0">
                <a:solidFill>
                  <a:srgbClr val="626A73"/>
                </a:solidFill>
                <a:latin typeface="Apple SD Gothic Neo"/>
                <a:ea typeface="Apple SD Gothic Neo"/>
                <a:cs typeface="Apple SD Gothic Neo"/>
              </a:defRPr>
            </a:lvl9pPr>
          </a:lstStyle>
          <a:p xmlns:a="http://schemas.openxmlformats.org/drawingml/2006/main">
            <a:pPr algn="l">
              <a:defRPr sz="2025" b="0">
                <a:solidFill>
                  <a:srgbClr val="626A73"/>
                </a:solidFill>
                <a:latin typeface="Apple SD Gothic Neo"/>
                <a:ea typeface="Apple SD Gothic Neo"/>
                <a:cs typeface="Apple SD Gothic Neo"/>
              </a:defRPr>
            </a:pPr>
            <a:r>
              <a:rPr sz="2025" b="0">
                <a:solidFill>
                  <a:srgbClr val="626A73"/>
                </a:solidFill>
                <a:latin typeface="Apple SD Gothic Neo"/>
                <a:ea typeface="Apple SD Gothic Neo"/>
                <a:cs typeface="Apple SD Gothic Neo"/>
              </a:rPr>
              <a:t>plan은 작업을 만들고, research가 실제 MCP 조회를 수행</a:t>
            </a:r>
          </a:p>
        </p:txBody>
      </p:sp>
      <p:sp>
        <p:nvSpPr>
          <p:cNvPr id="19" name="">
            <a:extLst xmlns:a="http://schemas.openxmlformats.org/drawingml/2006/main">
              <a:ext uri="{FF2B5EF4-FFF2-40B4-BE49-F238E27FC236}">
                <a16:creationId xmlns:a16="http://schemas.microsoft.com/office/drawing/2014/main" id="{F8F4BD5E-150D-45A5-8392-FD6503DED3F6}"/>
              </a:ext>
            </a:extLst>
          </p:cNvPr>
          <p:cNvSpPr>
            <a:spLocks xmlns:a="http://schemas.openxmlformats.org/drawingml/2006/main" noGrp="1"/>
          </p:cNvSpPr>
          <p:nvPr/>
        </p:nvSpPr>
        <p:spPr>
          <a:xfrm xmlns:a="http://schemas.openxmlformats.org/drawingml/2006/main">
            <a:off x="685800" y="6286500"/>
            <a:ext cx="942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mcp_server.py:33–78 · agent/graph.py:52–133</a:t>
            </a:r>
          </a:p>
        </p:txBody>
      </p:sp>
    </p:spTree>
    <p:extLst>
      <p:ext uri="{BB962C8B-B14F-4D97-AF65-F5344CB8AC3E}">
        <p14:creationId xmlns:p14="http://schemas.microsoft.com/office/powerpoint/2010/main" val="86668196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726A30D-E686-4CCF-8A60-E30C34059B0B}"/>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RAG: 문서를 고르고 원문을 답변에 연결</a:t>
            </a:r>
          </a:p>
        </p:txBody>
      </p:sp>
      <p:sp>
        <p:nvSpPr>
          <p:cNvPr id="2" name="">
            <a:extLst xmlns:a="http://schemas.openxmlformats.org/drawingml/2006/main">
              <a:ext uri="{FF2B5EF4-FFF2-40B4-BE49-F238E27FC236}">
                <a16:creationId xmlns:a16="http://schemas.microsoft.com/office/drawing/2014/main" id="{6CA4A811-815B-4336-BEF8-B56732ED0F88}"/>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09  G096 정다운</a:t>
            </a:r>
          </a:p>
        </p:txBody>
      </p:sp>
      <p:sp>
        <p:nvSpPr>
          <p:cNvPr id="3" name="">
            <a:extLst xmlns:a="http://schemas.openxmlformats.org/drawingml/2006/main">
              <a:ext uri="{FF2B5EF4-FFF2-40B4-BE49-F238E27FC236}">
                <a16:creationId xmlns:a16="http://schemas.microsoft.com/office/drawing/2014/main" id="{784D7161-97B6-4328-A9CA-DCE9E43C896B}"/>
              </a:ext>
            </a:extLst>
          </p:cNvPr>
          <p:cNvSpPr>
            <a:spLocks xmlns:a="http://schemas.openxmlformats.org/drawingml/2006/main" noGrp="1"/>
          </p:cNvSpPr>
          <p:nvPr/>
        </p:nvSpPr>
        <p:spPr>
          <a:xfrm xmlns:a="http://schemas.openxmlformats.org/drawingml/2006/main">
            <a:off x="685800" y="1457325"/>
            <a:ext cx="504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agent/runbook_retrieval.py:49–133</a:t>
            </a:r>
          </a:p>
        </p:txBody>
      </p:sp>
      <p:sp>
        <p:nvSpPr>
          <p:cNvPr id="4" name="">
            <a:extLst xmlns:a="http://schemas.openxmlformats.org/drawingml/2006/main">
              <a:ext uri="{FF2B5EF4-FFF2-40B4-BE49-F238E27FC236}">
                <a16:creationId xmlns:a16="http://schemas.microsoft.com/office/drawing/2014/main" id="{1124117F-5AE6-4C5F-A665-530B4E145786}"/>
              </a:ext>
            </a:extLst>
          </p:cNvPr>
          <p:cNvSpPr>
            <a:spLocks xmlns:a="http://schemas.openxmlformats.org/drawingml/2006/main" noGrp="1"/>
          </p:cNvSpPr>
          <p:nvPr/>
        </p:nvSpPr>
        <p:spPr>
          <a:xfrm xmlns:a="http://schemas.openxmlformats.org/drawingml/2006/main">
            <a:off x="685800" y="1943100"/>
            <a:ext cx="628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B4232D"/>
                </a:solidFill>
                <a:latin typeface="Menlo"/>
                <a:ea typeface="Menlo"/>
                <a:cs typeface="Menlo"/>
              </a:defRPr>
            </a:defPPr>
            <a:lvl1pPr algn="l">
              <a:defRPr sz="1425" b="0">
                <a:solidFill>
                  <a:srgbClr val="B4232D"/>
                </a:solidFill>
                <a:latin typeface="Menlo"/>
                <a:ea typeface="Menlo"/>
                <a:cs typeface="Menlo"/>
              </a:defRPr>
            </a:lvl1pPr>
            <a:lvl2pPr algn="l">
              <a:defRPr sz="1425" b="0">
                <a:solidFill>
                  <a:srgbClr val="B4232D"/>
                </a:solidFill>
                <a:latin typeface="Menlo"/>
                <a:ea typeface="Menlo"/>
                <a:cs typeface="Menlo"/>
              </a:defRPr>
            </a:lvl2pPr>
            <a:lvl3pPr algn="l">
              <a:defRPr sz="1425" b="0">
                <a:solidFill>
                  <a:srgbClr val="B4232D"/>
                </a:solidFill>
                <a:latin typeface="Menlo"/>
                <a:ea typeface="Menlo"/>
                <a:cs typeface="Menlo"/>
              </a:defRPr>
            </a:lvl3pPr>
            <a:lvl4pPr algn="l">
              <a:defRPr sz="1425" b="0">
                <a:solidFill>
                  <a:srgbClr val="B4232D"/>
                </a:solidFill>
                <a:latin typeface="Menlo"/>
                <a:ea typeface="Menlo"/>
                <a:cs typeface="Menlo"/>
              </a:defRPr>
            </a:lvl4pPr>
            <a:lvl5pPr algn="l">
              <a:defRPr sz="1425" b="0">
                <a:solidFill>
                  <a:srgbClr val="B4232D"/>
                </a:solidFill>
                <a:latin typeface="Menlo"/>
                <a:ea typeface="Menlo"/>
                <a:cs typeface="Menlo"/>
              </a:defRPr>
            </a:lvl5pPr>
            <a:lvl6pPr algn="l">
              <a:defRPr sz="1425" b="0">
                <a:solidFill>
                  <a:srgbClr val="B4232D"/>
                </a:solidFill>
                <a:latin typeface="Menlo"/>
                <a:ea typeface="Menlo"/>
                <a:cs typeface="Menlo"/>
              </a:defRPr>
            </a:lvl6pPr>
            <a:lvl7pPr algn="l">
              <a:defRPr sz="1425" b="0">
                <a:solidFill>
                  <a:srgbClr val="B4232D"/>
                </a:solidFill>
                <a:latin typeface="Menlo"/>
                <a:ea typeface="Menlo"/>
                <a:cs typeface="Menlo"/>
              </a:defRPr>
            </a:lvl7pPr>
            <a:lvl8pPr algn="l">
              <a:defRPr sz="1425" b="0">
                <a:solidFill>
                  <a:srgbClr val="B4232D"/>
                </a:solidFill>
                <a:latin typeface="Menlo"/>
                <a:ea typeface="Menlo"/>
                <a:cs typeface="Menlo"/>
              </a:defRPr>
            </a:lvl8pPr>
            <a:lvl9pPr algn="l">
              <a:defRPr sz="1425" b="0">
                <a:solidFill>
                  <a:srgbClr val="B4232D"/>
                </a:solidFill>
                <a:latin typeface="Menlo"/>
                <a:ea typeface="Menlo"/>
                <a:cs typeface="Menlo"/>
              </a:defRPr>
            </a:lvl9pPr>
          </a:lstStyle>
          <a:p xmlns:a="http://schemas.openxmlformats.org/drawingml/2006/main">
            <a:pPr algn="l">
              <a:defRPr sz="1425" b="0">
                <a:solidFill>
                  <a:srgbClr val="B4232D"/>
                </a:solidFill>
                <a:latin typeface="Menlo"/>
                <a:ea typeface="Menlo"/>
                <a:cs typeface="Menlo"/>
              </a:defRPr>
            </a:pPr>
            <a:r>
              <a:rPr sz="1425" b="0">
                <a:solidFill>
                  <a:srgbClr val="B4232D"/>
                </a:solidFill>
                <a:latin typeface="Menlo"/>
                <a:ea typeface="Menlo"/>
                <a:cs typeface="Menlo"/>
              </a:rPr>
              <a:t>return self._embedding_search(</a:t>
            </a:r>
          </a:p>
        </p:txBody>
      </p:sp>
      <p:sp>
        <p:nvSpPr>
          <p:cNvPr id="5" name="">
            <a:extLst xmlns:a="http://schemas.openxmlformats.org/drawingml/2006/main">
              <a:ext uri="{FF2B5EF4-FFF2-40B4-BE49-F238E27FC236}">
                <a16:creationId xmlns:a16="http://schemas.microsoft.com/office/drawing/2014/main" id="{8A743C86-A791-40B5-927E-6836D519EF79}"/>
              </a:ext>
            </a:extLst>
          </p:cNvPr>
          <p:cNvSpPr>
            <a:spLocks xmlns:a="http://schemas.openxmlformats.org/drawingml/2006/main" noGrp="1"/>
          </p:cNvSpPr>
          <p:nvPr/>
        </p:nvSpPr>
        <p:spPr>
          <a:xfrm xmlns:a="http://schemas.openxmlformats.org/drawingml/2006/main">
            <a:off x="685800" y="2352675"/>
            <a:ext cx="628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B4232D"/>
                </a:solidFill>
                <a:latin typeface="Menlo"/>
                <a:ea typeface="Menlo"/>
                <a:cs typeface="Menlo"/>
              </a:defRPr>
            </a:defPPr>
            <a:lvl1pPr algn="l">
              <a:defRPr sz="1425" b="0">
                <a:solidFill>
                  <a:srgbClr val="B4232D"/>
                </a:solidFill>
                <a:latin typeface="Menlo"/>
                <a:ea typeface="Menlo"/>
                <a:cs typeface="Menlo"/>
              </a:defRPr>
            </a:lvl1pPr>
            <a:lvl2pPr algn="l">
              <a:defRPr sz="1425" b="0">
                <a:solidFill>
                  <a:srgbClr val="B4232D"/>
                </a:solidFill>
                <a:latin typeface="Menlo"/>
                <a:ea typeface="Menlo"/>
                <a:cs typeface="Menlo"/>
              </a:defRPr>
            </a:lvl2pPr>
            <a:lvl3pPr algn="l">
              <a:defRPr sz="1425" b="0">
                <a:solidFill>
                  <a:srgbClr val="B4232D"/>
                </a:solidFill>
                <a:latin typeface="Menlo"/>
                <a:ea typeface="Menlo"/>
                <a:cs typeface="Menlo"/>
              </a:defRPr>
            </a:lvl3pPr>
            <a:lvl4pPr algn="l">
              <a:defRPr sz="1425" b="0">
                <a:solidFill>
                  <a:srgbClr val="B4232D"/>
                </a:solidFill>
                <a:latin typeface="Menlo"/>
                <a:ea typeface="Menlo"/>
                <a:cs typeface="Menlo"/>
              </a:defRPr>
            </a:lvl4pPr>
            <a:lvl5pPr algn="l">
              <a:defRPr sz="1425" b="0">
                <a:solidFill>
                  <a:srgbClr val="B4232D"/>
                </a:solidFill>
                <a:latin typeface="Menlo"/>
                <a:ea typeface="Menlo"/>
                <a:cs typeface="Menlo"/>
              </a:defRPr>
            </a:lvl5pPr>
            <a:lvl6pPr algn="l">
              <a:defRPr sz="1425" b="0">
                <a:solidFill>
                  <a:srgbClr val="B4232D"/>
                </a:solidFill>
                <a:latin typeface="Menlo"/>
                <a:ea typeface="Menlo"/>
                <a:cs typeface="Menlo"/>
              </a:defRPr>
            </a:lvl6pPr>
            <a:lvl7pPr algn="l">
              <a:defRPr sz="1425" b="0">
                <a:solidFill>
                  <a:srgbClr val="B4232D"/>
                </a:solidFill>
                <a:latin typeface="Menlo"/>
                <a:ea typeface="Menlo"/>
                <a:cs typeface="Menlo"/>
              </a:defRPr>
            </a:lvl7pPr>
            <a:lvl8pPr algn="l">
              <a:defRPr sz="1425" b="0">
                <a:solidFill>
                  <a:srgbClr val="B4232D"/>
                </a:solidFill>
                <a:latin typeface="Menlo"/>
                <a:ea typeface="Menlo"/>
                <a:cs typeface="Menlo"/>
              </a:defRPr>
            </a:lvl8pPr>
            <a:lvl9pPr algn="l">
              <a:defRPr sz="1425" b="0">
                <a:solidFill>
                  <a:srgbClr val="B4232D"/>
                </a:solidFill>
                <a:latin typeface="Menlo"/>
                <a:ea typeface="Menlo"/>
                <a:cs typeface="Menlo"/>
              </a:defRPr>
            </a:lvl9pPr>
          </a:lstStyle>
          <a:p xmlns:a="http://schemas.openxmlformats.org/drawingml/2006/main">
            <a:pPr algn="l">
              <a:defRPr sz="1425" b="0">
                <a:solidFill>
                  <a:srgbClr val="B4232D"/>
                </a:solidFill>
                <a:latin typeface="Menlo"/>
                <a:ea typeface="Menlo"/>
                <a:cs typeface="Menlo"/>
              </a:defRPr>
            </a:pPr>
            <a:r>
              <a:rPr sz="1425" b="0">
                <a:solidFill>
                  <a:srgbClr val="B4232D"/>
                </a:solidFill>
                <a:latin typeface="Menlo"/>
                <a:ea typeface="Menlo"/>
                <a:cs typeface="Menlo"/>
              </a:rPr>
              <a:t>    [query] + alerts[:10])</a:t>
            </a:r>
          </a:p>
        </p:txBody>
      </p:sp>
      <p:sp>
        <p:nvSpPr>
          <p:cNvPr id="6" name="">
            <a:extLst xmlns:a="http://schemas.openxmlformats.org/drawingml/2006/main">
              <a:ext uri="{FF2B5EF4-FFF2-40B4-BE49-F238E27FC236}">
                <a16:creationId xmlns:a16="http://schemas.microsoft.com/office/drawing/2014/main" id="{7F59364F-D763-437F-82B6-ABCE063CF136}"/>
              </a:ext>
            </a:extLst>
          </p:cNvPr>
          <p:cNvSpPr>
            <a:spLocks xmlns:a="http://schemas.openxmlformats.org/drawingml/2006/main" noGrp="1"/>
          </p:cNvSpPr>
          <p:nvPr/>
        </p:nvSpPr>
        <p:spPr>
          <a:xfrm xmlns:a="http://schemas.openxmlformats.org/drawingml/2006/main">
            <a:off x="685800" y="2762250"/>
            <a:ext cx="628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Menlo"/>
                <a:ea typeface="Menlo"/>
                <a:cs typeface="Menlo"/>
              </a:defRPr>
            </a:defPPr>
            <a:lvl1pPr algn="l">
              <a:defRPr sz="1425" b="0">
                <a:solidFill>
                  <a:srgbClr val="13151A"/>
                </a:solidFill>
                <a:latin typeface="Menlo"/>
                <a:ea typeface="Menlo"/>
                <a:cs typeface="Menlo"/>
              </a:defRPr>
            </a:lvl1pPr>
            <a:lvl2pPr algn="l">
              <a:defRPr sz="1425" b="0">
                <a:solidFill>
                  <a:srgbClr val="13151A"/>
                </a:solidFill>
                <a:latin typeface="Menlo"/>
                <a:ea typeface="Menlo"/>
                <a:cs typeface="Menlo"/>
              </a:defRPr>
            </a:lvl2pPr>
            <a:lvl3pPr algn="l">
              <a:defRPr sz="1425" b="0">
                <a:solidFill>
                  <a:srgbClr val="13151A"/>
                </a:solidFill>
                <a:latin typeface="Menlo"/>
                <a:ea typeface="Menlo"/>
                <a:cs typeface="Menlo"/>
              </a:defRPr>
            </a:lvl3pPr>
            <a:lvl4pPr algn="l">
              <a:defRPr sz="1425" b="0">
                <a:solidFill>
                  <a:srgbClr val="13151A"/>
                </a:solidFill>
                <a:latin typeface="Menlo"/>
                <a:ea typeface="Menlo"/>
                <a:cs typeface="Menlo"/>
              </a:defRPr>
            </a:lvl4pPr>
            <a:lvl5pPr algn="l">
              <a:defRPr sz="1425" b="0">
                <a:solidFill>
                  <a:srgbClr val="13151A"/>
                </a:solidFill>
                <a:latin typeface="Menlo"/>
                <a:ea typeface="Menlo"/>
                <a:cs typeface="Menlo"/>
              </a:defRPr>
            </a:lvl5pPr>
            <a:lvl6pPr algn="l">
              <a:defRPr sz="1425" b="0">
                <a:solidFill>
                  <a:srgbClr val="13151A"/>
                </a:solidFill>
                <a:latin typeface="Menlo"/>
                <a:ea typeface="Menlo"/>
                <a:cs typeface="Menlo"/>
              </a:defRPr>
            </a:lvl6pPr>
            <a:lvl7pPr algn="l">
              <a:defRPr sz="1425" b="0">
                <a:solidFill>
                  <a:srgbClr val="13151A"/>
                </a:solidFill>
                <a:latin typeface="Menlo"/>
                <a:ea typeface="Menlo"/>
                <a:cs typeface="Menlo"/>
              </a:defRPr>
            </a:lvl7pPr>
            <a:lvl8pPr algn="l">
              <a:defRPr sz="1425" b="0">
                <a:solidFill>
                  <a:srgbClr val="13151A"/>
                </a:solidFill>
                <a:latin typeface="Menlo"/>
                <a:ea typeface="Menlo"/>
                <a:cs typeface="Menlo"/>
              </a:defRPr>
            </a:lvl8pPr>
            <a:lvl9pPr algn="l">
              <a:defRPr sz="1425" b="0">
                <a:solidFill>
                  <a:srgbClr val="13151A"/>
                </a:solidFill>
                <a:latin typeface="Menlo"/>
                <a:ea typeface="Menlo"/>
                <a:cs typeface="Menlo"/>
              </a:defRPr>
            </a:lvl9pPr>
          </a:lstStyle>
          <a:p xmlns:a="http://schemas.openxmlformats.org/drawingml/2006/main">
            <a:pPr algn="l">
              <a:defRPr sz="1425" b="0">
                <a:solidFill>
                  <a:srgbClr val="13151A"/>
                </a:solidFill>
                <a:latin typeface="Menlo"/>
                <a:ea typeface="Menlo"/>
                <a:cs typeface="Menlo"/>
              </a:defRPr>
            </a:pPr>
            <a:r>
              <a:rPr sz="1425" b="0">
                <a:solidFill>
                  <a:srgbClr val="13151A"/>
                </a:solidFill>
                <a:latin typeface="Menlo"/>
                <a:ea typeface="Menlo"/>
                <a:cs typeface="Menlo"/>
              </a:rPr>
              <a:t>query_vectors, spent = self.embedder.embed(</a:t>
            </a:r>
          </a:p>
        </p:txBody>
      </p:sp>
      <p:sp>
        <p:nvSpPr>
          <p:cNvPr id="7" name="">
            <a:extLst xmlns:a="http://schemas.openxmlformats.org/drawingml/2006/main">
              <a:ext uri="{FF2B5EF4-FFF2-40B4-BE49-F238E27FC236}">
                <a16:creationId xmlns:a16="http://schemas.microsoft.com/office/drawing/2014/main" id="{7DDA0A37-EC49-42FB-A1F5-2255EF0B3929}"/>
              </a:ext>
            </a:extLst>
          </p:cNvPr>
          <p:cNvSpPr>
            <a:spLocks xmlns:a="http://schemas.openxmlformats.org/drawingml/2006/main" noGrp="1"/>
          </p:cNvSpPr>
          <p:nvPr/>
        </p:nvSpPr>
        <p:spPr>
          <a:xfrm xmlns:a="http://schemas.openxmlformats.org/drawingml/2006/main">
            <a:off x="685800" y="3171825"/>
            <a:ext cx="628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Menlo"/>
                <a:ea typeface="Menlo"/>
                <a:cs typeface="Menlo"/>
              </a:defRPr>
            </a:defPPr>
            <a:lvl1pPr algn="l">
              <a:defRPr sz="1425" b="0">
                <a:solidFill>
                  <a:srgbClr val="13151A"/>
                </a:solidFill>
                <a:latin typeface="Menlo"/>
                <a:ea typeface="Menlo"/>
                <a:cs typeface="Menlo"/>
              </a:defRPr>
            </a:lvl1pPr>
            <a:lvl2pPr algn="l">
              <a:defRPr sz="1425" b="0">
                <a:solidFill>
                  <a:srgbClr val="13151A"/>
                </a:solidFill>
                <a:latin typeface="Menlo"/>
                <a:ea typeface="Menlo"/>
                <a:cs typeface="Menlo"/>
              </a:defRPr>
            </a:lvl2pPr>
            <a:lvl3pPr algn="l">
              <a:defRPr sz="1425" b="0">
                <a:solidFill>
                  <a:srgbClr val="13151A"/>
                </a:solidFill>
                <a:latin typeface="Menlo"/>
                <a:ea typeface="Menlo"/>
                <a:cs typeface="Menlo"/>
              </a:defRPr>
            </a:lvl3pPr>
            <a:lvl4pPr algn="l">
              <a:defRPr sz="1425" b="0">
                <a:solidFill>
                  <a:srgbClr val="13151A"/>
                </a:solidFill>
                <a:latin typeface="Menlo"/>
                <a:ea typeface="Menlo"/>
                <a:cs typeface="Menlo"/>
              </a:defRPr>
            </a:lvl4pPr>
            <a:lvl5pPr algn="l">
              <a:defRPr sz="1425" b="0">
                <a:solidFill>
                  <a:srgbClr val="13151A"/>
                </a:solidFill>
                <a:latin typeface="Menlo"/>
                <a:ea typeface="Menlo"/>
                <a:cs typeface="Menlo"/>
              </a:defRPr>
            </a:lvl5pPr>
            <a:lvl6pPr algn="l">
              <a:defRPr sz="1425" b="0">
                <a:solidFill>
                  <a:srgbClr val="13151A"/>
                </a:solidFill>
                <a:latin typeface="Menlo"/>
                <a:ea typeface="Menlo"/>
                <a:cs typeface="Menlo"/>
              </a:defRPr>
            </a:lvl6pPr>
            <a:lvl7pPr algn="l">
              <a:defRPr sz="1425" b="0">
                <a:solidFill>
                  <a:srgbClr val="13151A"/>
                </a:solidFill>
                <a:latin typeface="Menlo"/>
                <a:ea typeface="Menlo"/>
                <a:cs typeface="Menlo"/>
              </a:defRPr>
            </a:lvl7pPr>
            <a:lvl8pPr algn="l">
              <a:defRPr sz="1425" b="0">
                <a:solidFill>
                  <a:srgbClr val="13151A"/>
                </a:solidFill>
                <a:latin typeface="Menlo"/>
                <a:ea typeface="Menlo"/>
                <a:cs typeface="Menlo"/>
              </a:defRPr>
            </a:lvl8pPr>
            <a:lvl9pPr algn="l">
              <a:defRPr sz="1425" b="0">
                <a:solidFill>
                  <a:srgbClr val="13151A"/>
                </a:solidFill>
                <a:latin typeface="Menlo"/>
                <a:ea typeface="Menlo"/>
                <a:cs typeface="Menlo"/>
              </a:defRPr>
            </a:lvl9pPr>
          </a:lstStyle>
          <a:p xmlns:a="http://schemas.openxmlformats.org/drawingml/2006/main">
            <a:pPr algn="l">
              <a:defRPr sz="1425" b="0">
                <a:solidFill>
                  <a:srgbClr val="13151A"/>
                </a:solidFill>
                <a:latin typeface="Menlo"/>
                <a:ea typeface="Menlo"/>
                <a:cs typeface="Menlo"/>
              </a:defRPr>
            </a:pPr>
            <a:r>
              <a:rPr sz="1425" b="0">
                <a:solidFill>
                  <a:srgbClr val="13151A"/>
                </a:solidFill>
                <a:latin typeface="Menlo"/>
                <a:ea typeface="Menlo"/>
                <a:cs typeface="Menlo"/>
              </a:rPr>
              <a:t>    search_queries)</a:t>
            </a:r>
          </a:p>
        </p:txBody>
      </p:sp>
      <p:sp>
        <p:nvSpPr>
          <p:cNvPr id="8" name="">
            <a:extLst xmlns:a="http://schemas.openxmlformats.org/drawingml/2006/main">
              <a:ext uri="{FF2B5EF4-FFF2-40B4-BE49-F238E27FC236}">
                <a16:creationId xmlns:a16="http://schemas.microsoft.com/office/drawing/2014/main" id="{8408A690-1B9C-4C00-BC10-5E0FD75C9F39}"/>
              </a:ext>
            </a:extLst>
          </p:cNvPr>
          <p:cNvSpPr>
            <a:spLocks xmlns:a="http://schemas.openxmlformats.org/drawingml/2006/main" noGrp="1"/>
          </p:cNvSpPr>
          <p:nvPr/>
        </p:nvSpPr>
        <p:spPr>
          <a:xfrm xmlns:a="http://schemas.openxmlformats.org/drawingml/2006/main">
            <a:off x="685800" y="39814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agent/graph.py:112–145</a:t>
            </a:r>
          </a:p>
        </p:txBody>
      </p:sp>
      <p:sp>
        <p:nvSpPr>
          <p:cNvPr id="9" name="">
            <a:extLst xmlns:a="http://schemas.openxmlformats.org/drawingml/2006/main">
              <a:ext uri="{FF2B5EF4-FFF2-40B4-BE49-F238E27FC236}">
                <a16:creationId xmlns:a16="http://schemas.microsoft.com/office/drawing/2014/main" id="{BEC70300-AC22-431E-AE27-958DDD618D71}"/>
              </a:ext>
            </a:extLst>
          </p:cNvPr>
          <p:cNvSpPr>
            <a:spLocks xmlns:a="http://schemas.openxmlformats.org/drawingml/2006/main" noGrp="1"/>
          </p:cNvSpPr>
          <p:nvPr/>
        </p:nvSpPr>
        <p:spPr>
          <a:xfrm xmlns:a="http://schemas.openxmlformats.org/drawingml/2006/main">
            <a:off x="685800" y="4362450"/>
            <a:ext cx="6381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uri = runbook_uri_template.format(</a:t>
            </a:r>
          </a:p>
        </p:txBody>
      </p:sp>
      <p:sp>
        <p:nvSpPr>
          <p:cNvPr id="10" name="">
            <a:extLst xmlns:a="http://schemas.openxmlformats.org/drawingml/2006/main">
              <a:ext uri="{FF2B5EF4-FFF2-40B4-BE49-F238E27FC236}">
                <a16:creationId xmlns:a16="http://schemas.microsoft.com/office/drawing/2014/main" id="{140E2453-3524-47C2-A452-6F5C092DCB14}"/>
              </a:ext>
            </a:extLst>
          </p:cNvPr>
          <p:cNvSpPr>
            <a:spLocks xmlns:a="http://schemas.openxmlformats.org/drawingml/2006/main" noGrp="1"/>
          </p:cNvSpPr>
          <p:nvPr/>
        </p:nvSpPr>
        <p:spPr>
          <a:xfrm xmlns:a="http://schemas.openxmlformats.org/drawingml/2006/main">
            <a:off x="685800" y="4714875"/>
            <a:ext cx="6381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    incident_type=task["target"])</a:t>
            </a:r>
          </a:p>
        </p:txBody>
      </p:sp>
      <p:sp>
        <p:nvSpPr>
          <p:cNvPr id="11" name="">
            <a:extLst xmlns:a="http://schemas.openxmlformats.org/drawingml/2006/main">
              <a:ext uri="{FF2B5EF4-FFF2-40B4-BE49-F238E27FC236}">
                <a16:creationId xmlns:a16="http://schemas.microsoft.com/office/drawing/2014/main" id="{BAE70D80-BEFC-42EA-89AE-0FA9FE2C8673}"/>
              </a:ext>
            </a:extLst>
          </p:cNvPr>
          <p:cNvSpPr>
            <a:spLocks xmlns:a="http://schemas.openxmlformats.org/drawingml/2006/main" noGrp="1"/>
          </p:cNvSpPr>
          <p:nvPr/>
        </p:nvSpPr>
        <p:spPr>
          <a:xfrm xmlns:a="http://schemas.openxmlformats.org/drawingml/2006/main">
            <a:off x="685800" y="5067300"/>
            <a:ext cx="6381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data = await deps.mcp.read_resource(</a:t>
            </a:r>
          </a:p>
        </p:txBody>
      </p:sp>
      <p:sp>
        <p:nvSpPr>
          <p:cNvPr id="12" name="">
            <a:extLst xmlns:a="http://schemas.openxmlformats.org/drawingml/2006/main">
              <a:ext uri="{FF2B5EF4-FFF2-40B4-BE49-F238E27FC236}">
                <a16:creationId xmlns:a16="http://schemas.microsoft.com/office/drawing/2014/main" id="{5C5363F9-6F21-4D86-AEBE-287C14CA5F20}"/>
              </a:ext>
            </a:extLst>
          </p:cNvPr>
          <p:cNvSpPr>
            <a:spLocks xmlns:a="http://schemas.openxmlformats.org/drawingml/2006/main" noGrp="1"/>
          </p:cNvSpPr>
          <p:nvPr/>
        </p:nvSpPr>
        <p:spPr>
          <a:xfrm xmlns:a="http://schemas.openxmlformats.org/drawingml/2006/main">
            <a:off x="685800" y="5419725"/>
            <a:ext cx="6381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    uri, server=runbook_server)</a:t>
            </a:r>
          </a:p>
        </p:txBody>
      </p:sp>
      <p:sp>
        <p:nvSpPr>
          <p:cNvPr id="13" name="">
            <a:extLst xmlns:a="http://schemas.openxmlformats.org/drawingml/2006/main">
              <a:ext uri="{FF2B5EF4-FFF2-40B4-BE49-F238E27FC236}">
                <a16:creationId xmlns:a16="http://schemas.microsoft.com/office/drawing/2014/main" id="{194B13C5-BF4B-4A19-BBD0-48D104C43C13}"/>
              </a:ext>
            </a:extLst>
          </p:cNvPr>
          <p:cNvSpPr>
            <a:spLocks xmlns:a="http://schemas.openxmlformats.org/drawingml/2006/main" noGrp="1"/>
          </p:cNvSpPr>
          <p:nvPr/>
        </p:nvSpPr>
        <p:spPr>
          <a:xfrm xmlns:a="http://schemas.openxmlformats.org/drawingml/2006/main">
            <a:off x="7372350" y="145732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data/runbooks/network-timeout.md</a:t>
            </a:r>
          </a:p>
        </p:txBody>
      </p:sp>
      <p:sp>
        <p:nvSpPr>
          <p:cNvPr id="14" name="">
            <a:extLst xmlns:a="http://schemas.openxmlformats.org/drawingml/2006/main">
              <a:ext uri="{FF2B5EF4-FFF2-40B4-BE49-F238E27FC236}">
                <a16:creationId xmlns:a16="http://schemas.microsoft.com/office/drawing/2014/main" id="{85F73B27-0ADB-4E93-A245-2169A4E20B34}"/>
              </a:ext>
            </a:extLst>
          </p:cNvPr>
          <p:cNvSpPr>
            <a:spLocks xmlns:a="http://schemas.openxmlformats.org/drawingml/2006/main" noGrp="1"/>
          </p:cNvSpPr>
          <p:nvPr/>
        </p:nvSpPr>
        <p:spPr>
          <a:xfrm xmlns:a="http://schemas.openxmlformats.org/drawingml/2006/main">
            <a:off x="7372350" y="2066925"/>
            <a:ext cx="406717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3151A"/>
                </a:solidFill>
                <a:latin typeface="Apple SD Gothic Neo"/>
                <a:ea typeface="Apple SD Gothic Neo"/>
                <a:cs typeface="Apple SD Gothic Neo"/>
              </a:defRPr>
            </a:defPPr>
            <a:lvl1pPr algn="l">
              <a:defRPr sz="1875" b="0">
                <a:solidFill>
                  <a:srgbClr val="13151A"/>
                </a:solidFill>
                <a:latin typeface="Apple SD Gothic Neo"/>
                <a:ea typeface="Apple SD Gothic Neo"/>
                <a:cs typeface="Apple SD Gothic Neo"/>
              </a:defRPr>
            </a:lvl1pPr>
            <a:lvl2pPr algn="l">
              <a:defRPr sz="1875" b="0">
                <a:solidFill>
                  <a:srgbClr val="13151A"/>
                </a:solidFill>
                <a:latin typeface="Apple SD Gothic Neo"/>
                <a:ea typeface="Apple SD Gothic Neo"/>
                <a:cs typeface="Apple SD Gothic Neo"/>
              </a:defRPr>
            </a:lvl2pPr>
            <a:lvl3pPr algn="l">
              <a:defRPr sz="1875" b="0">
                <a:solidFill>
                  <a:srgbClr val="13151A"/>
                </a:solidFill>
                <a:latin typeface="Apple SD Gothic Neo"/>
                <a:ea typeface="Apple SD Gothic Neo"/>
                <a:cs typeface="Apple SD Gothic Neo"/>
              </a:defRPr>
            </a:lvl3pPr>
            <a:lvl4pPr algn="l">
              <a:defRPr sz="1875" b="0">
                <a:solidFill>
                  <a:srgbClr val="13151A"/>
                </a:solidFill>
                <a:latin typeface="Apple SD Gothic Neo"/>
                <a:ea typeface="Apple SD Gothic Neo"/>
                <a:cs typeface="Apple SD Gothic Neo"/>
              </a:defRPr>
            </a:lvl4pPr>
            <a:lvl5pPr algn="l">
              <a:defRPr sz="1875" b="0">
                <a:solidFill>
                  <a:srgbClr val="13151A"/>
                </a:solidFill>
                <a:latin typeface="Apple SD Gothic Neo"/>
                <a:ea typeface="Apple SD Gothic Neo"/>
                <a:cs typeface="Apple SD Gothic Neo"/>
              </a:defRPr>
            </a:lvl5pPr>
            <a:lvl6pPr algn="l">
              <a:defRPr sz="1875" b="0">
                <a:solidFill>
                  <a:srgbClr val="13151A"/>
                </a:solidFill>
                <a:latin typeface="Apple SD Gothic Neo"/>
                <a:ea typeface="Apple SD Gothic Neo"/>
                <a:cs typeface="Apple SD Gothic Neo"/>
              </a:defRPr>
            </a:lvl6pPr>
            <a:lvl7pPr algn="l">
              <a:defRPr sz="1875" b="0">
                <a:solidFill>
                  <a:srgbClr val="13151A"/>
                </a:solidFill>
                <a:latin typeface="Apple SD Gothic Neo"/>
                <a:ea typeface="Apple SD Gothic Neo"/>
                <a:cs typeface="Apple SD Gothic Neo"/>
              </a:defRPr>
            </a:lvl7pPr>
            <a:lvl8pPr algn="l">
              <a:defRPr sz="1875" b="0">
                <a:solidFill>
                  <a:srgbClr val="13151A"/>
                </a:solidFill>
                <a:latin typeface="Apple SD Gothic Neo"/>
                <a:ea typeface="Apple SD Gothic Neo"/>
                <a:cs typeface="Apple SD Gothic Neo"/>
              </a:defRPr>
            </a:lvl8pPr>
            <a:lvl9pPr algn="l">
              <a:defRPr sz="1875" b="0">
                <a:solidFill>
                  <a:srgbClr val="13151A"/>
                </a:solidFill>
                <a:latin typeface="Apple SD Gothic Neo"/>
                <a:ea typeface="Apple SD Gothic Neo"/>
                <a:cs typeface="Apple SD Gothic Neo"/>
              </a:defRPr>
            </a:lvl9pPr>
          </a:lstStyle>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1. 어떤 시스템 간 호출에서</a:t>
            </a:r>
          </a:p>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   타임아웃이 발생했는지 확인</a:t>
            </a:r>
          </a:p>
        </p:txBody>
      </p:sp>
      <p:sp>
        <p:nvSpPr>
          <p:cNvPr id="15" name="">
            <a:extLst xmlns:a="http://schemas.openxmlformats.org/drawingml/2006/main">
              <a:ext uri="{FF2B5EF4-FFF2-40B4-BE49-F238E27FC236}">
                <a16:creationId xmlns:a16="http://schemas.microsoft.com/office/drawing/2014/main" id="{D0887E79-0806-454F-B6AA-A48A12BB2B4F}"/>
              </a:ext>
            </a:extLst>
          </p:cNvPr>
          <p:cNvSpPr>
            <a:spLocks xmlns:a="http://schemas.openxmlformats.org/drawingml/2006/main" noGrp="1"/>
          </p:cNvSpPr>
          <p:nvPr/>
        </p:nvSpPr>
        <p:spPr>
          <a:xfrm xmlns:a="http://schemas.openxmlformats.org/drawingml/2006/main">
            <a:off x="7372350" y="3390900"/>
            <a:ext cx="406717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2. DNS · 방화벽 · 로드밸런서</a:t>
            </a:r>
          </a:p>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   변경 이력을 점검</a:t>
            </a:r>
          </a:p>
        </p:txBody>
      </p:sp>
      <p:sp>
        <p:nvSpPr>
          <p:cNvPr id="16" name="">
            <a:extLst xmlns:a="http://schemas.openxmlformats.org/drawingml/2006/main">
              <a:ext uri="{FF2B5EF4-FFF2-40B4-BE49-F238E27FC236}">
                <a16:creationId xmlns:a16="http://schemas.microsoft.com/office/drawing/2014/main" id="{6FE033B9-AA88-46AC-993B-EB056DC1B731}"/>
              </a:ext>
            </a:extLst>
          </p:cNvPr>
          <p:cNvSpPr>
            <a:spLocks xmlns:a="http://schemas.openxmlformats.org/drawingml/2006/main" noGrp="1"/>
          </p:cNvSpPr>
          <p:nvPr/>
        </p:nvSpPr>
        <p:spPr>
          <a:xfrm xmlns:a="http://schemas.openxmlformats.org/drawingml/2006/main">
            <a:off x="7372350" y="4914900"/>
            <a:ext cx="4000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626A73"/>
                </a:solidFill>
                <a:latin typeface="Apple SD Gothic Neo"/>
                <a:ea typeface="Apple SD Gothic Neo"/>
                <a:cs typeface="Apple SD Gothic Neo"/>
              </a:defRPr>
            </a:defPPr>
            <a:lvl1pPr algn="l">
              <a:defRPr sz="1725" b="0">
                <a:solidFill>
                  <a:srgbClr val="626A73"/>
                </a:solidFill>
                <a:latin typeface="Apple SD Gothic Neo"/>
                <a:ea typeface="Apple SD Gothic Neo"/>
                <a:cs typeface="Apple SD Gothic Neo"/>
              </a:defRPr>
            </a:lvl1pPr>
            <a:lvl2pPr algn="l">
              <a:defRPr sz="1725" b="0">
                <a:solidFill>
                  <a:srgbClr val="626A73"/>
                </a:solidFill>
                <a:latin typeface="Apple SD Gothic Neo"/>
                <a:ea typeface="Apple SD Gothic Neo"/>
                <a:cs typeface="Apple SD Gothic Neo"/>
              </a:defRPr>
            </a:lvl2pPr>
            <a:lvl3pPr algn="l">
              <a:defRPr sz="1725" b="0">
                <a:solidFill>
                  <a:srgbClr val="626A73"/>
                </a:solidFill>
                <a:latin typeface="Apple SD Gothic Neo"/>
                <a:ea typeface="Apple SD Gothic Neo"/>
                <a:cs typeface="Apple SD Gothic Neo"/>
              </a:defRPr>
            </a:lvl3pPr>
            <a:lvl4pPr algn="l">
              <a:defRPr sz="1725" b="0">
                <a:solidFill>
                  <a:srgbClr val="626A73"/>
                </a:solidFill>
                <a:latin typeface="Apple SD Gothic Neo"/>
                <a:ea typeface="Apple SD Gothic Neo"/>
                <a:cs typeface="Apple SD Gothic Neo"/>
              </a:defRPr>
            </a:lvl4pPr>
            <a:lvl5pPr algn="l">
              <a:defRPr sz="1725" b="0">
                <a:solidFill>
                  <a:srgbClr val="626A73"/>
                </a:solidFill>
                <a:latin typeface="Apple SD Gothic Neo"/>
                <a:ea typeface="Apple SD Gothic Neo"/>
                <a:cs typeface="Apple SD Gothic Neo"/>
              </a:defRPr>
            </a:lvl5pPr>
            <a:lvl6pPr algn="l">
              <a:defRPr sz="1725" b="0">
                <a:solidFill>
                  <a:srgbClr val="626A73"/>
                </a:solidFill>
                <a:latin typeface="Apple SD Gothic Neo"/>
                <a:ea typeface="Apple SD Gothic Neo"/>
                <a:cs typeface="Apple SD Gothic Neo"/>
              </a:defRPr>
            </a:lvl6pPr>
            <a:lvl7pPr algn="l">
              <a:defRPr sz="1725" b="0">
                <a:solidFill>
                  <a:srgbClr val="626A73"/>
                </a:solidFill>
                <a:latin typeface="Apple SD Gothic Neo"/>
                <a:ea typeface="Apple SD Gothic Neo"/>
                <a:cs typeface="Apple SD Gothic Neo"/>
              </a:defRPr>
            </a:lvl7pPr>
            <a:lvl8pPr algn="l">
              <a:defRPr sz="1725" b="0">
                <a:solidFill>
                  <a:srgbClr val="626A73"/>
                </a:solidFill>
                <a:latin typeface="Apple SD Gothic Neo"/>
                <a:ea typeface="Apple SD Gothic Neo"/>
                <a:cs typeface="Apple SD Gothic Neo"/>
              </a:defRPr>
            </a:lvl8pPr>
            <a:lvl9pPr algn="l">
              <a:defRPr sz="1725" b="0">
                <a:solidFill>
                  <a:srgbClr val="626A73"/>
                </a:solidFill>
                <a:latin typeface="Apple SD Gothic Neo"/>
                <a:ea typeface="Apple SD Gothic Neo"/>
                <a:cs typeface="Apple SD Gothic Neo"/>
              </a:defRPr>
            </a:lvl9pPr>
          </a:lstStyle>
          <a:p xmlns:a="http://schemas.openxmlformats.org/drawingml/2006/main">
            <a:pPr algn="l">
              <a:defRPr sz="1725" b="0">
                <a:solidFill>
                  <a:srgbClr val="626A73"/>
                </a:solidFill>
                <a:latin typeface="Apple SD Gothic Neo"/>
                <a:ea typeface="Apple SD Gothic Neo"/>
                <a:cs typeface="Apple SD Gothic Neo"/>
              </a:defRPr>
            </a:pPr>
            <a:r>
              <a:rPr sz="1725" b="0">
                <a:solidFill>
                  <a:srgbClr val="626A73"/>
                </a:solidFill>
                <a:latin typeface="Apple SD Gothic Neo"/>
                <a:ea typeface="Apple SD Gothic Neo"/>
                <a:cs typeface="Apple SD Gothic Neo"/>
              </a:rPr>
              <a:t>선택한 ID의 원문을 MCP로 읽고</a:t>
            </a:r>
          </a:p>
          <a:p xmlns:a="http://schemas.openxmlformats.org/drawingml/2006/main">
            <a:pPr algn="l">
              <a:defRPr sz="1725" b="0">
                <a:solidFill>
                  <a:srgbClr val="626A73"/>
                </a:solidFill>
                <a:latin typeface="Apple SD Gothic Neo"/>
                <a:ea typeface="Apple SD Gothic Neo"/>
                <a:cs typeface="Apple SD Gothic Neo"/>
              </a:defRPr>
            </a:pPr>
            <a:r>
              <a:rPr sz="1725" b="0">
                <a:solidFill>
                  <a:srgbClr val="626A73"/>
                </a:solidFill>
                <a:latin typeface="Apple SD Gothic Neo"/>
                <a:ea typeface="Apple SD Gothic Neo"/>
                <a:cs typeface="Apple SD Gothic Neo"/>
              </a:rPr>
              <a:t>보고서의 권장 조치에 반영</a:t>
            </a:r>
          </a:p>
        </p:txBody>
      </p:sp>
      <p:sp>
        <p:nvSpPr>
          <p:cNvPr id="17" name="">
            <a:extLst xmlns:a="http://schemas.openxmlformats.org/drawingml/2006/main">
              <a:ext uri="{FF2B5EF4-FFF2-40B4-BE49-F238E27FC236}">
                <a16:creationId xmlns:a16="http://schemas.microsoft.com/office/drawing/2014/main" id="{BF37AF33-0B59-4889-9E6C-C4E2FF47B0E0}"/>
              </a:ext>
            </a:extLst>
          </p:cNvPr>
          <p:cNvSpPr>
            <a:spLocks xmlns:a="http://schemas.openxmlformats.org/drawingml/2006/main" noGrp="1"/>
          </p:cNvSpPr>
          <p:nvPr/>
        </p:nvSpPr>
        <p:spPr>
          <a:xfrm xmlns:a="http://schemas.openxmlformats.org/drawingml/2006/main">
            <a:off x="685800" y="6267450"/>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별도 벡터 DB 없이 6개 문서의 제목 벡터를 메모리에 캐시</a:t>
            </a:r>
          </a:p>
        </p:txBody>
      </p:sp>
    </p:spTree>
    <p:extLst>
      <p:ext uri="{BB962C8B-B14F-4D97-AF65-F5344CB8AC3E}">
        <p14:creationId xmlns:p14="http://schemas.microsoft.com/office/powerpoint/2010/main" val="27570328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1F76F5A-745A-49F5-B6AA-1BCAA39D9F3F}"/>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검증 실패는 재작성, 3회 실패는 미통과 안내</a:t>
            </a:r>
          </a:p>
        </p:txBody>
      </p:sp>
      <p:sp>
        <p:nvSpPr>
          <p:cNvPr id="2" name="">
            <a:extLst xmlns:a="http://schemas.openxmlformats.org/drawingml/2006/main">
              <a:ext uri="{FF2B5EF4-FFF2-40B4-BE49-F238E27FC236}">
                <a16:creationId xmlns:a16="http://schemas.microsoft.com/office/drawing/2014/main" id="{D3573275-6345-454E-9C21-85198AD65D83}"/>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10  G096 정다운</a:t>
            </a:r>
          </a:p>
        </p:txBody>
      </p:sp>
      <p:sp>
        <p:nvSpPr>
          <p:cNvPr id="3" name="">
            <a:extLst xmlns:a="http://schemas.openxmlformats.org/drawingml/2006/main">
              <a:ext uri="{FF2B5EF4-FFF2-40B4-BE49-F238E27FC236}">
                <a16:creationId xmlns:a16="http://schemas.microsoft.com/office/drawing/2014/main" id="{BA660DA7-B9EC-4C2E-BF1C-A443AFFAF1DF}"/>
              </a:ext>
            </a:extLst>
          </p:cNvPr>
          <p:cNvSpPr>
            <a:spLocks xmlns:a="http://schemas.openxmlformats.org/drawingml/2006/main" noGrp="1"/>
          </p:cNvSpPr>
          <p:nvPr/>
        </p:nvSpPr>
        <p:spPr>
          <a:xfrm xmlns:a="http://schemas.openxmlformats.org/drawingml/2006/main">
            <a:off x="666750" y="1524000"/>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agent/report_nodes.py:31–55</a:t>
            </a:r>
          </a:p>
        </p:txBody>
      </p:sp>
      <p:sp>
        <p:nvSpPr>
          <p:cNvPr id="4" name="">
            <a:extLst xmlns:a="http://schemas.openxmlformats.org/drawingml/2006/main">
              <a:ext uri="{FF2B5EF4-FFF2-40B4-BE49-F238E27FC236}">
                <a16:creationId xmlns:a16="http://schemas.microsoft.com/office/drawing/2014/main" id="{08432436-154E-4417-B9B3-F75839139213}"/>
              </a:ext>
            </a:extLst>
          </p:cNvPr>
          <p:cNvSpPr>
            <a:spLocks xmlns:a="http://schemas.openxmlformats.org/drawingml/2006/main" noGrp="1"/>
          </p:cNvSpPr>
          <p:nvPr/>
        </p:nvSpPr>
        <p:spPr>
          <a:xfrm xmlns:a="http://schemas.openxmlformats.org/drawingml/2006/main">
            <a:off x="666750" y="1952625"/>
            <a:ext cx="552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result, usage = validate_report(</a:t>
            </a:r>
          </a:p>
        </p:txBody>
      </p:sp>
      <p:sp>
        <p:nvSpPr>
          <p:cNvPr id="5" name="">
            <a:extLst xmlns:a="http://schemas.openxmlformats.org/drawingml/2006/main">
              <a:ext uri="{FF2B5EF4-FFF2-40B4-BE49-F238E27FC236}">
                <a16:creationId xmlns:a16="http://schemas.microsoft.com/office/drawing/2014/main" id="{26AE6B03-3131-4287-BF63-50E7E54B8514}"/>
              </a:ext>
            </a:extLst>
          </p:cNvPr>
          <p:cNvSpPr>
            <a:spLocks xmlns:a="http://schemas.openxmlformats.org/drawingml/2006/main" noGrp="1"/>
          </p:cNvSpPr>
          <p:nvPr/>
        </p:nvSpPr>
        <p:spPr>
          <a:xfrm xmlns:a="http://schemas.openxmlformats.org/drawingml/2006/main">
            <a:off x="666750" y="2381250"/>
            <a:ext cx="552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    state["draft"], evidence, deps.quality_llm)</a:t>
            </a:r>
          </a:p>
        </p:txBody>
      </p:sp>
      <p:sp>
        <p:nvSpPr>
          <p:cNvPr id="6" name="">
            <a:extLst xmlns:a="http://schemas.openxmlformats.org/drawingml/2006/main">
              <a:ext uri="{FF2B5EF4-FFF2-40B4-BE49-F238E27FC236}">
                <a16:creationId xmlns:a16="http://schemas.microsoft.com/office/drawing/2014/main" id="{35DD63E3-B90B-4D6A-8A5A-A9A064A2C37B}"/>
              </a:ext>
            </a:extLst>
          </p:cNvPr>
          <p:cNvSpPr>
            <a:spLocks xmlns:a="http://schemas.openxmlformats.org/drawingml/2006/main" noGrp="1"/>
          </p:cNvSpPr>
          <p:nvPr/>
        </p:nvSpPr>
        <p:spPr>
          <a:xfrm xmlns:a="http://schemas.openxmlformats.org/drawingml/2006/main">
            <a:off x="666750" y="2809875"/>
            <a:ext cx="552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final = state["draft"] if verified else</a:t>
            </a:r>
          </a:p>
        </p:txBody>
      </p:sp>
      <p:sp>
        <p:nvSpPr>
          <p:cNvPr id="7" name="">
            <a:extLst xmlns:a="http://schemas.openxmlformats.org/drawingml/2006/main">
              <a:ext uri="{FF2B5EF4-FFF2-40B4-BE49-F238E27FC236}">
                <a16:creationId xmlns:a16="http://schemas.microsoft.com/office/drawing/2014/main" id="{33965107-CE0F-4DA5-9288-C65EC9BCC0CE}"/>
              </a:ext>
            </a:extLst>
          </p:cNvPr>
          <p:cNvSpPr>
            <a:spLocks xmlns:a="http://schemas.openxmlformats.org/drawingml/2006/main" noGrp="1"/>
          </p:cNvSpPr>
          <p:nvPr/>
        </p:nvSpPr>
        <p:spPr>
          <a:xfrm xmlns:a="http://schemas.openxmlformats.org/drawingml/2006/main">
            <a:off x="666750" y="3238500"/>
            <a:ext cx="552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    unverified_fallback(evidence, ...)</a:t>
            </a:r>
          </a:p>
        </p:txBody>
      </p:sp>
      <p:sp>
        <p:nvSpPr>
          <p:cNvPr id="8" name="">
            <a:extLst xmlns:a="http://schemas.openxmlformats.org/drawingml/2006/main">
              <a:ext uri="{FF2B5EF4-FFF2-40B4-BE49-F238E27FC236}">
                <a16:creationId xmlns:a16="http://schemas.microsoft.com/office/drawing/2014/main" id="{73EACC16-2BEB-4299-AA7E-F1061A728C26}"/>
              </a:ext>
            </a:extLst>
          </p:cNvPr>
          <p:cNvSpPr>
            <a:spLocks xmlns:a="http://schemas.openxmlformats.org/drawingml/2006/main" noGrp="1"/>
          </p:cNvSpPr>
          <p:nvPr/>
        </p:nvSpPr>
        <p:spPr>
          <a:xfrm xmlns:a="http://schemas.openxmlformats.org/drawingml/2006/main">
            <a:off x="666750" y="4191000"/>
            <a:ext cx="5191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3151A"/>
                </a:solidFill>
                <a:latin typeface="Apple SD Gothic Neo"/>
                <a:ea typeface="Apple SD Gothic Neo"/>
                <a:cs typeface="Apple SD Gothic Neo"/>
              </a:defRPr>
            </a:defPPr>
            <a:lvl1pPr algn="l">
              <a:defRPr sz="2175" b="1">
                <a:solidFill>
                  <a:srgbClr val="13151A"/>
                </a:solidFill>
                <a:latin typeface="Apple SD Gothic Neo"/>
                <a:ea typeface="Apple SD Gothic Neo"/>
                <a:cs typeface="Apple SD Gothic Neo"/>
              </a:defRPr>
            </a:lvl1pPr>
            <a:lvl2pPr algn="l">
              <a:defRPr sz="2175" b="1">
                <a:solidFill>
                  <a:srgbClr val="13151A"/>
                </a:solidFill>
                <a:latin typeface="Apple SD Gothic Neo"/>
                <a:ea typeface="Apple SD Gothic Neo"/>
                <a:cs typeface="Apple SD Gothic Neo"/>
              </a:defRPr>
            </a:lvl2pPr>
            <a:lvl3pPr algn="l">
              <a:defRPr sz="2175" b="1">
                <a:solidFill>
                  <a:srgbClr val="13151A"/>
                </a:solidFill>
                <a:latin typeface="Apple SD Gothic Neo"/>
                <a:ea typeface="Apple SD Gothic Neo"/>
                <a:cs typeface="Apple SD Gothic Neo"/>
              </a:defRPr>
            </a:lvl3pPr>
            <a:lvl4pPr algn="l">
              <a:defRPr sz="2175" b="1">
                <a:solidFill>
                  <a:srgbClr val="13151A"/>
                </a:solidFill>
                <a:latin typeface="Apple SD Gothic Neo"/>
                <a:ea typeface="Apple SD Gothic Neo"/>
                <a:cs typeface="Apple SD Gothic Neo"/>
              </a:defRPr>
            </a:lvl4pPr>
            <a:lvl5pPr algn="l">
              <a:defRPr sz="2175" b="1">
                <a:solidFill>
                  <a:srgbClr val="13151A"/>
                </a:solidFill>
                <a:latin typeface="Apple SD Gothic Neo"/>
                <a:ea typeface="Apple SD Gothic Neo"/>
                <a:cs typeface="Apple SD Gothic Neo"/>
              </a:defRPr>
            </a:lvl5pPr>
            <a:lvl6pPr algn="l">
              <a:defRPr sz="2175" b="1">
                <a:solidFill>
                  <a:srgbClr val="13151A"/>
                </a:solidFill>
                <a:latin typeface="Apple SD Gothic Neo"/>
                <a:ea typeface="Apple SD Gothic Neo"/>
                <a:cs typeface="Apple SD Gothic Neo"/>
              </a:defRPr>
            </a:lvl6pPr>
            <a:lvl7pPr algn="l">
              <a:defRPr sz="2175" b="1">
                <a:solidFill>
                  <a:srgbClr val="13151A"/>
                </a:solidFill>
                <a:latin typeface="Apple SD Gothic Neo"/>
                <a:ea typeface="Apple SD Gothic Neo"/>
                <a:cs typeface="Apple SD Gothic Neo"/>
              </a:defRPr>
            </a:lvl7pPr>
            <a:lvl8pPr algn="l">
              <a:defRPr sz="2175" b="1">
                <a:solidFill>
                  <a:srgbClr val="13151A"/>
                </a:solidFill>
                <a:latin typeface="Apple SD Gothic Neo"/>
                <a:ea typeface="Apple SD Gothic Neo"/>
                <a:cs typeface="Apple SD Gothic Neo"/>
              </a:defRPr>
            </a:lvl8pPr>
            <a:lvl9pPr algn="l">
              <a:defRPr sz="2175" b="1">
                <a:solidFill>
                  <a:srgbClr val="13151A"/>
                </a:solidFill>
                <a:latin typeface="Apple SD Gothic Neo"/>
                <a:ea typeface="Apple SD Gothic Neo"/>
                <a:cs typeface="Apple SD Gothic Neo"/>
              </a:defRPr>
            </a:lvl9pPr>
          </a:lstStyle>
          <a:p xmlns:a="http://schemas.openxmlformats.org/drawingml/2006/main">
            <a:pPr algn="l">
              <a:defRPr sz="2175" b="1">
                <a:solidFill>
                  <a:srgbClr val="13151A"/>
                </a:solidFill>
                <a:latin typeface="Apple SD Gothic Neo"/>
                <a:ea typeface="Apple SD Gothic Neo"/>
                <a:cs typeface="Apple SD Gothic Neo"/>
              </a:defRPr>
            </a:pPr>
            <a:r>
              <a:rPr sz="2175" b="1">
                <a:solidFill>
                  <a:srgbClr val="13151A"/>
                </a:solidFill>
                <a:latin typeface="Apple SD Gothic Neo"/>
                <a:ea typeface="Apple SD Gothic Neo"/>
                <a:cs typeface="Apple SD Gothic Neo"/>
              </a:rPr>
              <a:t>코드 검사 + Judge 검토</a:t>
            </a:r>
          </a:p>
        </p:txBody>
      </p:sp>
      <p:sp>
        <p:nvSpPr>
          <p:cNvPr id="9" name="">
            <a:extLst xmlns:a="http://schemas.openxmlformats.org/drawingml/2006/main">
              <a:ext uri="{FF2B5EF4-FFF2-40B4-BE49-F238E27FC236}">
                <a16:creationId xmlns:a16="http://schemas.microsoft.com/office/drawing/2014/main" id="{546CF729-A5D8-4678-819E-E4CB947F17EC}"/>
              </a:ext>
            </a:extLst>
          </p:cNvPr>
          <p:cNvSpPr>
            <a:spLocks xmlns:a="http://schemas.openxmlformats.org/drawingml/2006/main" noGrp="1"/>
          </p:cNvSpPr>
          <p:nvPr/>
        </p:nvSpPr>
        <p:spPr>
          <a:xfrm xmlns:a="http://schemas.openxmlformats.org/drawingml/2006/main">
            <a:off x="666750" y="4838700"/>
            <a:ext cx="5191125" cy="1019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B4232D"/>
                </a:solidFill>
                <a:latin typeface="Apple SD Gothic Neo"/>
                <a:ea typeface="Apple SD Gothic Neo"/>
                <a:cs typeface="Apple SD Gothic Neo"/>
              </a:defRPr>
            </a:defPPr>
            <a:lvl1pPr algn="l">
              <a:defRPr sz="1800" b="1">
                <a:solidFill>
                  <a:srgbClr val="B4232D"/>
                </a:solidFill>
                <a:latin typeface="Apple SD Gothic Neo"/>
                <a:ea typeface="Apple SD Gothic Neo"/>
                <a:cs typeface="Apple SD Gothic Neo"/>
              </a:defRPr>
            </a:lvl1pPr>
            <a:lvl2pPr algn="l">
              <a:defRPr sz="1800" b="1">
                <a:solidFill>
                  <a:srgbClr val="B4232D"/>
                </a:solidFill>
                <a:latin typeface="Apple SD Gothic Neo"/>
                <a:ea typeface="Apple SD Gothic Neo"/>
                <a:cs typeface="Apple SD Gothic Neo"/>
              </a:defRPr>
            </a:lvl2pPr>
            <a:lvl3pPr algn="l">
              <a:defRPr sz="1800" b="1">
                <a:solidFill>
                  <a:srgbClr val="B4232D"/>
                </a:solidFill>
                <a:latin typeface="Apple SD Gothic Neo"/>
                <a:ea typeface="Apple SD Gothic Neo"/>
                <a:cs typeface="Apple SD Gothic Neo"/>
              </a:defRPr>
            </a:lvl3pPr>
            <a:lvl4pPr algn="l">
              <a:defRPr sz="1800" b="1">
                <a:solidFill>
                  <a:srgbClr val="B4232D"/>
                </a:solidFill>
                <a:latin typeface="Apple SD Gothic Neo"/>
                <a:ea typeface="Apple SD Gothic Neo"/>
                <a:cs typeface="Apple SD Gothic Neo"/>
              </a:defRPr>
            </a:lvl4pPr>
            <a:lvl5pPr algn="l">
              <a:defRPr sz="1800" b="1">
                <a:solidFill>
                  <a:srgbClr val="B4232D"/>
                </a:solidFill>
                <a:latin typeface="Apple SD Gothic Neo"/>
                <a:ea typeface="Apple SD Gothic Neo"/>
                <a:cs typeface="Apple SD Gothic Neo"/>
              </a:defRPr>
            </a:lvl5pPr>
            <a:lvl6pPr algn="l">
              <a:defRPr sz="1800" b="1">
                <a:solidFill>
                  <a:srgbClr val="B4232D"/>
                </a:solidFill>
                <a:latin typeface="Apple SD Gothic Neo"/>
                <a:ea typeface="Apple SD Gothic Neo"/>
                <a:cs typeface="Apple SD Gothic Neo"/>
              </a:defRPr>
            </a:lvl6pPr>
            <a:lvl7pPr algn="l">
              <a:defRPr sz="1800" b="1">
                <a:solidFill>
                  <a:srgbClr val="B4232D"/>
                </a:solidFill>
                <a:latin typeface="Apple SD Gothic Neo"/>
                <a:ea typeface="Apple SD Gothic Neo"/>
                <a:cs typeface="Apple SD Gothic Neo"/>
              </a:defRPr>
            </a:lvl7pPr>
            <a:lvl8pPr algn="l">
              <a:defRPr sz="1800" b="1">
                <a:solidFill>
                  <a:srgbClr val="B4232D"/>
                </a:solidFill>
                <a:latin typeface="Apple SD Gothic Neo"/>
                <a:ea typeface="Apple SD Gothic Neo"/>
                <a:cs typeface="Apple SD Gothic Neo"/>
              </a:defRPr>
            </a:lvl8pPr>
            <a:lvl9pPr algn="l">
              <a:defRPr sz="1800" b="1">
                <a:solidFill>
                  <a:srgbClr val="B4232D"/>
                </a:solidFill>
                <a:latin typeface="Apple SD Gothic Neo"/>
                <a:ea typeface="Apple SD Gothic Neo"/>
                <a:cs typeface="Apple SD Gothic Neo"/>
              </a:defRPr>
            </a:lvl9pPr>
          </a:lstStyle>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불합격 → 피드백으로 재작성</a:t>
            </a:r>
          </a:p>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끝내 실패 → 확인된 사실만 안내</a:t>
            </a:r>
          </a:p>
        </p:txBody>
      </p:sp>
      <p:pic>
        <p:nvPicPr>
          <p:cNvPr id="10" name="">
            <a:extLst xmlns:a="http://schemas.openxmlformats.org/drawingml/2006/main">
              <a:ext uri="{FF2B5EF4-FFF2-40B4-BE49-F238E27FC236}">
                <a16:creationId xmlns:a16="http://schemas.microsoft.com/office/drawing/2014/main" id="{31672CFB-CA67-4125-A27F-2C2310EA6976}"/>
              </a:ext>
            </a:extLst>
          </p:cNvPr>
          <p:cNvPicPr>
            <a:picLocks xmlns:a="http://schemas.openxmlformats.org/drawingml/2006/main" noChangeAspect="1"/>
          </p:cNvPicPr>
          <p:nvPr/>
        </p:nvPicPr>
        <p:blipFill>
          <a:blip xmlns:r="http://schemas.openxmlformats.org/officeDocument/2006/relationships" xmlns:a="http://schemas.openxmlformats.org/drawingml/2006/main" r:embed="R3ab0b7d1ae7b4d27"/>
          <a:srcRect xmlns:a="http://schemas.openxmlformats.org/drawingml/2006/main" l="1500" t="11000" r="28000" b="43000"/>
          <a:stretch xmlns:a="http://schemas.openxmlformats.org/drawingml/2006/main"/>
        </p:blipFill>
        <p:spPr>
          <a:xfrm xmlns:a="http://schemas.openxmlformats.org/drawingml/2006/main">
            <a:off x="6572250" y="1247775"/>
            <a:ext cx="4619625" cy="490537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7697702F-005C-4B97-995A-7DBBB688B464}"/>
              </a:ext>
            </a:extLst>
          </p:cNvPr>
          <p:cNvSpPr>
            <a:spLocks xmlns:a="http://schemas.openxmlformats.org/drawingml/2006/main" noGrp="1"/>
          </p:cNvSpPr>
          <p:nvPr/>
        </p:nvSpPr>
        <p:spPr>
          <a:xfrm xmlns:a="http://schemas.openxmlformats.org/drawingml/2006/main">
            <a:off x="685800" y="6257925"/>
            <a:ext cx="676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Fake 실패 주입 데모 · 단위 테스트 12개</a:t>
            </a:r>
          </a:p>
        </p:txBody>
      </p:sp>
    </p:spTree>
    <p:extLst>
      <p:ext uri="{BB962C8B-B14F-4D97-AF65-F5344CB8AC3E}">
        <p14:creationId xmlns:p14="http://schemas.microsoft.com/office/powerpoint/2010/main" val="85542966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B4E5B10-F1BB-447E-9F69-F56C88B3831A}"/>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최종 실행 화면과 다음 개선</a:t>
            </a:r>
          </a:p>
        </p:txBody>
      </p:sp>
      <p:sp>
        <p:nvSpPr>
          <p:cNvPr id="2" name="">
            <a:extLst xmlns:a="http://schemas.openxmlformats.org/drawingml/2006/main">
              <a:ext uri="{FF2B5EF4-FFF2-40B4-BE49-F238E27FC236}">
                <a16:creationId xmlns:a16="http://schemas.microsoft.com/office/drawing/2014/main" id="{CA970020-EC14-4697-B53B-3B52EF8BFA88}"/>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11  G096 정다운</a:t>
            </a:r>
          </a:p>
        </p:txBody>
      </p:sp>
      <p:pic>
        <p:nvPicPr>
          <p:cNvPr id="3" name="">
            <a:extLst xmlns:a="http://schemas.openxmlformats.org/drawingml/2006/main">
              <a:ext uri="{FF2B5EF4-FFF2-40B4-BE49-F238E27FC236}">
                <a16:creationId xmlns:a16="http://schemas.microsoft.com/office/drawing/2014/main" id="{FB5B57FA-581B-4BAC-A837-72F645BC8B26}"/>
              </a:ext>
            </a:extLst>
          </p:cNvPr>
          <p:cNvPicPr>
            <a:picLocks xmlns:a="http://schemas.openxmlformats.org/drawingml/2006/main" noChangeAspect="1"/>
          </p:cNvPicPr>
          <p:nvPr/>
        </p:nvPicPr>
        <p:blipFill>
          <a:blip xmlns:r="http://schemas.openxmlformats.org/officeDocument/2006/relationships" xmlns:a="http://schemas.openxmlformats.org/drawingml/2006/main" r:embed="Rdbd2b147bde545dd"/>
          <a:stretch xmlns:a="http://schemas.openxmlformats.org/drawingml/2006/main"/>
        </p:blipFill>
        <p:spPr>
          <a:xfrm xmlns:a="http://schemas.openxmlformats.org/drawingml/2006/main">
            <a:off x="647700" y="1264356"/>
            <a:ext cx="4667250" cy="493888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E8E35F5-FCF8-4B4A-ADF7-04CF7F3266A9}"/>
              </a:ext>
            </a:extLst>
          </p:cNvPr>
          <p:cNvSpPr>
            <a:spLocks xmlns:a="http://schemas.openxmlformats.org/drawingml/2006/main" noGrp="1"/>
          </p:cNvSpPr>
          <p:nvPr/>
        </p:nvSpPr>
        <p:spPr>
          <a:xfrm xmlns:a="http://schemas.openxmlformats.org/drawingml/2006/main">
            <a:off x="5953125" y="15430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사용 기술</a:t>
            </a:r>
          </a:p>
        </p:txBody>
      </p:sp>
      <p:sp>
        <p:nvSpPr>
          <p:cNvPr id="5" name="">
            <a:extLst xmlns:a="http://schemas.openxmlformats.org/drawingml/2006/main">
              <a:ext uri="{FF2B5EF4-FFF2-40B4-BE49-F238E27FC236}">
                <a16:creationId xmlns:a16="http://schemas.microsoft.com/office/drawing/2014/main" id="{119A8845-E831-40E7-A156-29A1F730D4A2}"/>
              </a:ext>
            </a:extLst>
          </p:cNvPr>
          <p:cNvSpPr>
            <a:spLocks xmlns:a="http://schemas.openxmlformats.org/drawingml/2006/main" noGrp="1"/>
          </p:cNvSpPr>
          <p:nvPr/>
        </p:nvSpPr>
        <p:spPr>
          <a:xfrm xmlns:a="http://schemas.openxmlformats.org/drawingml/2006/main">
            <a:off x="5953125" y="1962150"/>
            <a:ext cx="54292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13151A"/>
                </a:solidFill>
                <a:latin typeface="Apple SD Gothic Neo"/>
                <a:ea typeface="Apple SD Gothic Neo"/>
                <a:cs typeface="Apple SD Gothic Neo"/>
              </a:defRPr>
            </a:defPPr>
            <a:lvl1pPr algn="l">
              <a:defRPr sz="1950" b="1">
                <a:solidFill>
                  <a:srgbClr val="13151A"/>
                </a:solidFill>
                <a:latin typeface="Apple SD Gothic Neo"/>
                <a:ea typeface="Apple SD Gothic Neo"/>
                <a:cs typeface="Apple SD Gothic Neo"/>
              </a:defRPr>
            </a:lvl1pPr>
            <a:lvl2pPr algn="l">
              <a:defRPr sz="1950" b="1">
                <a:solidFill>
                  <a:srgbClr val="13151A"/>
                </a:solidFill>
                <a:latin typeface="Apple SD Gothic Neo"/>
                <a:ea typeface="Apple SD Gothic Neo"/>
                <a:cs typeface="Apple SD Gothic Neo"/>
              </a:defRPr>
            </a:lvl2pPr>
            <a:lvl3pPr algn="l">
              <a:defRPr sz="1950" b="1">
                <a:solidFill>
                  <a:srgbClr val="13151A"/>
                </a:solidFill>
                <a:latin typeface="Apple SD Gothic Neo"/>
                <a:ea typeface="Apple SD Gothic Neo"/>
                <a:cs typeface="Apple SD Gothic Neo"/>
              </a:defRPr>
            </a:lvl3pPr>
            <a:lvl4pPr algn="l">
              <a:defRPr sz="1950" b="1">
                <a:solidFill>
                  <a:srgbClr val="13151A"/>
                </a:solidFill>
                <a:latin typeface="Apple SD Gothic Neo"/>
                <a:ea typeface="Apple SD Gothic Neo"/>
                <a:cs typeface="Apple SD Gothic Neo"/>
              </a:defRPr>
            </a:lvl4pPr>
            <a:lvl5pPr algn="l">
              <a:defRPr sz="1950" b="1">
                <a:solidFill>
                  <a:srgbClr val="13151A"/>
                </a:solidFill>
                <a:latin typeface="Apple SD Gothic Neo"/>
                <a:ea typeface="Apple SD Gothic Neo"/>
                <a:cs typeface="Apple SD Gothic Neo"/>
              </a:defRPr>
            </a:lvl5pPr>
            <a:lvl6pPr algn="l">
              <a:defRPr sz="1950" b="1">
                <a:solidFill>
                  <a:srgbClr val="13151A"/>
                </a:solidFill>
                <a:latin typeface="Apple SD Gothic Neo"/>
                <a:ea typeface="Apple SD Gothic Neo"/>
                <a:cs typeface="Apple SD Gothic Neo"/>
              </a:defRPr>
            </a:lvl6pPr>
            <a:lvl7pPr algn="l">
              <a:defRPr sz="1950" b="1">
                <a:solidFill>
                  <a:srgbClr val="13151A"/>
                </a:solidFill>
                <a:latin typeface="Apple SD Gothic Neo"/>
                <a:ea typeface="Apple SD Gothic Neo"/>
                <a:cs typeface="Apple SD Gothic Neo"/>
              </a:defRPr>
            </a:lvl7pPr>
            <a:lvl8pPr algn="l">
              <a:defRPr sz="1950" b="1">
                <a:solidFill>
                  <a:srgbClr val="13151A"/>
                </a:solidFill>
                <a:latin typeface="Apple SD Gothic Neo"/>
                <a:ea typeface="Apple SD Gothic Neo"/>
                <a:cs typeface="Apple SD Gothic Neo"/>
              </a:defRPr>
            </a:lvl8pPr>
            <a:lvl9pPr algn="l">
              <a:defRPr sz="1950" b="1">
                <a:solidFill>
                  <a:srgbClr val="13151A"/>
                </a:solidFill>
                <a:latin typeface="Apple SD Gothic Neo"/>
                <a:ea typeface="Apple SD Gothic Neo"/>
                <a:cs typeface="Apple SD Gothic Neo"/>
              </a:defRPr>
            </a:lvl9pPr>
          </a:lstStyle>
          <a:p xmlns:a="http://schemas.openxmlformats.org/drawingml/2006/main">
            <a:pPr algn="l">
              <a:defRPr sz="1950" b="1">
                <a:solidFill>
                  <a:srgbClr val="13151A"/>
                </a:solidFill>
                <a:latin typeface="Apple SD Gothic Neo"/>
                <a:ea typeface="Apple SD Gothic Neo"/>
                <a:cs typeface="Apple SD Gothic Neo"/>
              </a:defRPr>
            </a:pPr>
            <a:r>
              <a:rPr sz="1950" b="1">
                <a:solidFill>
                  <a:srgbClr val="13151A"/>
                </a:solidFill>
                <a:latin typeface="Apple SD Gothic Neo"/>
                <a:ea typeface="Apple SD Gothic Neo"/>
                <a:cs typeface="Apple SD Gothic Neo"/>
              </a:rPr>
              <a:t>MCP · RAG · 임베딩</a:t>
            </a:r>
          </a:p>
          <a:p xmlns:a="http://schemas.openxmlformats.org/drawingml/2006/main">
            <a:pPr algn="l">
              <a:defRPr sz="1950" b="1">
                <a:solidFill>
                  <a:srgbClr val="13151A"/>
                </a:solidFill>
                <a:latin typeface="Apple SD Gothic Neo"/>
                <a:ea typeface="Apple SD Gothic Neo"/>
                <a:cs typeface="Apple SD Gothic Neo"/>
              </a:defRPr>
            </a:pPr>
            <a:r>
              <a:rPr sz="1950" b="1">
                <a:solidFill>
                  <a:srgbClr val="13151A"/>
                </a:solidFill>
                <a:latin typeface="Apple SD Gothic Neo"/>
                <a:ea typeface="Apple SD Gothic Neo"/>
                <a:cs typeface="Apple SD Gothic Neo"/>
              </a:rPr>
              <a:t>의존성 주입 · LangSmith</a:t>
            </a:r>
          </a:p>
          <a:p xmlns:a="http://schemas.openxmlformats.org/drawingml/2006/main">
            <a:pPr algn="l">
              <a:defRPr sz="1950" b="1">
                <a:solidFill>
                  <a:srgbClr val="13151A"/>
                </a:solidFill>
                <a:latin typeface="Apple SD Gothic Neo"/>
                <a:ea typeface="Apple SD Gothic Neo"/>
                <a:cs typeface="Apple SD Gothic Neo"/>
              </a:defRPr>
            </a:pPr>
            <a:r>
              <a:rPr sz="1950" b="1">
                <a:solidFill>
                  <a:srgbClr val="13151A"/>
                </a:solidFill>
                <a:latin typeface="Apple SD Gothic Neo"/>
                <a:ea typeface="Apple SD Gothic Neo"/>
                <a:cs typeface="Apple SD Gothic Neo"/>
              </a:rPr>
              <a:t>모듈화 · 단위 테스트</a:t>
            </a:r>
          </a:p>
        </p:txBody>
      </p:sp>
      <p:sp>
        <p:nvSpPr>
          <p:cNvPr id="6" name="">
            <a:extLst xmlns:a="http://schemas.openxmlformats.org/drawingml/2006/main">
              <a:ext uri="{FF2B5EF4-FFF2-40B4-BE49-F238E27FC236}">
                <a16:creationId xmlns:a16="http://schemas.microsoft.com/office/drawing/2014/main" id="{196C1B62-1B56-4074-AC8E-E19B948DAC2F}"/>
              </a:ext>
            </a:extLst>
          </p:cNvPr>
          <p:cNvSpPr>
            <a:spLocks xmlns:a="http://schemas.openxmlformats.org/drawingml/2006/main" noGrp="1"/>
          </p:cNvSpPr>
          <p:nvPr/>
        </p:nvSpPr>
        <p:spPr>
          <a:xfrm xmlns:a="http://schemas.openxmlformats.org/drawingml/2006/main">
            <a:off x="5953125" y="39528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느낀 점</a:t>
            </a:r>
          </a:p>
        </p:txBody>
      </p:sp>
      <p:sp>
        <p:nvSpPr>
          <p:cNvPr id="7" name="">
            <a:extLst xmlns:a="http://schemas.openxmlformats.org/drawingml/2006/main">
              <a:ext uri="{FF2B5EF4-FFF2-40B4-BE49-F238E27FC236}">
                <a16:creationId xmlns:a16="http://schemas.microsoft.com/office/drawing/2014/main" id="{EE08BDAA-CCD3-4053-B7B8-3CC8F85737FF}"/>
              </a:ext>
            </a:extLst>
          </p:cNvPr>
          <p:cNvSpPr>
            <a:spLocks xmlns:a="http://schemas.openxmlformats.org/drawingml/2006/main" noGrp="1"/>
          </p:cNvSpPr>
          <p:nvPr/>
        </p:nvSpPr>
        <p:spPr>
          <a:xfrm xmlns:a="http://schemas.openxmlformats.org/drawingml/2006/main">
            <a:off x="5953125" y="4362450"/>
            <a:ext cx="5429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B4232D"/>
                </a:solidFill>
                <a:latin typeface="Apple SD Gothic Neo"/>
                <a:ea typeface="Apple SD Gothic Neo"/>
                <a:cs typeface="Apple SD Gothic Neo"/>
              </a:defRPr>
            </a:defPPr>
            <a:lvl1pPr algn="l">
              <a:defRPr sz="2025" b="1">
                <a:solidFill>
                  <a:srgbClr val="B4232D"/>
                </a:solidFill>
                <a:latin typeface="Apple SD Gothic Neo"/>
                <a:ea typeface="Apple SD Gothic Neo"/>
                <a:cs typeface="Apple SD Gothic Neo"/>
              </a:defRPr>
            </a:lvl1pPr>
            <a:lvl2pPr algn="l">
              <a:defRPr sz="2025" b="1">
                <a:solidFill>
                  <a:srgbClr val="B4232D"/>
                </a:solidFill>
                <a:latin typeface="Apple SD Gothic Neo"/>
                <a:ea typeface="Apple SD Gothic Neo"/>
                <a:cs typeface="Apple SD Gothic Neo"/>
              </a:defRPr>
            </a:lvl2pPr>
            <a:lvl3pPr algn="l">
              <a:defRPr sz="2025" b="1">
                <a:solidFill>
                  <a:srgbClr val="B4232D"/>
                </a:solidFill>
                <a:latin typeface="Apple SD Gothic Neo"/>
                <a:ea typeface="Apple SD Gothic Neo"/>
                <a:cs typeface="Apple SD Gothic Neo"/>
              </a:defRPr>
            </a:lvl3pPr>
            <a:lvl4pPr algn="l">
              <a:defRPr sz="2025" b="1">
                <a:solidFill>
                  <a:srgbClr val="B4232D"/>
                </a:solidFill>
                <a:latin typeface="Apple SD Gothic Neo"/>
                <a:ea typeface="Apple SD Gothic Neo"/>
                <a:cs typeface="Apple SD Gothic Neo"/>
              </a:defRPr>
            </a:lvl4pPr>
            <a:lvl5pPr algn="l">
              <a:defRPr sz="2025" b="1">
                <a:solidFill>
                  <a:srgbClr val="B4232D"/>
                </a:solidFill>
                <a:latin typeface="Apple SD Gothic Neo"/>
                <a:ea typeface="Apple SD Gothic Neo"/>
                <a:cs typeface="Apple SD Gothic Neo"/>
              </a:defRPr>
            </a:lvl5pPr>
            <a:lvl6pPr algn="l">
              <a:defRPr sz="2025" b="1">
                <a:solidFill>
                  <a:srgbClr val="B4232D"/>
                </a:solidFill>
                <a:latin typeface="Apple SD Gothic Neo"/>
                <a:ea typeface="Apple SD Gothic Neo"/>
                <a:cs typeface="Apple SD Gothic Neo"/>
              </a:defRPr>
            </a:lvl6pPr>
            <a:lvl7pPr algn="l">
              <a:defRPr sz="2025" b="1">
                <a:solidFill>
                  <a:srgbClr val="B4232D"/>
                </a:solidFill>
                <a:latin typeface="Apple SD Gothic Neo"/>
                <a:ea typeface="Apple SD Gothic Neo"/>
                <a:cs typeface="Apple SD Gothic Neo"/>
              </a:defRPr>
            </a:lvl7pPr>
            <a:lvl8pPr algn="l">
              <a:defRPr sz="2025" b="1">
                <a:solidFill>
                  <a:srgbClr val="B4232D"/>
                </a:solidFill>
                <a:latin typeface="Apple SD Gothic Neo"/>
                <a:ea typeface="Apple SD Gothic Neo"/>
                <a:cs typeface="Apple SD Gothic Neo"/>
              </a:defRPr>
            </a:lvl8pPr>
            <a:lvl9pPr algn="l">
              <a:defRPr sz="2025" b="1">
                <a:solidFill>
                  <a:srgbClr val="B4232D"/>
                </a:solidFill>
                <a:latin typeface="Apple SD Gothic Neo"/>
                <a:ea typeface="Apple SD Gothic Neo"/>
                <a:cs typeface="Apple SD Gothic Neo"/>
              </a:defRPr>
            </a:lvl9pPr>
          </a:lstStyle>
          <a:p xmlns:a="http://schemas.openxmlformats.org/drawingml/2006/main">
            <a:pPr algn="l">
              <a:defRPr sz="2025" b="1">
                <a:solidFill>
                  <a:srgbClr val="B4232D"/>
                </a:solidFill>
                <a:latin typeface="Apple SD Gothic Neo"/>
                <a:ea typeface="Apple SD Gothic Neo"/>
                <a:cs typeface="Apple SD Gothic Neo"/>
              </a:defRPr>
            </a:pPr>
            <a:r>
              <a:rPr sz="2025" b="1">
                <a:solidFill>
                  <a:srgbClr val="B4232D"/>
                </a:solidFill>
                <a:latin typeface="Apple SD Gothic Neo"/>
                <a:ea typeface="Apple SD Gothic Neo"/>
                <a:cs typeface="Apple SD Gothic Neo"/>
              </a:rPr>
              <a:t>LLM의 선택을 실제 데이터와</a:t>
            </a:r>
          </a:p>
          <a:p xmlns:a="http://schemas.openxmlformats.org/drawingml/2006/main">
            <a:pPr algn="l">
              <a:defRPr sz="2025" b="1">
                <a:solidFill>
                  <a:srgbClr val="B4232D"/>
                </a:solidFill>
                <a:latin typeface="Apple SD Gothic Neo"/>
                <a:ea typeface="Apple SD Gothic Neo"/>
                <a:cs typeface="Apple SD Gothic Neo"/>
              </a:defRPr>
            </a:pPr>
            <a:r>
              <a:rPr sz="2025" b="1">
                <a:solidFill>
                  <a:srgbClr val="B4232D"/>
                </a:solidFill>
                <a:latin typeface="Apple SD Gothic Neo"/>
                <a:ea typeface="Apple SD Gothic Neo"/>
                <a:cs typeface="Apple SD Gothic Neo"/>
              </a:rPr>
              <a:t>검증 코드로 다시 확인해야 한다</a:t>
            </a:r>
          </a:p>
        </p:txBody>
      </p:sp>
      <p:sp>
        <p:nvSpPr>
          <p:cNvPr id="8" name="">
            <a:extLst xmlns:a="http://schemas.openxmlformats.org/drawingml/2006/main">
              <a:ext uri="{FF2B5EF4-FFF2-40B4-BE49-F238E27FC236}">
                <a16:creationId xmlns:a16="http://schemas.microsoft.com/office/drawing/2014/main" id="{78A547FA-0B7C-45CB-8CA4-5637DAE4753B}"/>
              </a:ext>
            </a:extLst>
          </p:cNvPr>
          <p:cNvSpPr>
            <a:spLocks xmlns:a="http://schemas.openxmlformats.org/drawingml/2006/main" noGrp="1"/>
          </p:cNvSpPr>
          <p:nvPr/>
        </p:nvSpPr>
        <p:spPr>
          <a:xfrm xmlns:a="http://schemas.openxmlformats.org/drawingml/2006/main">
            <a:off x="5953125" y="5724525"/>
            <a:ext cx="5429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26A73"/>
                </a:solidFill>
                <a:latin typeface="Apple SD Gothic Neo"/>
                <a:ea typeface="Apple SD Gothic Neo"/>
                <a:cs typeface="Apple SD Gothic Neo"/>
              </a:defRPr>
            </a:defPPr>
            <a:lvl1pPr algn="l">
              <a:defRPr sz="1425" b="0">
                <a:solidFill>
                  <a:srgbClr val="626A73"/>
                </a:solidFill>
                <a:latin typeface="Apple SD Gothic Neo"/>
                <a:ea typeface="Apple SD Gothic Neo"/>
                <a:cs typeface="Apple SD Gothic Neo"/>
              </a:defRPr>
            </a:lvl1pPr>
            <a:lvl2pPr algn="l">
              <a:defRPr sz="1425" b="0">
                <a:solidFill>
                  <a:srgbClr val="626A73"/>
                </a:solidFill>
                <a:latin typeface="Apple SD Gothic Neo"/>
                <a:ea typeface="Apple SD Gothic Neo"/>
                <a:cs typeface="Apple SD Gothic Neo"/>
              </a:defRPr>
            </a:lvl2pPr>
            <a:lvl3pPr algn="l">
              <a:defRPr sz="1425" b="0">
                <a:solidFill>
                  <a:srgbClr val="626A73"/>
                </a:solidFill>
                <a:latin typeface="Apple SD Gothic Neo"/>
                <a:ea typeface="Apple SD Gothic Neo"/>
                <a:cs typeface="Apple SD Gothic Neo"/>
              </a:defRPr>
            </a:lvl3pPr>
            <a:lvl4pPr algn="l">
              <a:defRPr sz="1425" b="0">
                <a:solidFill>
                  <a:srgbClr val="626A73"/>
                </a:solidFill>
                <a:latin typeface="Apple SD Gothic Neo"/>
                <a:ea typeface="Apple SD Gothic Neo"/>
                <a:cs typeface="Apple SD Gothic Neo"/>
              </a:defRPr>
            </a:lvl4pPr>
            <a:lvl5pPr algn="l">
              <a:defRPr sz="1425" b="0">
                <a:solidFill>
                  <a:srgbClr val="626A73"/>
                </a:solidFill>
                <a:latin typeface="Apple SD Gothic Neo"/>
                <a:ea typeface="Apple SD Gothic Neo"/>
                <a:cs typeface="Apple SD Gothic Neo"/>
              </a:defRPr>
            </a:lvl5pPr>
            <a:lvl6pPr algn="l">
              <a:defRPr sz="1425" b="0">
                <a:solidFill>
                  <a:srgbClr val="626A73"/>
                </a:solidFill>
                <a:latin typeface="Apple SD Gothic Neo"/>
                <a:ea typeface="Apple SD Gothic Neo"/>
                <a:cs typeface="Apple SD Gothic Neo"/>
              </a:defRPr>
            </a:lvl6pPr>
            <a:lvl7pPr algn="l">
              <a:defRPr sz="1425" b="0">
                <a:solidFill>
                  <a:srgbClr val="626A73"/>
                </a:solidFill>
                <a:latin typeface="Apple SD Gothic Neo"/>
                <a:ea typeface="Apple SD Gothic Neo"/>
                <a:cs typeface="Apple SD Gothic Neo"/>
              </a:defRPr>
            </a:lvl7pPr>
            <a:lvl8pPr algn="l">
              <a:defRPr sz="1425" b="0">
                <a:solidFill>
                  <a:srgbClr val="626A73"/>
                </a:solidFill>
                <a:latin typeface="Apple SD Gothic Neo"/>
                <a:ea typeface="Apple SD Gothic Neo"/>
                <a:cs typeface="Apple SD Gothic Neo"/>
              </a:defRPr>
            </a:lvl8pPr>
            <a:lvl9pPr algn="l">
              <a:defRPr sz="1425" b="0">
                <a:solidFill>
                  <a:srgbClr val="626A73"/>
                </a:solidFill>
                <a:latin typeface="Apple SD Gothic Neo"/>
                <a:ea typeface="Apple SD Gothic Neo"/>
                <a:cs typeface="Apple SD Gothic Neo"/>
              </a:defRPr>
            </a:lvl9pPr>
          </a:lstStyle>
          <a:p xmlns:a="http://schemas.openxmlformats.org/drawingml/2006/main">
            <a:pPr algn="l">
              <a:defRPr sz="1425" b="0">
                <a:solidFill>
                  <a:srgbClr val="626A73"/>
                </a:solidFill>
                <a:latin typeface="Apple SD Gothic Neo"/>
                <a:ea typeface="Apple SD Gothic Neo"/>
                <a:cs typeface="Apple SD Gothic Neo"/>
              </a:defRPr>
            </a:pPr>
            <a:r>
              <a:rPr sz="1425" b="0">
                <a:solidFill>
                  <a:srgbClr val="626A73"/>
                </a:solidFill>
                <a:latin typeface="Apple SD Gothic Neo"/>
                <a:ea typeface="Apple SD Gothic Neo"/>
                <a:cs typeface="Apple SD Gothic Neo"/>
              </a:rPr>
              <a:t>다음: 독립 평가셋 · 체크포인트 정리 · 검증 후 SSE 전송</a:t>
            </a:r>
          </a:p>
        </p:txBody>
      </p:sp>
      <p:sp>
        <p:nvSpPr>
          <p:cNvPr id="9" name="">
            <a:extLst xmlns:a="http://schemas.openxmlformats.org/drawingml/2006/main">
              <a:ext uri="{FF2B5EF4-FFF2-40B4-BE49-F238E27FC236}">
                <a16:creationId xmlns:a16="http://schemas.microsoft.com/office/drawing/2014/main" id="{EFB33850-2701-4527-9A2E-2BC31A34A1DB}"/>
              </a:ext>
            </a:extLst>
          </p:cNvPr>
          <p:cNvSpPr>
            <a:spLocks xmlns:a="http://schemas.openxmlformats.org/drawingml/2006/main" noGrp="1"/>
          </p:cNvSpPr>
          <p:nvPr/>
        </p:nvSpPr>
        <p:spPr>
          <a:xfrm xmlns:a="http://schemas.openxmlformats.org/drawingml/2006/main">
            <a:off x="666750" y="62865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Fake 모드 최종 실행 화면</a:t>
            </a:r>
          </a:p>
        </p:txBody>
      </p:sp>
    </p:spTree>
    <p:extLst>
      <p:ext uri="{BB962C8B-B14F-4D97-AF65-F5344CB8AC3E}">
        <p14:creationId xmlns:p14="http://schemas.microsoft.com/office/powerpoint/2010/main" val="5988784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2026-10-22T04:49:44.3350000Z</dcterms:created>
  <dcterms:modified xsi:type="dcterms:W3CDTF">2026-10-22T04:49:44.3350000Z</dcterms:modified>
</coreProperties>
</file>