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825df39a3746e0" /><Relationship Type="http://schemas.openxmlformats.org/officeDocument/2006/relationships/extended-properties" Target="/docProps/app.xml" Id="Rbeccdf80c9cb43d4" /><Relationship Type="http://schemas.openxmlformats.org/officeDocument/2006/relationships/officeDocument" Target="/ppt/presentation.xml" Id="Raa8c796dd2cf4f6a" /></Relationships>
</file>

<file path=ppt/presentation.xml><?xml version="1.0" encoding="utf-8"?>
<p:presentation xmlns:p="http://schemas.openxmlformats.org/presentationml/2006/main">
  <p:sldMasterIdLst>
    <p:sldMasterId xmlns:r="http://schemas.openxmlformats.org/officeDocument/2006/relationships" id="2147483648" r:id="Rcfb117c2f9d543d6"/>
  </p:sldMasterIdLst>
  <p:notesMasterIdLst>
    <p:notesMasterId xmlns:r="http://schemas.openxmlformats.org/officeDocument/2006/relationships" r:id="Rd5a0833fd49d4709"/>
  </p:notesMasterIdLst>
  <p:sldIdLst>
    <p:sldId xmlns:r="http://schemas.openxmlformats.org/officeDocument/2006/relationships" id="256" r:id="R40b4dd441604451d"/>
    <p:sldId xmlns:r="http://schemas.openxmlformats.org/officeDocument/2006/relationships" id="257" r:id="Rb06c839ea7ea4bf9"/>
    <p:sldId xmlns:r="http://schemas.openxmlformats.org/officeDocument/2006/relationships" id="258" r:id="Ra041dbce65ae43a9"/>
    <p:sldId xmlns:r="http://schemas.openxmlformats.org/officeDocument/2006/relationships" id="259" r:id="Rc46edfeefa7b407a"/>
    <p:sldId xmlns:r="http://schemas.openxmlformats.org/officeDocument/2006/relationships" id="260" r:id="R96034303f7c440f9"/>
    <p:sldId xmlns:r="http://schemas.openxmlformats.org/officeDocument/2006/relationships" id="261" r:id="R546b5cdb3e5b43ee"/>
    <p:sldId xmlns:r="http://schemas.openxmlformats.org/officeDocument/2006/relationships" id="262" r:id="R31e463e3c72d41a9"/>
    <p:sldId xmlns:r="http://schemas.openxmlformats.org/officeDocument/2006/relationships" id="263" r:id="Re2827db272a94fda"/>
    <p:sldId xmlns:r="http://schemas.openxmlformats.org/officeDocument/2006/relationships" id="264" r:id="Rc93f1a5c91674afe"/>
    <p:sldId xmlns:r="http://schemas.openxmlformats.org/officeDocument/2006/relationships" id="265" r:id="Rf7292a3e087b44f2"/>
    <p:sldId xmlns:r="http://schemas.openxmlformats.org/officeDocument/2006/relationships" id="266" r:id="Recf60bbcc4b543a4"/>
    <p:sldId xmlns:r="http://schemas.openxmlformats.org/officeDocument/2006/relationships" id="267" r:id="Rb146b8afb5da478d"/>
    <p:sldId xmlns:r="http://schemas.openxmlformats.org/officeDocument/2006/relationships" id="268" r:id="Rabd60fcc22ec4071"/>
    <p:sldId xmlns:r="http://schemas.openxmlformats.org/officeDocument/2006/relationships" id="269" r:id="Ra954b9f183bc49ad"/>
    <p:sldId xmlns:r="http://schemas.openxmlformats.org/officeDocument/2006/relationships" id="270" r:id="R9cea249f3ccb48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9c72eee9564637" /><Relationship Type="http://schemas.openxmlformats.org/officeDocument/2006/relationships/slideMaster" Target="/ppt/slideMasters/slideMaster1.xml" Id="Rcfb117c2f9d543d6" /><Relationship Type="http://schemas.openxmlformats.org/officeDocument/2006/relationships/notesMaster" Target="/ppt/notesMasters/notesMaster1.xml" Id="Rd5a0833fd49d4709" /><Relationship Type="http://schemas.openxmlformats.org/officeDocument/2006/relationships/presProps" Target="/ppt/presProps.xml" Id="R7e42c4ca6b964acf" /><Relationship Type="http://schemas.openxmlformats.org/officeDocument/2006/relationships/tableStyles" Target="/ppt/tableStyles.xml" Id="Re7d78657a71d4072" /><Relationship Type="http://schemas.openxmlformats.org/officeDocument/2006/relationships/slide" Target="/ppt/slides/slide1.xml" Id="R40b4dd441604451d" /><Relationship Type="http://schemas.openxmlformats.org/officeDocument/2006/relationships/slide" Target="/ppt/slides/slide2.xml" Id="Rb06c839ea7ea4bf9" /><Relationship Type="http://schemas.openxmlformats.org/officeDocument/2006/relationships/slide" Target="/ppt/slides/slide3.xml" Id="Ra041dbce65ae43a9" /><Relationship Type="http://schemas.openxmlformats.org/officeDocument/2006/relationships/slide" Target="/ppt/slides/slide4.xml" Id="Rc46edfeefa7b407a" /><Relationship Type="http://schemas.openxmlformats.org/officeDocument/2006/relationships/slide" Target="/ppt/slides/slide5.xml" Id="R96034303f7c440f9" /><Relationship Type="http://schemas.openxmlformats.org/officeDocument/2006/relationships/slide" Target="/ppt/slides/slide6.xml" Id="R546b5cdb3e5b43ee" /><Relationship Type="http://schemas.openxmlformats.org/officeDocument/2006/relationships/slide" Target="/ppt/slides/slide7.xml" Id="R31e463e3c72d41a9" /><Relationship Type="http://schemas.openxmlformats.org/officeDocument/2006/relationships/slide" Target="/ppt/slides/slide8.xml" Id="Re2827db272a94fda" /><Relationship Type="http://schemas.openxmlformats.org/officeDocument/2006/relationships/slide" Target="/ppt/slides/slide9.xml" Id="Rc93f1a5c91674afe" /><Relationship Type="http://schemas.openxmlformats.org/officeDocument/2006/relationships/slide" Target="/ppt/slides/slide10.xml" Id="Rf7292a3e087b44f2" /><Relationship Type="http://schemas.openxmlformats.org/officeDocument/2006/relationships/slide" Target="/ppt/slides/slide11.xml" Id="Recf60bbcc4b543a4" /><Relationship Type="http://schemas.openxmlformats.org/officeDocument/2006/relationships/slide" Target="/ppt/slides/slide12.xml" Id="Rb146b8afb5da478d" /><Relationship Type="http://schemas.openxmlformats.org/officeDocument/2006/relationships/slide" Target="/ppt/slides/slide13.xml" Id="Rabd60fcc22ec4071" /><Relationship Type="http://schemas.openxmlformats.org/officeDocument/2006/relationships/slide" Target="/ppt/slides/slide14.xml" Id="Ra954b9f183bc49ad" /><Relationship Type="http://schemas.openxmlformats.org/officeDocument/2006/relationships/slide" Target="/ppt/slides/slide15.xml" Id="R9cea249f3ccb48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8eaa4eb5b04e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968c65e7534851" /><Relationship Type="http://schemas.openxmlformats.org/officeDocument/2006/relationships/notesMaster" Target="/ppt/notesMasters/notesMaster1.xml" Id="R8c00c03bdc4e46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3adb3fe6d24bc3" /><Relationship Type="http://schemas.openxmlformats.org/officeDocument/2006/relationships/notesMaster" Target="/ppt/notesMasters/notesMaster1.xml" Id="Rd1850376ed6343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755c565414e7b" /><Relationship Type="http://schemas.openxmlformats.org/officeDocument/2006/relationships/notesMaster" Target="/ppt/notesMasters/notesMaster1.xml" Id="R8a99ff96c67e4e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1c4de8433447e0" /><Relationship Type="http://schemas.openxmlformats.org/officeDocument/2006/relationships/notesMaster" Target="/ppt/notesMasters/notesMaster1.xml" Id="Re6e0ba3b550542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91b316a5b747a2" /><Relationship Type="http://schemas.openxmlformats.org/officeDocument/2006/relationships/notesMaster" Target="/ppt/notesMasters/notesMaster1.xml" Id="R74e994a95a3847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0a3c822e0e419f" /><Relationship Type="http://schemas.openxmlformats.org/officeDocument/2006/relationships/notesMaster" Target="/ppt/notesMasters/notesMaster1.xml" Id="R78a5dface6c140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29eeef0fc54937" /><Relationship Type="http://schemas.openxmlformats.org/officeDocument/2006/relationships/notesMaster" Target="/ppt/notesMasters/notesMaster1.xml" Id="R4cf23517635142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7bf3637a1a4f2f" /><Relationship Type="http://schemas.openxmlformats.org/officeDocument/2006/relationships/notesMaster" Target="/ppt/notesMasters/notesMaster1.xml" Id="R85cc8bb78d2243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a35f95f99544d2" /><Relationship Type="http://schemas.openxmlformats.org/officeDocument/2006/relationships/notesMaster" Target="/ppt/notesMasters/notesMaster1.xml" Id="Rc07cfa4895de4d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58e5a808c64da7" /><Relationship Type="http://schemas.openxmlformats.org/officeDocument/2006/relationships/notesMaster" Target="/ppt/notesMasters/notesMaster1.xml" Id="R28a0c75ba4d443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373a2e8f8c4a80" /><Relationship Type="http://schemas.openxmlformats.org/officeDocument/2006/relationships/notesMaster" Target="/ppt/notesMasters/notesMaster1.xml" Id="Rba2f379fcb4443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090833826d40fc" /><Relationship Type="http://schemas.openxmlformats.org/officeDocument/2006/relationships/notesMaster" Target="/ppt/notesMasters/notesMaster1.xml" Id="Rfa9bc15ad0cc40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af7070d16e4ad8" /><Relationship Type="http://schemas.openxmlformats.org/officeDocument/2006/relationships/notesMaster" Target="/ppt/notesMasters/notesMaster1.xml" Id="R4b22881b97c04c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33029fcab642bf" /><Relationship Type="http://schemas.openxmlformats.org/officeDocument/2006/relationships/notesMaster" Target="/ppt/notesMasters/notesMaster1.xml" Id="R9ce132b758a648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c5b4e372b248dd" /><Relationship Type="http://schemas.openxmlformats.org/officeDocument/2006/relationships/notesMaster" Target="/ppt/notesMasters/notesMaster1.xml" Id="R71f5255a7d8a4d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0:00–0:08.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0:08–0:22.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0:22–0:42. 왼쪽은 초기 커밋 f6d7ea2의 graph.py를 기준으로, 오른쪽은 현재 구현을 기준으로 핵심 경로만 요약했습니다. 두 구조 모두 route, plan, MCP Monitoring Tool, Runbook Resource, write·validate 흐름은 있습니다. 달라진 부분은 미확인 시스템을 auth-service로 대체하는 대신 Registry 확인과 재질문을 하는 점, 모니터링 키워드로 Runbook 하나를 고르는 대신 질문과 알림으로 여러 문서를 검색하는 점, 길이·번호 검사와 3회 강제 통과 대신 수치·출처·Judge 검증과 미검증 고지를 하는 점입니다. 공통 gate와 analysis 등 세부 노드는 비교를 위해 생략했습니다.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 이 화면은 Fake 실행입니다.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1:05–1:23. mcp_server.py에는 FastMCP 서버가 제공하는 세 가지 항목이 있습니다. Prompt는 표준 진단 순서라는 텍스트를 돌려주며 plan이 참고합니다. Tool은 system_name을 받아 monitoring.json을 읽고 상태, CPU, 메모리, 알림과 현재 시각을 담은 SystemStatus를 반환합니다. 예제에서는 CPU와 메모리에 작은 임의 변동도 더합니다. Resource는 runbook://incident-response/문서ID URI로 data/runbooks의 마크다운 파일 원문을 반환합니다. Runbook 선택은 MCP 서버가 아니라 replan_check의 검색기가 합니다.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1:23–1:41. FastAPI lifespan이 MCPClient를 시작하면 ops와 docs 서버를 stdio subprocess로 연결하고 세션을 재사용합니다. 이 프로젝트의 Prompt, Tool, Runbook Resource는 ops 서버에 있습니다. plan은 find_prompt로 제공 서버를 찾고 get_prompt로 절차 텍스트를 받은 뒤 LLM으로 task만 만듭니다. 첫 research는 task.kind가 monitoring일 때 get_monitoring_status Tool을 호출합니다. replan_check는 질문과 모니터링 결과로 Runbook ID를 고르며, 이 선택 자체는 MCP 호출이 아닙니다. 선택된 task가 있으면 두 번째 research가 find_resource_template으로 서버와 URI 형식을 찾고 read_resource로 파일 원문을 받습니다. 성공한 Tool 데이터와 Resource 본문은 collected에 추가되어 write의 근거가 됩니다. 근거: server.py:69–112, agent/mcp_client.py:44–122, agent/graph.py:51–70·88–161·164–195.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1:41–2:04.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2:04–2:26.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2:26–2:40.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2:40–3:07.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Fake 실패 주입 사례의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3:07–3:32. Fake 실패 주입 데모에서 payments-service Monitoring만 실패했습니다. gateway-service의 실제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agent/fake_llm.py:220 이후,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3:32–3:55. graph.py의 build_graph가 노드를 등록하고 연결합니다. 대상 확인은 target_nodes.py, 검색은 runbook_retrieval.py, 작성과 검증은 report_nodes.py로 나눴습니다. route는 일반 대화면 바로 답하고, 장애면 resolve_target으로 갑니다. 불명확하면 interrupt 후 같은 Graph를 재개합니다. 첫 research는 Monitoring Tool을 조회합니다. 첫 replan_check에서 Runbook이 선택되면 같은 research 노드로 돌아가 Resource 원문을 읽습니다. 선택 문서가 없으면 곧장 analysis로 갑니다. validate 불합격이면 write를 최대 세 번 다시 실행합니다. 근거: agent/graph.py:11–24, 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3:55–4:17. 고정 Fake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왼쪽은 평가 JSON의 전체 캡처를 자르지 않고 비율대로 넣었습니다.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4:17–4:40. 이 Fake 모드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191d87ee8849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14edc0bdb442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597adac79549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9265c3bc9049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e63e20e4fa40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7f85396dc149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4B944C-8030-452A-BB1A-1A665B9075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82BE9A-7C1E-4D8F-BC69-F5D549C94A3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384F7A-E4CD-4983-AAEA-A0FC8FCE67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9841FE-837C-48B8-B612-766FC68582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052407-41AE-46E5-BED0-EE1076EAA4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6CC580-7DF6-4572-A4DD-7042F04189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139D85-1CD2-40A5-9248-127EE1BDA6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627605-66D7-4D82-A6AC-A312052B58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089A80-7434-4ED0-BD96-273464F001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0B5C1B-4B37-42D9-8B94-A2D2C1AA4A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66319d3ba24c35" /><Relationship Type="http://schemas.openxmlformats.org/officeDocument/2006/relationships/slideLayout" Target="/ppt/slideLayouts/slideLayout1.xml" Id="R789ab8d55ea8494a" /><Relationship Type="http://schemas.openxmlformats.org/officeDocument/2006/relationships/slideLayout" Target="/ppt/slideLayouts/slideLayout2.xml" Id="R74d63f74e2de4f0e" /><Relationship Type="http://schemas.openxmlformats.org/officeDocument/2006/relationships/slideLayout" Target="/ppt/slideLayouts/slideLayout3.xml" Id="R074e1aaf41a54238" /><Relationship Type="http://schemas.openxmlformats.org/officeDocument/2006/relationships/slideLayout" Target="/ppt/slideLayouts/slideLayout4.xml" Id="R6946ecb027cd4d95" /><Relationship Type="http://schemas.openxmlformats.org/officeDocument/2006/relationships/slideLayout" Target="/ppt/slideLayouts/slideLayout5.xml" Id="R631fdee9f0a7425b" /><Relationship Type="http://schemas.openxmlformats.org/officeDocument/2006/relationships/slideLayout" Target="/ppt/slideLayouts/slideLayout6.xml" Id="Rebd2f83f2ba949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9ab8d55ea8494a"/>
    <p:sldLayoutId xmlns:r="http://schemas.openxmlformats.org/officeDocument/2006/relationships" id="2147483650" r:id="R74d63f74e2de4f0e"/>
    <p:sldLayoutId xmlns:r="http://schemas.openxmlformats.org/officeDocument/2006/relationships" id="2147483651" r:id="R074e1aaf41a54238"/>
    <p:sldLayoutId xmlns:r="http://schemas.openxmlformats.org/officeDocument/2006/relationships" id="2147483652" r:id="R6946ecb027cd4d95"/>
    <p:sldLayoutId xmlns:r="http://schemas.openxmlformats.org/officeDocument/2006/relationships" id="2147483653" r:id="R631fdee9f0a7425b"/>
    <p:sldLayoutId xmlns:r="http://schemas.openxmlformats.org/officeDocument/2006/relationships" id="2147483654" r:id="Rebd2f83f2ba949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41d2c20ea574bed" /><Relationship Type="http://schemas.openxmlformats.org/officeDocument/2006/relationships/notesSlide" Target="/ppt/notesSlides/notesSlide1.xml" Id="Ra9139ecb084249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7dfad018ca4a30" /><Relationship Type="http://schemas.openxmlformats.org/officeDocument/2006/relationships/notesSlide" Target="/ppt/notesSlides/notesSlide2.xml" Id="Reb56cded0c7248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ec7281e3f04096" /><Relationship Type="http://schemas.openxmlformats.org/officeDocument/2006/relationships/notesSlide" Target="/ppt/notesSlides/notesSlide3.xml" Id="R2b02e51f0e094b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d1795a69944205" /><Relationship Type="http://schemas.openxmlformats.org/officeDocument/2006/relationships/image" Target="/ppt/media/image.jpeg" Id="R5e50818b58ac48bd" /><Relationship Type="http://schemas.openxmlformats.org/officeDocument/2006/relationships/notesSlide" Target="/ppt/notesSlides/notesSlide4.xml" Id="R4b3a5d59d66542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51703cabc74079" /><Relationship Type="http://schemas.openxmlformats.org/officeDocument/2006/relationships/notesSlide" Target="/ppt/notesSlides/notesSlide5.xml" Id="R4c398e34e95248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ed576fb9bb4bed" /><Relationship Type="http://schemas.openxmlformats.org/officeDocument/2006/relationships/notesSlide" Target="/ppt/notesSlides/notesSlide6.xml" Id="R1c6fad7a1a644c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6da2f95ed75424a" /><Relationship Type="http://schemas.openxmlformats.org/officeDocument/2006/relationships/notesSlide" Target="/ppt/notesSlides/notesSlide7.xml" Id="R615596ce186643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b888b534294d25" /><Relationship Type="http://schemas.openxmlformats.org/officeDocument/2006/relationships/notesSlide" Target="/ppt/notesSlides/notesSlide8.xml" Id="R54e07d97f05d48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b9772f9c744b01" /><Relationship Type="http://schemas.openxmlformats.org/officeDocument/2006/relationships/notesSlide" Target="/ppt/notesSlides/notesSlide9.xml" Id="R3d18bf0cc7c147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e85072f8644145" /><Relationship Type="http://schemas.openxmlformats.org/officeDocument/2006/relationships/image" Target="/ppt/media/image2.jpeg" Id="Rc5e181f1e10843cf" /><Relationship Type="http://schemas.openxmlformats.org/officeDocument/2006/relationships/notesSlide" Target="/ppt/notesSlides/notesSlide10.xml" Id="Rc410acf4d25349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046dacec5f48c9" /><Relationship Type="http://schemas.openxmlformats.org/officeDocument/2006/relationships/image" Target="/ppt/media/image3.jpeg" Id="R122208609b9243ae" /><Relationship Type="http://schemas.openxmlformats.org/officeDocument/2006/relationships/notesSlide" Target="/ppt/notesSlides/notesSlide11.xml" Id="R860dbf61cb8f4f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f85268ebb5b49cb" /><Relationship Type="http://schemas.openxmlformats.org/officeDocument/2006/relationships/notesSlide" Target="/ppt/notesSlides/notesSlide12.xml" Id="R3273059a175c4b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ae4c2f668174986" /><Relationship Type="http://schemas.openxmlformats.org/officeDocument/2006/relationships/image" Target="/ppt/media/image4.jpeg" Id="R5f0a36d866c34073" /><Relationship Type="http://schemas.openxmlformats.org/officeDocument/2006/relationships/notesSlide" Target="/ppt/notesSlides/notesSlide13.xml" Id="Redad50ab5ed84f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ab6cd82ff3845c9" /><Relationship Type="http://schemas.openxmlformats.org/officeDocument/2006/relationships/image" Target="/ppt/media/image5.jpeg" Id="R6695dc51081b4f01" /><Relationship Type="http://schemas.openxmlformats.org/officeDocument/2006/relationships/notesSlide" Target="/ppt/notesSlides/notesSlide14.xml" Id="R1f262eec584c42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d94de0f8f974174" /><Relationship Type="http://schemas.openxmlformats.org/officeDocument/2006/relationships/notesSlide" Target="/ppt/notesSlides/notesSlide15.xml" Id="R78bc6ba70eb24a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C535EE-9A06-4A2D-9B31-E42FE9CB9053}"/>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70D62E45-73ED-4225-8A4B-3A139DDB9100}"/>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21200AFA-4949-499F-A4CB-8D1614974236}"/>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D3C1E86F-46D2-4BDD-A9C8-C2440DE1D845}"/>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2368769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8918118-4B8B-4998-8CE1-E5DF2A3043D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75EC24CD-831C-412C-B8F5-3331C233041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8DF8489B-5249-4D72-AB7C-6A5AD94A50BA}"/>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DAAC217A-DF0D-4610-B757-663B8C81CC45}"/>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A4C4AEDB-94C4-4643-A6E4-9414C04F1255}"/>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D4C6B919-32FE-4C35-9A0E-82B38AA753B5}"/>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564338E2-B06C-4B3A-82D9-B126F9836B53}"/>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DF72A74B-FDFF-4EA0-A74B-0BF093C5B7E1}"/>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D6640172-09B2-421F-9EAB-6A8A24B90D48}"/>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9ADC8603-C942-4E39-AB3A-EC7B6AD4C4E0}"/>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02CE3ABB-2902-4619-AA09-A2966742F9C9}"/>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07B91343-B447-437E-A720-1C9374CBD22E}"/>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4FF92872-E697-4C5C-AE79-63214CFF5B7D}"/>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D65F36AF-F400-4B19-979B-23359CEB3427}"/>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5D9396A7-5AD0-4CA5-96FA-D34F40EE89AB}"/>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CCE536D4-A66D-49D9-9C9D-B79534FC0D10}"/>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082FBC1E-E066-4E29-AAA7-349D309768CD}"/>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8F0D468D-8FC3-40AC-85A8-FF1155AE5B5B}"/>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2108855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40848B4-36F8-4B8D-B6B7-D8FCD9B546B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12E4D35F-EC3D-4263-8440-4F848535C70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D23A710A-5FC5-47B8-BEF8-C7D9F59F7F02}"/>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12409E9D-3E5A-4536-9179-1A9DFD8B80E7}"/>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184F78A3-5B09-45A7-B3D2-0425B0654BD3}"/>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9BCD63CC-6F79-41E3-85FF-464CCB2E8C8C}"/>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9604A615-F72F-4D3A-9EBE-CC10AB17391C}"/>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미확인 대상은 auth-service로 대체</a:t>
            </a:r>
          </a:p>
        </p:txBody>
      </p:sp>
      <p:sp>
        <p:nvSpPr>
          <p:cNvPr id="8" name="">
            <a:extLst xmlns:a="http://schemas.openxmlformats.org/drawingml/2006/main">
              <a:ext uri="{FF2B5EF4-FFF2-40B4-BE49-F238E27FC236}">
                <a16:creationId xmlns:a16="http://schemas.microsoft.com/office/drawing/2014/main" id="{431BC807-E35D-4289-A7CC-C3374A9BDAA5}"/>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56EFCACF-AFAD-4D92-B5B5-D10C6147308E}"/>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332A2D4D-51E7-4438-85BE-0368CA00FF0D}"/>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299813AB-034D-41B4-98F3-234110E52802}"/>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A7061F7E-7309-411C-91A4-A4AEFCE73D3A}"/>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62C0EB84-9E44-4E42-9995-1F891132564A}"/>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EE4867E5-113F-4961-A2FC-381E3B9FBBF3}"/>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BF834A17-9AAD-4F93-BE13-BB030F192C73}"/>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2D67A033-B5B7-4816-B655-4076BF81F897}"/>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31C7B614-5C06-4F02-8267-1C424B479D31}"/>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후 finalize</a:t>
            </a:r>
          </a:p>
        </p:txBody>
      </p:sp>
      <p:sp>
        <p:nvSpPr>
          <p:cNvPr id="18" name="">
            <a:extLst xmlns:a="http://schemas.openxmlformats.org/drawingml/2006/main">
              <a:ext uri="{FF2B5EF4-FFF2-40B4-BE49-F238E27FC236}">
                <a16:creationId xmlns:a16="http://schemas.microsoft.com/office/drawing/2014/main" id="{466E2F90-DCAB-4DB7-92DE-D7FF35B237A3}"/>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F73F3326-9F77-4723-A997-7903F69D0EB0}"/>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547A9F81-1432-4FF4-A317-D4F79A01FD3B}"/>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a:t>
            </a:r>
          </a:p>
        </p:txBody>
      </p:sp>
      <p:sp>
        <p:nvSpPr>
          <p:cNvPr id="21" name="">
            <a:extLst xmlns:a="http://schemas.openxmlformats.org/drawingml/2006/main">
              <a:ext uri="{FF2B5EF4-FFF2-40B4-BE49-F238E27FC236}">
                <a16:creationId xmlns:a16="http://schemas.microsoft.com/office/drawing/2014/main" id="{708394E8-AAC2-4C76-B4B8-4EA8CA231CFC}"/>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F9A69B68-2ECD-49F3-82EF-BE0DD40BC1FC}"/>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89CD67EE-BBF4-4021-B6F8-4C4F51888073}"/>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D2113025-3325-4F7F-9C60-704D604BDD6F}"/>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F842AE8B-C782-4F16-98CE-9309113137EA}"/>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345144F6-7748-4258-A6F9-1815BCBA9B9B}"/>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질문·알림으로 여러 문서 검색</a:t>
            </a:r>
          </a:p>
        </p:txBody>
      </p:sp>
      <p:sp>
        <p:nvSpPr>
          <p:cNvPr id="27" name="">
            <a:extLst xmlns:a="http://schemas.openxmlformats.org/drawingml/2006/main">
              <a:ext uri="{FF2B5EF4-FFF2-40B4-BE49-F238E27FC236}">
                <a16:creationId xmlns:a16="http://schemas.microsoft.com/office/drawing/2014/main" id="{C5390465-A52C-46FA-8BF3-890AB10AE3FD}"/>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57A486ED-5A2F-4B25-8520-A0EDCBF8A482}"/>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C6292F5B-2FAB-42A4-B723-FF12DAFC1133}"/>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6ADDE955-D62C-4826-9FF4-8028F5EFB1EA}"/>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84587D10-1DAA-40C8-A901-F89A7969F607}"/>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5C5FE063-7964-45EB-AB06-9B63BB6DB91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919818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5DDA74-DFC3-4BEC-A549-884F872CB3E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324B6E46-5FE6-40F6-9A96-9C0933B6141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EFB01A31-2141-4D9E-BBB0-46AB297975CA}"/>
              </a:ext>
            </a:extLst>
          </p:cNvPr>
          <p:cNvPicPr>
            <a:picLocks xmlns:a="http://schemas.openxmlformats.org/drawingml/2006/main" noChangeAspect="1"/>
          </p:cNvPicPr>
          <p:nvPr/>
        </p:nvPicPr>
        <p:blipFill>
          <a:blip xmlns:r="http://schemas.openxmlformats.org/officeDocument/2006/relationships" xmlns:a="http://schemas.openxmlformats.org/drawingml/2006/main" r:embed="R5e50818b58ac48bd"/>
          <a:stretch xmlns:a="http://schemas.openxmlformats.org/drawingml/2006/main"/>
        </p:blipFill>
        <p:spPr>
          <a:xfrm xmlns:a="http://schemas.openxmlformats.org/drawingml/2006/main">
            <a:off x="677823" y="1266825"/>
            <a:ext cx="4635579"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0000A0-ECFC-4441-8E40-BB6499FE693B}"/>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BED936F8-32DE-45F2-B373-79A367B35102}"/>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04293DD5-F42D-49BF-8111-6732D748EE98}"/>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4C8BD5E5-4687-459B-B36B-E0F73EF2BA1E}"/>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5ED8BB7A-C890-436C-A35F-BFE065184A7E}"/>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FCF6EA63-ED70-4F19-8F11-EDFBF871580D}"/>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D6C5F212-BEF9-48AC-9CF3-4C0C151505C9}"/>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D49CD8DC-E32C-4962-BD30-E0A68973ED84}"/>
              </a:ext>
            </a:extLst>
          </p:cNvPr>
          <p:cNvSpPr>
            <a:spLocks xmlns:a="http://schemas.openxmlformats.org/drawingml/2006/main" noGrp="1"/>
          </p:cNvSpPr>
          <p:nvPr/>
        </p:nvSpPr>
        <p:spPr>
          <a:xfrm xmlns:a="http://schemas.openxmlformats.org/drawingml/2006/main">
            <a:off x="666750" y="6210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실행 화면</a:t>
            </a:r>
          </a:p>
        </p:txBody>
      </p:sp>
      <p:sp>
        <p:nvSpPr>
          <p:cNvPr id="12" name="">
            <a:extLst xmlns:a="http://schemas.openxmlformats.org/drawingml/2006/main">
              <a:ext uri="{FF2B5EF4-FFF2-40B4-BE49-F238E27FC236}">
                <a16:creationId xmlns:a16="http://schemas.microsoft.com/office/drawing/2014/main" id="{7786289B-6FC9-4ABB-AE69-63908E5B413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0522542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B99FB1E-1A9F-4541-B239-CB3F88472D2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06169F42-498C-49D9-AB22-A28E596121C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52C120DA-110A-45B1-B011-350FF8585D34}"/>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87FA22A6-5551-45EC-9D6F-E10656377543}"/>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C2ADF489-240C-4728-83C6-3C6608F56EB4}"/>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879C8DBA-F678-43F9-AD2C-490AEB973B2E}"/>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DA7ADA3A-0188-4E0B-A3CE-A20C91AFF4F5}"/>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2A6F3A5B-9733-4F00-8D1F-A6CE3D38A099}"/>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57C80F85-0C2A-4C41-8916-F61645B84BB0}"/>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BB84EF94-D6C7-4EA0-8269-C4B983C4E336}"/>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D42B76AD-D003-424D-8225-F1107DD357F7}"/>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EBDD7222-ADE7-4C96-9803-5D3C0DCCFA72}"/>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26271B21-B85A-4E18-A4DB-96BF42233D43}"/>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8C3E85BA-6735-47F9-85D9-9806C19E3DB7}"/>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9A6A5860-4DD9-4200-B420-35CB89311129}"/>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EB30DFA3-C174-4E02-B633-4D18FC902CF9}"/>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29BF8F38-4F3A-4DB0-8A80-A975223E5836}"/>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828D0361-4B8C-4136-8221-B0AAF010DBFE}"/>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5DE1A337-FB7C-496F-BD91-9FFE5EA5D6D6}"/>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EB1D498F-CC51-4D9B-AFDC-D697A2D77A26}"/>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78FD3C4B-B812-49AE-BB5C-0472FB2CAC3A}"/>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9A67117C-8014-4021-AA7C-3E539FE08AD6}"/>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mcp_server.py:19–78 · Runbook 선택은 replan_check가 수행</a:t>
            </a:r>
          </a:p>
        </p:txBody>
      </p:sp>
      <p:sp>
        <p:nvSpPr>
          <p:cNvPr id="23" name="">
            <a:extLst xmlns:a="http://schemas.openxmlformats.org/drawingml/2006/main">
              <a:ext uri="{FF2B5EF4-FFF2-40B4-BE49-F238E27FC236}">
                <a16:creationId xmlns:a16="http://schemas.microsoft.com/office/drawing/2014/main" id="{D24B24B5-BEC6-4A10-8126-DF218211A99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487558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8D7A7D-FE6F-4784-A7E8-CD4C583E3D5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4F7E4939-E658-47B6-A0A9-3883C278A7C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9DCE805B-6B76-4E8F-ACBB-E650F4169D3C}"/>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5A963DFC-297D-4F0A-9EE2-AEC3217B93CE}"/>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078F6623-E34B-4C6B-B8B0-DF9500332878}"/>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D1E4F15C-9516-41CB-B9F3-56CFAD9F6E9A}"/>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03D02975-1E22-4EC4-BAEF-74A5976BB246}"/>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142E1801-B797-4191-B5E2-8318AB5AABEC}"/>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46C209D9-055A-44B5-93D5-531B53CFC88C}"/>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BB9CB19B-7877-4745-AF46-07A0572C3586}"/>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5EF7DF85-1C07-439E-A153-A65EFF7AE3AC}"/>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find_prompt → get_prompt → task 작성</a:t>
            </a:r>
          </a:p>
        </p:txBody>
      </p:sp>
      <p:sp>
        <p:nvSpPr>
          <p:cNvPr id="12" name="">
            <a:extLst xmlns:a="http://schemas.openxmlformats.org/drawingml/2006/main">
              <a:ext uri="{FF2B5EF4-FFF2-40B4-BE49-F238E27FC236}">
                <a16:creationId xmlns:a16="http://schemas.microsoft.com/office/drawing/2014/main" id="{B3E335D3-F303-463B-AAFA-1B5436062DBD}"/>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1A65B344-2E2F-4AA6-8375-58CE9DA44D4E}"/>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5ADF5AE7-E381-4960-8253-51F21E0B15C1}"/>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22D48B46-71B8-4B98-841B-CB0D91BE1078}"/>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검색기로 ID 선택 (MCP 호출 아님)</a:t>
            </a:r>
          </a:p>
        </p:txBody>
      </p:sp>
      <p:sp>
        <p:nvSpPr>
          <p:cNvPr id="16" name="">
            <a:extLst xmlns:a="http://schemas.openxmlformats.org/drawingml/2006/main">
              <a:ext uri="{FF2B5EF4-FFF2-40B4-BE49-F238E27FC236}">
                <a16:creationId xmlns:a16="http://schemas.microsoft.com/office/drawing/2014/main" id="{86A1E91A-5B8F-4DF8-A624-B9CA2B106E80}"/>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B1321D77-98E6-4ED9-86E2-0B074CD2AC79}"/>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D256FF06-DB61-4BBD-922A-64D18BBB8CFF}"/>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A50C7B6D-EA3A-45F7-BF37-F8F791B871DC}"/>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9E1F23FF-D620-42EB-8575-87591B8F485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366397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9767BD3-517D-47D3-A56B-48D51307C4C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6688A327-0673-4597-B2FD-D6E08B4C68E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2ED2C0E0-EB26-44BC-A8B5-B0C6FA90AF70}"/>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D0BBB829-6858-4E34-A30B-E32285469D31}"/>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47A51943-C271-49AD-A4C4-2C1D48260ED7}"/>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A505A885-4701-47C3-AF8A-90D582F2D26B}"/>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6BD45238-9F67-428C-8239-1FE13AF3C50A}"/>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7C415236-EF90-4DA6-9992-7CB1CC92FC96}"/>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6E4FA7AC-EBCC-400C-8D76-915A21CF79CB}"/>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23D94E5B-9593-4A71-BDD6-945228303F55}"/>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6B736312-3BB3-48D1-BFFD-4C21AE0F93FB}"/>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47CCFEE6-7AC5-4776-8EFC-B077AB0E6FCD}"/>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3DAD351E-F8D1-4633-AF05-E42F70995CC7}"/>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6B49DF70-48B9-40C1-A58E-4217E76A8DA2}"/>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5FDDECE6-8A6B-4A68-A097-9220ED6C94EF}"/>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3217D52D-1CA0-43FE-A236-866ACC410AB2}"/>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88724698-845D-47B7-8F6D-07586B968439}"/>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
        <p:nvSpPr>
          <p:cNvPr id="18" name="">
            <a:extLst xmlns:a="http://schemas.openxmlformats.org/drawingml/2006/main">
              <a:ext uri="{FF2B5EF4-FFF2-40B4-BE49-F238E27FC236}">
                <a16:creationId xmlns:a16="http://schemas.microsoft.com/office/drawing/2014/main" id="{A69E1842-85D6-400E-83ED-2DBC91291CE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489935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D49AD52-95AB-489E-AD12-EC0FA1BBAEE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5DD46D93-2EE5-48B4-89F4-E34BF6D9A2B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A4C7D808-BCEB-4A8F-B580-9B59E62CDE9C}"/>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45C173D7-AF9A-4E78-B234-862962B68666}"/>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08CDF1EC-CC3E-42B2-B6C2-D43633DADFB5}"/>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8AECE5AA-EA18-4B6E-AEFD-CE6BD1A26FE8}"/>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30CE33E9-48C8-481B-AA63-2FE5038CD5B2}"/>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F49E9EAC-6711-415A-85EA-320333AE3C09}"/>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FAC52DDC-A7E8-4E9A-99ED-00D7DFE6E47C}"/>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F702E965-E21E-4CE4-8D63-5EE98B7BB1B5}"/>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1E493D3F-DFA9-452C-9485-BB1614617B98}"/>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34FFED71-B043-4B50-8D3B-AA853FE90BCD}"/>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D7E49334-D6C6-4F5F-8443-48C0CFB0ED9B}"/>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EBFDCC90-5014-43D1-A7AB-FDB86A506F5D}"/>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862009F8-A705-4A43-A214-C62FE2B0FC8D}"/>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F6358781-0FE3-4B47-92DE-36531CAA5EA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5528861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462602-CB77-447B-9DC2-CB3744FAAD2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E59D2161-D030-4AD7-B3C6-21538AF37C1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61E49741-C804-4F22-8EA9-F053135A1491}"/>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C621B942-EA87-4DB7-906E-2D6398D30D2C}"/>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58837AC8-0FF8-4EF5-833D-E777F7F6CCC3}"/>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33266841-BE87-4F47-AAF1-A31F6B6A0CC8}"/>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20191723-12AF-45D5-86D2-D11E5EC81476}"/>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BB76E5AE-804E-47FA-A56A-E4BBE584EA1D}"/>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D19B5E03-9B2D-4B8D-86E1-DD589DEE8605}"/>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2AC87428-A166-4744-8B53-0AF852867AAB}"/>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35BBCCD4-E2B8-4877-B8D4-AD6C25D8E205}"/>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7FCAF9F9-BCD6-4FB2-B192-8387D1FC5046}"/>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88FC330A-4918-4CEC-ACA1-38314CDB15CE}"/>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00E1E227-F59F-4A56-8272-AE0401BBFB06}"/>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BE45BF9F-4C32-4B4D-BA55-E90B02B4F33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5772344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789C39-974C-4902-A5F8-6D765D7DE5B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0EC88088-4747-46AE-A999-D2A1C03B6A7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9EE129DC-FC1E-4C4C-99B7-AE0330441E78}"/>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89B013C7-56E0-46C5-8A2A-91F77D61BA96}"/>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28767A2F-ABA4-4A30-ACF6-F14F6A010678}"/>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61CAF54B-E14E-4B27-B702-66C43ED7B6CD}"/>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F7BECB15-123B-4AAD-91EF-DBFC8E4BCD3C}"/>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3283BB6C-5170-4EC3-B6DF-D2B9DB64BC3F}"/>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E9DC6A35-2F11-4069-910A-655B79198AE3}"/>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3046E5BE-FA02-4BAF-AC59-062BB39A98C4}"/>
              </a:ext>
            </a:extLst>
          </p:cNvPr>
          <p:cNvPicPr>
            <a:picLocks xmlns:a="http://schemas.openxmlformats.org/drawingml/2006/main" noChangeAspect="1"/>
          </p:cNvPicPr>
          <p:nvPr/>
        </p:nvPicPr>
        <p:blipFill>
          <a:blip xmlns:r="http://schemas.openxmlformats.org/officeDocument/2006/relationships" xmlns:a="http://schemas.openxmlformats.org/drawingml/2006/main" r:embed="Rc5e181f1e10843cf"/>
          <a:srcRect xmlns:a="http://schemas.openxmlformats.org/drawingml/2006/main" l="1500" t="11000" r="28000" b="430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22C46CF-3260-4A3D-81B2-EE6B7762E762}"/>
              </a:ext>
            </a:extLst>
          </p:cNvPr>
          <p:cNvSpPr>
            <a:spLocks xmlns:a="http://schemas.openxmlformats.org/drawingml/2006/main" noGrp="1"/>
          </p:cNvSpPr>
          <p:nvPr/>
        </p:nvSpPr>
        <p:spPr>
          <a:xfrm xmlns:a="http://schemas.openxmlformats.org/drawingml/2006/main">
            <a:off x="685800" y="6257925"/>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단위 테스트 12개</a:t>
            </a:r>
          </a:p>
        </p:txBody>
      </p:sp>
      <p:sp>
        <p:nvSpPr>
          <p:cNvPr id="12" name="">
            <a:extLst xmlns:a="http://schemas.openxmlformats.org/drawingml/2006/main">
              <a:ext uri="{FF2B5EF4-FFF2-40B4-BE49-F238E27FC236}">
                <a16:creationId xmlns:a16="http://schemas.microsoft.com/office/drawing/2014/main" id="{7572A2FD-E8BA-44BC-A877-4D2BB5D4DC5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702712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5F99BD-8455-422D-924A-29A791A743B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C7C5BF7F-DBB9-4A48-9A33-14473D976B4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0C6E1B54-83EF-4E11-A280-6C0696085412}"/>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3BB1E5E7-275B-4674-ABDF-36B50171BB76}"/>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A3AE5643-3852-42B3-954D-06648CC3AC07}"/>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43615CF2-F22C-45B0-88AA-6025C231C03F}"/>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54DCA360-5D63-43E9-AC04-8406741324EA}"/>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0A00A187-2C5F-4A28-9CEE-D5CEE6C21592}"/>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C85873DF-235A-42E2-AA9C-78E2E57966BA}"/>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DB60D293-6BC2-4571-A54C-86B8D63342B8}"/>
              </a:ext>
            </a:extLst>
          </p:cNvPr>
          <p:cNvPicPr>
            <a:picLocks xmlns:a="http://schemas.openxmlformats.org/drawingml/2006/main" noChangeAspect="1"/>
          </p:cNvPicPr>
          <p:nvPr/>
        </p:nvPicPr>
        <p:blipFill>
          <a:blip xmlns:r="http://schemas.openxmlformats.org/officeDocument/2006/relationships" xmlns:a="http://schemas.openxmlformats.org/drawingml/2006/main" r:embed="R122208609b9243ae"/>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6411117-144D-4388-80D7-A22FD4A17630}"/>
              </a:ext>
            </a:extLst>
          </p:cNvPr>
          <p:cNvSpPr>
            <a:spLocks xmlns:a="http://schemas.openxmlformats.org/drawingml/2006/main" noGrp="1"/>
          </p:cNvSpPr>
          <p:nvPr/>
        </p:nvSpPr>
        <p:spPr>
          <a:xfrm xmlns:a="http://schemas.openxmlformats.org/drawingml/2006/main">
            <a:off x="666750" y="62198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실제 운영 장애 화면 아님</a:t>
            </a:r>
          </a:p>
        </p:txBody>
      </p:sp>
      <p:sp>
        <p:nvSpPr>
          <p:cNvPr id="12" name="">
            <a:extLst xmlns:a="http://schemas.openxmlformats.org/drawingml/2006/main">
              <a:ext uri="{FF2B5EF4-FFF2-40B4-BE49-F238E27FC236}">
                <a16:creationId xmlns:a16="http://schemas.microsoft.com/office/drawing/2014/main" id="{7BE53D47-11BA-46FD-9C23-6D23313BC22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10553117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F03B340-56AF-470A-A7FA-CC2777E805C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9F6E68D4-92DC-46A2-BC6F-84A356C1978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987AAEAD-3874-4687-8A99-EB1D2D87D46A}"/>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5C4F9093-1AB0-4F61-BB18-89B92363422D}"/>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93D2B94E-E207-453E-A27D-457FFFC5F7A9}"/>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1965B607-0387-4AA2-91CF-5A2D89B3EA8D}"/>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44E38CBC-3BCB-4AB9-8E58-63CDD67CC17C}"/>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3D563B46-8CCE-4752-A21C-E1BC5EA0EF1C}"/>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92C43E8F-93A1-4F86-858A-6D1CC6FFD68A}"/>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9C48818E-E948-4FCF-A61E-8AFEA01C96A2}"/>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A713A842-BC2A-4F89-A167-6D8AD07815B8}"/>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4EEFBF90-ABFC-4D18-AEE2-CBC8CBDBA922}"/>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457F1D48-6827-47BF-91A8-BC27BADD71BB}"/>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52329520-39D7-4E54-A93D-D85C88E596BA}"/>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D0D89B03-847F-412F-A1F5-A740848F92EF}"/>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15815401-2BAC-41D9-9152-06A6FBBDDA2B}"/>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7DD86AC2-E828-4D0B-B969-8B44C20C77DA}"/>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A5437457-9D0D-4B6F-AAAE-B97EC48F385A}"/>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0E4465B0-008A-4F7F-86F9-DB47288F804C}"/>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4CAE357E-1075-4477-BA76-C4690D7580DD}"/>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DD04ED94-7605-45CB-BBFB-CB9331B68770}"/>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5E41B1F8-1974-4D71-8941-33B4E7DF1F1E}"/>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D9FD5232-4E00-4715-8053-9FBDCDA7C24F}"/>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A72F932A-184C-49BA-B50D-11F096822EA4}"/>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D6D762F9-BD58-49DC-B399-B28E10432843}"/>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9BB266AF-DD59-4EA5-8D55-06E01261637A}"/>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69F296C4-B97B-4E38-A9F2-BE854CCEA62C}"/>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2B06BA80-1C23-4BF7-BCAD-F2B10B211268}"/>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E9FDB10F-A5DD-4745-BEF2-6E7449ED1384}"/>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9F8CADF8-2459-42D2-9980-A3C8AFEEFE38}"/>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D14F95B4-AC42-4996-8339-E9BEB91A320F}"/>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C660906E-727F-4631-97D1-0F94FAFC9032}"/>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11FA736D-C97A-4B85-B3ED-84A9CD78183A}"/>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B147B256-0C62-4212-964C-7804B41A4DBB}"/>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9DFDFA8D-13B3-4787-A16D-CD4B981D0A75}"/>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674C427D-3759-4A32-8F9E-3B76C041D81C}"/>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EE1D519D-9087-40EC-B2CF-0CF32D23F5DC}"/>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71394024-A284-41D3-81B3-8BC44249BD86}"/>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3BF3AD30-C7A6-44B8-BD5D-5AD10D5687ED}"/>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ADD234A5-B759-467A-B344-262C7725FFC1}"/>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C627A37C-8458-4B61-9EBF-2EA0A4A9A79E}"/>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2987E180-75A7-4508-81FF-1FD110DBCB68}"/>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3" name="">
            <a:extLst xmlns:a="http://schemas.openxmlformats.org/drawingml/2006/main">
              <a:ext uri="{FF2B5EF4-FFF2-40B4-BE49-F238E27FC236}">
                <a16:creationId xmlns:a16="http://schemas.microsoft.com/office/drawing/2014/main" id="{7374A623-2513-474C-9DC1-E562123717E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1042486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01DD7C-7EDC-4192-9B47-C8E51A5B5C4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50680E18-BA95-45BB-95DA-E9A1731809B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pic>
        <p:nvPicPr>
          <p:cNvPr id="3" name="">
            <a:extLst xmlns:a="http://schemas.openxmlformats.org/drawingml/2006/main">
              <a:ext uri="{FF2B5EF4-FFF2-40B4-BE49-F238E27FC236}">
                <a16:creationId xmlns:a16="http://schemas.microsoft.com/office/drawing/2014/main" id="{8FD8EAF1-DFB9-4750-9F42-A8037672EA5A}"/>
              </a:ext>
            </a:extLst>
          </p:cNvPr>
          <p:cNvPicPr>
            <a:picLocks xmlns:a="http://schemas.openxmlformats.org/drawingml/2006/main" noChangeAspect="1"/>
          </p:cNvPicPr>
          <p:nvPr/>
        </p:nvPicPr>
        <p:blipFill>
          <a:blip xmlns:r="http://schemas.openxmlformats.org/officeDocument/2006/relationships" xmlns:a="http://schemas.openxmlformats.org/drawingml/2006/main" r:embed="R5f0a36d866c34073"/>
          <a:stretch xmlns:a="http://schemas.openxmlformats.org/drawingml/2006/main"/>
        </p:blipFill>
        <p:spPr>
          <a:xfrm xmlns:a="http://schemas.openxmlformats.org/drawingml/2006/main">
            <a:off x="993919" y="1219200"/>
            <a:ext cx="4251036"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5793EC-CBE2-4BFC-9334-67C700716B77}"/>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EB765BAC-D43D-4F77-B4D1-69B0F32F15A7}"/>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814231FF-4E39-4A6B-B990-D842319F2338}"/>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07884D07-27C8-4737-93BF-609E92125D6C}"/>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1DD6465A-D170-4BF4-8409-3240C2B85832}"/>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621566DE-4001-459E-8626-88E09DD7C031}"/>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E6ECD9DD-CDDD-4256-916E-F82D32BD684A}"/>
              </a:ext>
            </a:extLst>
          </p:cNvPr>
          <p:cNvSpPr>
            <a:spLocks xmlns:a="http://schemas.openxmlformats.org/drawingml/2006/main" noGrp="1"/>
          </p:cNvSpPr>
          <p:nvPr/>
        </p:nvSpPr>
        <p:spPr>
          <a:xfrm xmlns:a="http://schemas.openxmlformats.org/drawingml/2006/main">
            <a:off x="657225" y="6276975"/>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원본 캡처 전체 표시 · 고정 Fake 데이터 · scripts/evaluate.py</a:t>
            </a:r>
          </a:p>
        </p:txBody>
      </p:sp>
      <p:sp>
        <p:nvSpPr>
          <p:cNvPr id="11" name="">
            <a:extLst xmlns:a="http://schemas.openxmlformats.org/drawingml/2006/main">
              <a:ext uri="{FF2B5EF4-FFF2-40B4-BE49-F238E27FC236}">
                <a16:creationId xmlns:a16="http://schemas.microsoft.com/office/drawing/2014/main" id="{6B21716C-11D9-457A-BBA5-CF30A4737AA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3750674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D8397C-FEE8-4A7D-9D1C-F3532919188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B10D8FF0-8E4B-4BFB-B5C8-157D931B48E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pic>
        <p:nvPicPr>
          <p:cNvPr id="3" name="">
            <a:extLst xmlns:a="http://schemas.openxmlformats.org/drawingml/2006/main">
              <a:ext uri="{FF2B5EF4-FFF2-40B4-BE49-F238E27FC236}">
                <a16:creationId xmlns:a16="http://schemas.microsoft.com/office/drawing/2014/main" id="{9CD831E0-8554-4A18-83B5-11C0EE779C3B}"/>
              </a:ext>
            </a:extLst>
          </p:cNvPr>
          <p:cNvPicPr>
            <a:picLocks xmlns:a="http://schemas.openxmlformats.org/drawingml/2006/main" noChangeAspect="1"/>
          </p:cNvPicPr>
          <p:nvPr/>
        </p:nvPicPr>
        <p:blipFill>
          <a:blip xmlns:r="http://schemas.openxmlformats.org/officeDocument/2006/relationships" xmlns:a="http://schemas.openxmlformats.org/drawingml/2006/main" r:embed="R6695dc51081b4f01"/>
          <a:stretch xmlns:a="http://schemas.openxmlformats.org/drawingml/2006/main"/>
        </p:blipFill>
        <p:spPr>
          <a:xfrm xmlns:a="http://schemas.openxmlformats.org/drawingml/2006/main">
            <a:off x="647700" y="1264356"/>
            <a:ext cx="4667250" cy="49388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FC9E5F-C961-40A7-9960-345A4299AA72}"/>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A2018F60-FFAB-4B79-A19D-003F9802563A}"/>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7CCFACC6-A89D-4DA4-8324-FB2D37279A1D}"/>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A9E23C34-DFF0-4C9C-9293-C0EE361C97C9}"/>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0796CD14-30E7-427F-8E9E-A81DE6F8B437}"/>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BD4CB705-797F-4949-9786-CDA79500F52A}"/>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6CE5B11D-D1DD-443C-BE77-D4693EDB5C10}"/>
              </a:ext>
            </a:extLst>
          </p:cNvPr>
          <p:cNvSpPr>
            <a:spLocks xmlns:a="http://schemas.openxmlformats.org/drawingml/2006/main" noGrp="1"/>
          </p:cNvSpPr>
          <p:nvPr/>
        </p:nvSpPr>
        <p:spPr>
          <a:xfrm xmlns:a="http://schemas.openxmlformats.org/drawingml/2006/main">
            <a:off x="666750" y="6286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최종 실행 화면</a:t>
            </a:r>
          </a:p>
        </p:txBody>
      </p:sp>
      <p:sp>
        <p:nvSpPr>
          <p:cNvPr id="11" name="">
            <a:extLst xmlns:a="http://schemas.openxmlformats.org/drawingml/2006/main">
              <a:ext uri="{FF2B5EF4-FFF2-40B4-BE49-F238E27FC236}">
                <a16:creationId xmlns:a16="http://schemas.microsoft.com/office/drawing/2014/main" id="{5CFF03AB-EEFA-428C-8664-41C1C756518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5264469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F8EC9F-79F2-4D63-AD43-75BD096592C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1824DDB0-F292-4DD6-8F49-F7FBE9D771A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BF38F323-CABE-417B-9C94-BC5E8E5B08C2}"/>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135F7E0F-AEC0-4ED0-88DD-E1148AA477FF}"/>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7D340922-DD22-4132-AB8B-EE9CA7995B01}"/>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6705A692-3336-4633-A929-C682D142DE4C}"/>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319DE158-DE45-47AE-99C9-F40143438D51}"/>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3B4CEEF6-6BF7-4C93-BC5A-0A025728C269}"/>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2829B7A2-8599-4DD4-BD37-448F48FE701B}"/>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561522EB-0DC3-4727-BF64-E72A0DDD1DE1}"/>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94AC18AC-77E7-4B89-B68E-3CA8466AE3C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882919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2026-10-22T05:05:18.4340000Z</dcterms:created>
  <dcterms:modified xsi:type="dcterms:W3CDTF">2026-10-22T05:05:18.4340000Z</dcterms:modified>
</coreProperties>
</file>