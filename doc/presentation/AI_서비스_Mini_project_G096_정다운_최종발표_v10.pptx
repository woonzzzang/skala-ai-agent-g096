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0aa72b16704075" /><Relationship Type="http://schemas.openxmlformats.org/officeDocument/2006/relationships/extended-properties" Target="/docProps/app.xml" Id="R9c0aab7ab9194660" /><Relationship Type="http://schemas.openxmlformats.org/officeDocument/2006/relationships/officeDocument" Target="/ppt/presentation.xml" Id="R152f44e8fb764c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19472a2bc940ac"/>
  </p:sldMasterIdLst>
  <p:notesMasterIdLst>
    <p:notesMasterId xmlns:r="http://schemas.openxmlformats.org/officeDocument/2006/relationships" r:id="R621f74c466d34ffd"/>
  </p:notesMasterIdLst>
  <p:sldIdLst>
    <p:sldId xmlns:r="http://schemas.openxmlformats.org/officeDocument/2006/relationships" id="256" r:id="R723a7e35e0cd43af"/>
    <p:sldId xmlns:r="http://schemas.openxmlformats.org/officeDocument/2006/relationships" id="257" r:id="R670b514e0a4f4e6f"/>
    <p:sldId xmlns:r="http://schemas.openxmlformats.org/officeDocument/2006/relationships" id="258" r:id="R08fd69b21b9642bf"/>
    <p:sldId xmlns:r="http://schemas.openxmlformats.org/officeDocument/2006/relationships" id="259" r:id="R5052a68443244d39"/>
    <p:sldId xmlns:r="http://schemas.openxmlformats.org/officeDocument/2006/relationships" id="260" r:id="R89cc6545ade34982"/>
    <p:sldId xmlns:r="http://schemas.openxmlformats.org/officeDocument/2006/relationships" id="261" r:id="Ra5014bdedd3b4125"/>
    <p:sldId xmlns:r="http://schemas.openxmlformats.org/officeDocument/2006/relationships" id="262" r:id="R527bd058be2d4799"/>
    <p:sldId xmlns:r="http://schemas.openxmlformats.org/officeDocument/2006/relationships" id="263" r:id="R065c4649029545e6"/>
    <p:sldId xmlns:r="http://schemas.openxmlformats.org/officeDocument/2006/relationships" id="264" r:id="Rf1237084bd8e4730"/>
    <p:sldId xmlns:r="http://schemas.openxmlformats.org/officeDocument/2006/relationships" id="265" r:id="Rb7bd9645925f406c"/>
    <p:sldId xmlns:r="http://schemas.openxmlformats.org/officeDocument/2006/relationships" id="266" r:id="Ree281ecabad045d1"/>
    <p:sldId xmlns:r="http://schemas.openxmlformats.org/officeDocument/2006/relationships" id="267" r:id="R35391d8c4315454d"/>
    <p:sldId xmlns:r="http://schemas.openxmlformats.org/officeDocument/2006/relationships" id="268" r:id="R4d238d2fb3354e80"/>
    <p:sldId xmlns:r="http://schemas.openxmlformats.org/officeDocument/2006/relationships" id="269" r:id="Rf25c55076d854033"/>
    <p:sldId xmlns:r="http://schemas.openxmlformats.org/officeDocument/2006/relationships" id="270" r:id="Re91071f330f14f55"/>
    <p:sldId xmlns:r="http://schemas.openxmlformats.org/officeDocument/2006/relationships" id="271" r:id="R74c9eb201a4b4b3c"/>
    <p:sldId xmlns:r="http://schemas.openxmlformats.org/officeDocument/2006/relationships" id="272" r:id="Re9f265ef2bbb484a"/>
    <p:sldId xmlns:r="http://schemas.openxmlformats.org/officeDocument/2006/relationships" id="273" r:id="R0901ce4732b64b53"/>
    <p:sldId xmlns:r="http://schemas.openxmlformats.org/officeDocument/2006/relationships" id="274" r:id="Rcda7756ddda04d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27602ee325483e" /><Relationship Type="http://schemas.openxmlformats.org/officeDocument/2006/relationships/slideMaster" Target="/ppt/slideMasters/slideMaster1.xml" Id="Rf519472a2bc940ac" /><Relationship Type="http://schemas.openxmlformats.org/officeDocument/2006/relationships/notesMaster" Target="/ppt/notesMasters/notesMaster1.xml" Id="R621f74c466d34ffd" /><Relationship Type="http://schemas.openxmlformats.org/officeDocument/2006/relationships/presProps" Target="/ppt/presProps.xml" Id="Rabda816bde7848f6" /><Relationship Type="http://schemas.openxmlformats.org/officeDocument/2006/relationships/tableStyles" Target="/ppt/tableStyles.xml" Id="R6ffa176285d24bc5" /><Relationship Type="http://schemas.openxmlformats.org/officeDocument/2006/relationships/slide" Target="/ppt/slides/slide1.xml" Id="R723a7e35e0cd43af" /><Relationship Type="http://schemas.openxmlformats.org/officeDocument/2006/relationships/slide" Target="/ppt/slides/slide2.xml" Id="R670b514e0a4f4e6f" /><Relationship Type="http://schemas.openxmlformats.org/officeDocument/2006/relationships/slide" Target="/ppt/slides/slide3.xml" Id="R08fd69b21b9642bf" /><Relationship Type="http://schemas.openxmlformats.org/officeDocument/2006/relationships/slide" Target="/ppt/slides/slide4.xml" Id="R5052a68443244d39" /><Relationship Type="http://schemas.openxmlformats.org/officeDocument/2006/relationships/slide" Target="/ppt/slides/slide5.xml" Id="R89cc6545ade34982" /><Relationship Type="http://schemas.openxmlformats.org/officeDocument/2006/relationships/slide" Target="/ppt/slides/slide6.xml" Id="Ra5014bdedd3b4125" /><Relationship Type="http://schemas.openxmlformats.org/officeDocument/2006/relationships/slide" Target="/ppt/slides/slide7.xml" Id="R527bd058be2d4799" /><Relationship Type="http://schemas.openxmlformats.org/officeDocument/2006/relationships/slide" Target="/ppt/slides/slide8.xml" Id="R065c4649029545e6" /><Relationship Type="http://schemas.openxmlformats.org/officeDocument/2006/relationships/slide" Target="/ppt/slides/slide9.xml" Id="Rf1237084bd8e4730" /><Relationship Type="http://schemas.openxmlformats.org/officeDocument/2006/relationships/slide" Target="/ppt/slides/slide10.xml" Id="Rb7bd9645925f406c" /><Relationship Type="http://schemas.openxmlformats.org/officeDocument/2006/relationships/slide" Target="/ppt/slides/slide11.xml" Id="Ree281ecabad045d1" /><Relationship Type="http://schemas.openxmlformats.org/officeDocument/2006/relationships/slide" Target="/ppt/slides/slide12.xml" Id="R35391d8c4315454d" /><Relationship Type="http://schemas.openxmlformats.org/officeDocument/2006/relationships/slide" Target="/ppt/slides/slide13.xml" Id="R4d238d2fb3354e80" /><Relationship Type="http://schemas.openxmlformats.org/officeDocument/2006/relationships/slide" Target="/ppt/slides/slide14.xml" Id="Rf25c55076d854033" /><Relationship Type="http://schemas.openxmlformats.org/officeDocument/2006/relationships/slide" Target="/ppt/slides/slide15.xml" Id="Re91071f330f14f55" /><Relationship Type="http://schemas.openxmlformats.org/officeDocument/2006/relationships/slide" Target="/ppt/slides/slide16.xml" Id="R74c9eb201a4b4b3c" /><Relationship Type="http://schemas.openxmlformats.org/officeDocument/2006/relationships/slide" Target="/ppt/slides/slide17.xml" Id="Re9f265ef2bbb484a" /><Relationship Type="http://schemas.openxmlformats.org/officeDocument/2006/relationships/slide" Target="/ppt/slides/slide18.xml" Id="R0901ce4732b64b53" /><Relationship Type="http://schemas.openxmlformats.org/officeDocument/2006/relationships/slide" Target="/ppt/slides/slide19.xml" Id="Rcda7756ddda0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5e6860c37f4f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dabccb1c844aef" /><Relationship Type="http://schemas.openxmlformats.org/officeDocument/2006/relationships/notesMaster" Target="/ppt/notesMasters/notesMaster1.xml" Id="Rb10ed183eaa84c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842782c2064969" /><Relationship Type="http://schemas.openxmlformats.org/officeDocument/2006/relationships/notesMaster" Target="/ppt/notesMasters/notesMaster1.xml" Id="Rcee31aae856f4c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c68e71831543e4" /><Relationship Type="http://schemas.openxmlformats.org/officeDocument/2006/relationships/notesMaster" Target="/ppt/notesMasters/notesMaster1.xml" Id="Rc4d932dfaef74a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2ff0850e594bf3" /><Relationship Type="http://schemas.openxmlformats.org/officeDocument/2006/relationships/notesMaster" Target="/ppt/notesMasters/notesMaster1.xml" Id="R8289dc5dff2b46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39913923c447bd" /><Relationship Type="http://schemas.openxmlformats.org/officeDocument/2006/relationships/notesMaster" Target="/ppt/notesMasters/notesMaster1.xml" Id="Rab5c5b236e364d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ba8e1252574bc0" /><Relationship Type="http://schemas.openxmlformats.org/officeDocument/2006/relationships/notesMaster" Target="/ppt/notesMasters/notesMaster1.xml" Id="R58bd3081450143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8859a588854657" /><Relationship Type="http://schemas.openxmlformats.org/officeDocument/2006/relationships/notesMaster" Target="/ppt/notesMasters/notesMaster1.xml" Id="R351e0046239043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cb508341ff441b" /><Relationship Type="http://schemas.openxmlformats.org/officeDocument/2006/relationships/notesMaster" Target="/ppt/notesMasters/notesMaster1.xml" Id="R56ef07f6f4a349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6b4242be894019" /><Relationship Type="http://schemas.openxmlformats.org/officeDocument/2006/relationships/notesMaster" Target="/ppt/notesMasters/notesMaster1.xml" Id="Rb09d864c131d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f85a9867cb4312" /><Relationship Type="http://schemas.openxmlformats.org/officeDocument/2006/relationships/notesMaster" Target="/ppt/notesMasters/notesMaster1.xml" Id="R1e3b732d665a4b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2516c4ea484ef2" /><Relationship Type="http://schemas.openxmlformats.org/officeDocument/2006/relationships/notesMaster" Target="/ppt/notesMasters/notesMaster1.xml" Id="R2467a210b59443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03205d36d44a73" /><Relationship Type="http://schemas.openxmlformats.org/officeDocument/2006/relationships/notesMaster" Target="/ppt/notesMasters/notesMaster1.xml" Id="R61865436cb6e40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08525cf68145e2" /><Relationship Type="http://schemas.openxmlformats.org/officeDocument/2006/relationships/notesMaster" Target="/ppt/notesMasters/notesMaster1.xml" Id="R45c967869fdf44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f4f14f432b4024" /><Relationship Type="http://schemas.openxmlformats.org/officeDocument/2006/relationships/notesMaster" Target="/ppt/notesMasters/notesMaster1.xml" Id="R6a17f0dc4a7544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4359abf49b4b6a" /><Relationship Type="http://schemas.openxmlformats.org/officeDocument/2006/relationships/notesMaster" Target="/ppt/notesMasters/notesMaster1.xml" Id="Ra708eb05f39344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3dfd186b5fd4bbb" /><Relationship Type="http://schemas.openxmlformats.org/officeDocument/2006/relationships/notesMaster" Target="/ppt/notesMasters/notesMaster1.xml" Id="Refb7998dcd784b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0d7608741141c4" /><Relationship Type="http://schemas.openxmlformats.org/officeDocument/2006/relationships/notesMaster" Target="/ppt/notesMasters/notesMaster1.xml" Id="R101ab804c45b45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f36a942cf6b4ae5" /><Relationship Type="http://schemas.openxmlformats.org/officeDocument/2006/relationships/notesMaster" Target="/ppt/notesMasters/notesMaster1.xml" Id="Rcbde2bcaf0ed4e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a1d09f12234974" /><Relationship Type="http://schemas.openxmlformats.org/officeDocument/2006/relationships/notesMaster" Target="/ppt/notesMasters/notesMaster1.xml" Id="Rf2533fad49494a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안녕하세요. 기존 장애 대응 에이전트를 개선한 정다운입니다. 대상 확인부터 근거를 이용한 보고서 작성까지의 흐름을 소개하겠습니다.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저는 과제 1, 기존 코드 개선을 선택했습니다. 조사 대상 확인, 다중 Runbook 검색, 보고서 검증, 부분 실패 대응, 모듈화와 평가를 진행했습니다.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Graph도 MCP로 Monitoring과 Runbook을 조회했습니다. 저는 그 앞에 대상 확인을, 뒤에는 다중 문서 검색과 근거 검증을 추가했습니다.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코드는 대상이 불명확하면 auth-service로 처리할 위험이 있었습니다. 지금은 resolve_target이 후보를 제안받고 Registry가 등록 여부를 검증합니다. resolved만 plan으로 가고, 단서가 없는 missing, 미등록 대상인 unknown, 후보가 여럿인 ambiguous는 사용자에게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대상이 불명확하면 clarify_target의 interrupt()가 질문을 보내고, SQLite checkpointer가 원래 질문과 Graph 진행 상태를 저장합니다. 서버는 같은 graph_thread_id로 Command(resume=답변)을 보내며, resolve_target이 답변의 대상을 다시 검증합니다. 확정되면 원래 장애 질문과 확정 시스템을 가진 상태로 plan을 이어갑니다.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먼저 기존 MCP Tool입니다. get_monitoring_status는 시스템명을 받아 monitoring.json에서 상태·CPU·메모리 수치와 alerts[] 경고 문구를 반환합니다. 기존 MCP 서버의 Prompt는 진단 절차를, Resource는 Runbook 원문을 제공합니다. 이 세 가지 정의는 이번에 새로 만든 것이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research도 Monitoring Tool을 호출했습니다. 하지만 기존 replan_check는 조회 결과의 키워드를 순서대로 검사해 처음 맞는 Runbook task 하나만 만들었습니다. CPU와 timeout이 함께 있으면 CPU 문서만 읽을 수 있었으므로, 문제는 MCP Tool이 아니라 문서 선택 로직이었습니다.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개선 Graph는 plan이 확정된 시스템마다 Monitoring task를 만들고, research가 기존 Tool로 조회합니다. replan_check는 질문과 alerts[]로 관련 Runbook을 여러 개 고른 뒤 문서별 task를 추가합니다. 다시 research가 기존 MCP Resource에서 각 원문을 읽습니다. 검색 판단은 MCP 서버가 아니라 Graph 안의 검색기가 맡습니다.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research는 확인된 시스템별 Monitoring task를 병렬 실행합니다. 이 화면은 일부러 실패를 주입한 별도 시연으로, gateway 조회 성공은 collected에, payments 조회 실패는 error에 남습니다. 다음 쪽의 두 시스템 정상 조회 사례와는 다른 실행입니다.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여기서는 두 시스템 조회가 모두 성공한 사례입니다. Monitoring 데이터의 CPU와 upstream timeout 경고 문구를 원래 질문과 함께 사용하되, 검색기는 각 문구를 별도 질의로 검색합니다. replan_check가 CPU·네트워크 Runbook task를 만들면 research가 Resource 원문을 읽고, write가 그 점검 절차를 보고서의 권장 조치에 반영합니다. 문서의 점검 지시는 이미 확인된 장애 사실이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replan_check는 관련 Runbook이 있으면 task를 추가하고 research로 되돌립니다. 없거나 검색이 실패하면 새 task가 없으므로 analysis로 갑니다. 문서 조회 후에는 다시 검색하지 않고 analysis로 가며, 여기의 is_sufficient는 보고서 품질 합격이 아니라 추가 조사 task 유무입니다.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임베딩 방식은 Runbook 본문 전체와 합쳐진 증상 문장을 각각 한 벡터로 비교해 검색 정밀도가 66.7%였습니다. 저는 공통 점검 문장이 문서의 핵심 증상을 흐리고 복합 증상이 한 질의에 섞였다고 판단했습니다. 그래서 검색기가 문서 제목을 임베딩하고 질문·경고 문구를 따로 검색하도록 고쳤습니다. 고정 5문항에서는 정밀도 100%였지만, 같은 문항으로 조정했으므로 독립 검증 결과는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Runbook이 6개여서 검색기는 제목 벡터를 메모리에 두고 유사도를 직접 계산합니다. 벡터 DB를 생략한 건 현재 규모의 운영 부담을 줄이기 위해서이며, 더 빠르다고 측정한 것은 아닙니다. 문서가 늘면 영속 인덱스를 검토하겠습니다.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validate는 길이와 번호만 보고 세 번째 실패에는 강제 통과시켰습니다. 지금은 검증 코드가 시스템명·수치·출처·실패 고지를 확인하고, 별도 LLM Judge 호출이 초안을 수집 근거와 비교합니다. 불합격이면 write가 최대 세 번 재작성하고, 끝내 통과하지 못하면 확인된 사실만 안내합니다. 다만 기본 Fake 시연의 Judge는 규칙 기반 테스트 대역입니다.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research는 병렬 조회 하나가 예외를 내면 다른 성공 결과도 저장하지 못했습니다. 지금은 각 조회의 예외를 따로 처리해 성공 결과는 collected에 유지하고, 실패 대상은 보고서의 진단 한계에 적습니다. 화면은 payments 조회만 실패시킨 시연입니다.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build_graph는 노드를 연결하고 조건에 따라 분기합니다. research가 두 번 보이는 것은 첫 실행에서 Monitoring Tool을, 다음 실행에서 Runbook Resource를 조회하기 때문입니다. replan_check는 추가 조사 여부를, validate는 보고서 품질을 판정합니다. 대상·검색·보고서 코드는 별도 모듈로 분리했습니다.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스크립트는 같은 질문으로 기존 Graph와 개선 Graph를 별도 실행하고 결과를 before·after에 나란히 저장했습니다. 기존은 불필요한 web-01까지 조회하고 CPU Runbook 하나를 골랐지만, 개선 후에는 관련 두 시스템과 CPU·네트워크 Runbook을 골랐습니다. 지연 차이는 주로 기존 시연용 지연 제거 효과이며, 두 실행 모두 최종 보고서 검증은 통과하지 못했습니다.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화면에서는 대상이 불명확해 사용자에게 다시 묻고, 답을 받은 같은 Graph가 Monitoring과 Runbook을 조회한 뒤 보고서를 작성합니다. 실제 복구 작업이 아니라 조사·보고서 생성 시연입니다.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작은 Agent도 정확도, 속도, 구현 복잡성과 확장성의 균형을 잡는 일이 어려웠습니다. 다음에는 독립 평가 질문, 검증 전 초안의 SSE 노출 방지, 체크포인트 보관 정책을 보완하겠습니다. 감사합니다.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97e5ee90244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33451461248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5ba6eceb5e46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bfb5f60684f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682a27e23a45e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3ba97686c41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0F5A93-7763-4144-AEE0-47DF23A829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AD4EEE9-1AA2-4DCA-B425-702B251D3B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A8410B-9A33-48AE-8A7C-F915F24053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66D236-BCDC-4859-800A-7C49A3C8D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09C5A5F-D58A-44FE-8693-CCCA0EC443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5B1364-A899-4E53-BEF5-202F38E0C0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76ABC9-5697-4B23-93E0-B00A179097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B5F49F7-1333-4026-990E-CD7C65713E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A2D853-22B8-4850-8EEF-9B67E55D46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AA4DDF-8F66-496E-952A-A5040D2441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ecb1d920284754" /><Relationship Type="http://schemas.openxmlformats.org/officeDocument/2006/relationships/slideLayout" Target="/ppt/slideLayouts/slideLayout1.xml" Id="R1af51898bab243bd" /><Relationship Type="http://schemas.openxmlformats.org/officeDocument/2006/relationships/slideLayout" Target="/ppt/slideLayouts/slideLayout2.xml" Id="R1557f28c4f3d4a75" /><Relationship Type="http://schemas.openxmlformats.org/officeDocument/2006/relationships/slideLayout" Target="/ppt/slideLayouts/slideLayout3.xml" Id="R240f2a2c713a4a32" /><Relationship Type="http://schemas.openxmlformats.org/officeDocument/2006/relationships/slideLayout" Target="/ppt/slideLayouts/slideLayout4.xml" Id="R4010c84523654d8d" /><Relationship Type="http://schemas.openxmlformats.org/officeDocument/2006/relationships/slideLayout" Target="/ppt/slideLayouts/slideLayout5.xml" Id="Ra497ea7d423342bd" /><Relationship Type="http://schemas.openxmlformats.org/officeDocument/2006/relationships/slideLayout" Target="/ppt/slideLayouts/slideLayout6.xml" Id="R140927558b8541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f51898bab243bd"/>
    <p:sldLayoutId xmlns:r="http://schemas.openxmlformats.org/officeDocument/2006/relationships" id="2147483650" r:id="R1557f28c4f3d4a75"/>
    <p:sldLayoutId xmlns:r="http://schemas.openxmlformats.org/officeDocument/2006/relationships" id="2147483651" r:id="R240f2a2c713a4a32"/>
    <p:sldLayoutId xmlns:r="http://schemas.openxmlformats.org/officeDocument/2006/relationships" id="2147483652" r:id="R4010c84523654d8d"/>
    <p:sldLayoutId xmlns:r="http://schemas.openxmlformats.org/officeDocument/2006/relationships" id="2147483653" r:id="Ra497ea7d423342bd"/>
    <p:sldLayoutId xmlns:r="http://schemas.openxmlformats.org/officeDocument/2006/relationships" id="2147483654" r:id="R140927558b8541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64aea3450e451c" /><Relationship Type="http://schemas.openxmlformats.org/officeDocument/2006/relationships/notesSlide" Target="/ppt/notesSlides/notesSlide1.xml" Id="Re26cdee1479344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154025ea094834" /><Relationship Type="http://schemas.openxmlformats.org/officeDocument/2006/relationships/notesSlide" Target="/ppt/notesSlides/notesSlide2.xml" Id="R69d799f5b66e46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64993f1cce457b" /><Relationship Type="http://schemas.openxmlformats.org/officeDocument/2006/relationships/notesSlide" Target="/ppt/notesSlides/notesSlide3.xml" Id="Rc998763d61604d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73ea29d4e94496" /><Relationship Type="http://schemas.openxmlformats.org/officeDocument/2006/relationships/image" Target="/ppt/media/image.jpeg" Id="R4e8e61d3b94f423f" /><Relationship Type="http://schemas.openxmlformats.org/officeDocument/2006/relationships/notesSlide" Target="/ppt/notesSlides/notesSlide4.xml" Id="R7d29bd39804f4c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016f83bbf74b00" /><Relationship Type="http://schemas.openxmlformats.org/officeDocument/2006/relationships/notesSlide" Target="/ppt/notesSlides/notesSlide5.xml" Id="R9a31928832b54b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3fb704b3554e81" /><Relationship Type="http://schemas.openxmlformats.org/officeDocument/2006/relationships/notesSlide" Target="/ppt/notesSlides/notesSlide6.xml" Id="Recd98e4b949748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50a1c646e34f5d" /><Relationship Type="http://schemas.openxmlformats.org/officeDocument/2006/relationships/notesSlide" Target="/ppt/notesSlides/notesSlide7.xml" Id="R4abf04e9f37443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048938e2e645e4" /><Relationship Type="http://schemas.openxmlformats.org/officeDocument/2006/relationships/notesSlide" Target="/ppt/notesSlides/notesSlide8.xml" Id="R21c59e99a5794e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740b329bc8435c" /><Relationship Type="http://schemas.openxmlformats.org/officeDocument/2006/relationships/image" Target="/ppt/media/image2.jpeg" Id="R39c5fab75cca4f42" /><Relationship Type="http://schemas.openxmlformats.org/officeDocument/2006/relationships/notesSlide" Target="/ppt/notesSlides/notesSlide9.xml" Id="Re9aff68820e846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733974642d4689" /><Relationship Type="http://schemas.openxmlformats.org/officeDocument/2006/relationships/notesSlide" Target="/ppt/notesSlides/notesSlide10.xml" Id="R78bc239cb09641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65a18c8aa4ed2" /><Relationship Type="http://schemas.openxmlformats.org/officeDocument/2006/relationships/notesSlide" Target="/ppt/notesSlides/notesSlide11.xml" Id="R41efcaf70f1c4b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011e8ac9804142" /><Relationship Type="http://schemas.openxmlformats.org/officeDocument/2006/relationships/notesSlide" Target="/ppt/notesSlides/notesSlide12.xml" Id="Reb0cb7c604f942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dae43e646e4426" /><Relationship Type="http://schemas.openxmlformats.org/officeDocument/2006/relationships/notesSlide" Target="/ppt/notesSlides/notesSlide13.xml" Id="R680d09334c784f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cefcc6d1e4778" /><Relationship Type="http://schemas.openxmlformats.org/officeDocument/2006/relationships/notesSlide" Target="/ppt/notesSlides/notesSlide14.xml" Id="R0239efca1df44b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64c1ad7de9466f" /><Relationship Type="http://schemas.openxmlformats.org/officeDocument/2006/relationships/image" Target="/ppt/media/image3.jpeg" Id="R0f33935274e84b03" /><Relationship Type="http://schemas.openxmlformats.org/officeDocument/2006/relationships/notesSlide" Target="/ppt/notesSlides/notesSlide15.xml" Id="Ra6d0b57c838749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cf623117d24346" /><Relationship Type="http://schemas.openxmlformats.org/officeDocument/2006/relationships/notesSlide" Target="/ppt/notesSlides/notesSlide16.xml" Id="R7bbc7d0082964e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fb401cc2e34dab" /><Relationship Type="http://schemas.openxmlformats.org/officeDocument/2006/relationships/image" Target="/ppt/media/image4.jpeg" Id="R0a52417163da427e" /><Relationship Type="http://schemas.openxmlformats.org/officeDocument/2006/relationships/notesSlide" Target="/ppt/notesSlides/notesSlide17.xml" Id="Rd574eca256a441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26c9e474bf4def" /><Relationship Type="http://schemas.openxmlformats.org/officeDocument/2006/relationships/image" Target="/ppt/media/image5.jpeg" Id="Ra3249c9c067e44b3" /><Relationship Type="http://schemas.openxmlformats.org/officeDocument/2006/relationships/notesSlide" Target="/ppt/notesSlides/notesSlide18.xml" Id="R1c28dbb02df148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e30aa2484b4d6d" /><Relationship Type="http://schemas.openxmlformats.org/officeDocument/2006/relationships/notesSlide" Target="/ppt/notesSlides/notesSlide19.xml" Id="R1a1fa3db847b42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0F885-609B-48A1-8C7D-A6A211B6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40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40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40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40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40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40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40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40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40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AI 서비스 개발 Mini-project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EE405-253C-449C-AC61-B3BE122B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55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55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55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55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55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55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55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55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55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운영 장애 대응 에이전트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2E173-CDE2-4A96-AC3B-4DF0C2D2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과제 1 · 기존 실습 코드 개선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2581B-E48C-4746-9C37-F5455F87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857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SKALA 광주 3반 G096 정다운</a:t>
            </a:r>
          </a:p>
        </p:txBody>
      </p:sp>
    </p:spTree>
    <p:extLst>
      <p:ext uri="{BB962C8B-B14F-4D97-AF65-F5344CB8AC3E}">
        <p14:creationId xmlns:p14="http://schemas.microsoft.com/office/powerpoint/2010/main" val="1473252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93315-BCED-4CB7-83AB-7BF7BB66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선택 과제와 개선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AB6B1-D665-4CFC-9B20-CEBC9450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02  G096 정다운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E6262-1898-4534-947F-204FF724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F60B0-4214-4CCD-A168-178025B0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43050"/>
            <a:ext cx="414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조사 대상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114F8-7481-42EF-9946-BE88A95F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09775"/>
            <a:ext cx="4429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기본값 제거 · 질문 후 재개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08D54-9C94-4FFE-8A04-05614706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20475-7272-407F-8589-4123B902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81325"/>
            <a:ext cx="414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다중 Runbook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9D661-1B90-4FCF-AF7F-EBC5DCFA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48050"/>
            <a:ext cx="4429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질문·Monitoring alerts[]로 문서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DE326-AA9A-4A31-980F-B4210CAF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DBFA6-EC08-490C-B7D2-00F76842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19600"/>
            <a:ext cx="414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근거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C55DB-733E-4CBA-82DA-746C4993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86325"/>
            <a:ext cx="4429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수치·출처 확인 · Judge 재검토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03D1F-15F7-4858-9BEE-9228E8FE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240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876D1-6D29-4977-8751-B8E5C5AE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43050"/>
            <a:ext cx="414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부분 실패 대응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CF989-9A9D-43AF-AEBA-6481CE63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9775"/>
            <a:ext cx="4429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성공 근거 유지 · 실패 고지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53A35-D0D3-43F1-9180-5FF69522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622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64E69-B2C6-4A15-B4EB-C93F1F66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81325"/>
            <a:ext cx="414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모듈화와 평가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4FBC0-8C71-4206-90EE-F8CE7CBE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48050"/>
            <a:ext cx="4429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역할 분리 · 단위 테스트 12개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1D934-A510-4740-8B54-387AC86F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388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agent/target_nodes.py · agent/runbook_retrieval.py · agent/report_nodes.py</a:t>
            </a:r>
          </a:p>
        </p:txBody>
      </p:sp>
    </p:spTree>
    <p:extLst>
      <p:ext uri="{BB962C8B-B14F-4D97-AF65-F5344CB8AC3E}">
        <p14:creationId xmlns:p14="http://schemas.microsoft.com/office/powerpoint/2010/main" val="580047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47AFE9-105A-4879-84CF-5EC635F6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기존 구조와 개선 구조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EA2D1-4C1D-4180-B174-245A9047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03  G096 정다운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E2D62-5D1C-4EF0-956F-708C06B2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62075"/>
            <a:ext cx="4905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기존 실습 코드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BEB4A-017E-4918-AF2D-F6DD1CDC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362075"/>
            <a:ext cx="4905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개선한 코드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7DDEC-0C04-45EA-99D7-23A269A1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62125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route: 일반 대화 / 장애 질문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DE95C-F434-452D-A81B-1934B7D7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621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64443-5232-4344-A4FD-A49143CE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14575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plan: 대상 없으면 Prompt에 auth-service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6F091-092C-43E2-AB99-E5E271E6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146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9D53D-F9E2-4D1A-8B9F-2D29E868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67025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research: MCP Monitoring Tool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1C2B7-29CB-4746-AF91-4CA09CFA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670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09435-F5D0-494E-AA0A-9A534BDE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19475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replan_check: 키워드로 Runbook 1개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8230E-5914-4599-A151-629F6AF0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195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B3026-9CE6-4A57-A7BC-61DB0450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71925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research: MCP Resource 원문 조회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C5A6C-0F9C-4803-8EFB-700E082B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719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CDA40-69E3-4AC8-B4E8-F7F36725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24375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write: 수집한 결과로 초안 작성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C3147-6BAA-4E82-9C2B-7100620C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244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98AD1-A688-4745-A13D-27B9881D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76825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validate: 길이·번호 검사, 3회 뒤 강제 통과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638E3-764F-44A0-8F07-48BD779F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762125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route: 일반 대화 / 장애 질문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6DF04-91C4-44FC-BEFB-C1222B1E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621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804FD7-694E-493B-BF78-31CD1B29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314575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232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resolve_target: Registry 확인·재질문 후 재개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70CE3E-FDE7-4D26-BDCD-5227AD23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146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0E30F-D4A2-47A7-865C-4E73134C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867025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plan: 확정된 시스템별 작업 작성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922D6-6DD8-4F3C-AF30-F4E2B762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670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7AD575-2F4F-4567-8EBD-33162F29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19475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research: MCP Monitoring Tool 조회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176488-C0DE-49C3-9045-B06E37F3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95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CBE39-ABCE-4254-B003-2A57152A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71925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232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replan_check: 질문·Monitoring alerts[]로 문서 검색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9A4E3A-E49E-417A-AF00-00CB2187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719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C8FC73-53EE-432B-B4FD-31E2A4AF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24375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research: MCP Resource 원문 조회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794489-04E9-474E-A304-7FDAC071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244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54A705-36C5-4183-A3DD-150BFA01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076825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232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write·validate: 수치·출처·Judge 검증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A0EE1E-45A1-4E61-B27D-222D5255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6265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3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3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3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3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3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3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3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3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3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공통 gate·analysis 등은 비교를 위해 생략 · 전체 노드는 Graph 연결 페이지 참고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7CEAAD-17C3-44BC-8E50-1B274533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전체 구조</a:t>
            </a:r>
          </a:p>
        </p:txBody>
      </p:sp>
    </p:spTree>
    <p:extLst>
      <p:ext uri="{BB962C8B-B14F-4D97-AF65-F5344CB8AC3E}">
        <p14:creationId xmlns:p14="http://schemas.microsoft.com/office/powerpoint/2010/main" val="1464531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5ACF1-936D-4677-97CD-87CC3C46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대상 판별의 네 가지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FA419-8A52-493C-BA64-14B49F36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04  G096 정다운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54503-4E4E-4C71-B467-47CC9865FA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e61d3b94f423f"/>
          <a:srcRect xmlns:a="http://schemas.openxmlformats.org/drawingml/2006/main" l="0" t="6000" r="0" b="0"/>
          <a:stretch xmlns:a="http://schemas.openxmlformats.org/drawingml/2006/main"/>
        </p:blipFill>
        <p:spPr>
          <a:xfrm xmlns:a="http://schemas.openxmlformats.org/drawingml/2006/main">
            <a:off x="638175" y="1266825"/>
            <a:ext cx="4714875" cy="4905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D7402-CB15-4DCA-A418-989194FB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95425"/>
            <a:ext cx="509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기존 문제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C6C69-8C6D-49E2-BAE7-66AB55DC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47850"/>
            <a:ext cx="5572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대상 미확인 시 auth-service로 대체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BDBF9-C1C8-44AF-B0B2-E629D624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LLM 후보를 Registry로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C18A3-432D-4975-A395-18767CB9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1495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resolved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67099-33F9-4813-B788-80B0467A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95600"/>
            <a:ext cx="404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등록된 대상 확정 →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38190-80E0-421C-97BF-9E15C2B0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1495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409DD-E1E9-42E4-AA66-A4852F92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29000"/>
            <a:ext cx="404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대상을 특정할 근거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30B2A-1702-4953-B11D-91C946F4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1495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unknown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490F6-90EC-4A09-BD2B-2F9ACF97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62400"/>
            <a:ext cx="404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등록 목록 밖의 시스템명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3AA5C-AA2D-4F74-830B-6DC47995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1495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ambiguous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DEDE8-68BF-4507-B66C-818A694F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95800"/>
            <a:ext cx="404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여러 후보 중 확정 불가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74A18-FD3C-468A-8095-225C0633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48275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아래 3가지 → clarify_target에서 재질문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8084D-EDD1-4AB6-A27B-16349AA5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150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답변도 Registry로 다시 확인한 뒤 plan 진행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68D74-712E-44AC-AC58-08B48C4B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TASK 01 · 조사 대상 확인</a:t>
            </a:r>
          </a:p>
        </p:txBody>
      </p:sp>
    </p:spTree>
    <p:extLst>
      <p:ext uri="{BB962C8B-B14F-4D97-AF65-F5344CB8AC3E}">
        <p14:creationId xmlns:p14="http://schemas.microsoft.com/office/powerpoint/2010/main" val="12340447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43FBD-A4D3-4227-855E-2E099AC4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중단한 Graph의 상태 저장과 재개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C1663-9EF2-4396-84AE-1E91AB2F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05  G096 정다운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BDA87-8314-4456-A0C6-7EB2F636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557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① SQLite checkpointer 연결 · server.py:103–106, graph.py:270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D9B9E-C5A4-4442-8EB2-CA6C9E32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38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async with AsyncSqliteSaver.from_conn_string(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9D5CA-CD77-4CA8-9269-B6E38A77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538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str(checkpoint_path)) as checkpointer: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B6796-DFF0-4A45-881B-CD001FBD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38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    build_graph(deps, checkpointer=checkpointer)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DC0B8-C35E-4373-8E80-EB3131DB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538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return g.compile(checkpointer=checkpointer)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C32E9-970D-4182-A132-7C237181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② 대상 확인 질문에서 중단 · target_nodes.py:49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BA943-BD48-45AC-B48C-17174CFE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5467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answer = interrupt({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39558-2B8B-4E9A-9FC8-A5016E3C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5467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"question": state["clarification_question"],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20BCF-8983-4FC6-9F1C-FD0CA5FB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5467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"original_query": state["query"]})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F6FFE-BDDF-4408-A0B2-D2499B1F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5467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return {"clarification_answer": str(answer).strip()}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C88A2-440D-4397-9A34-F35391EC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3827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③ 같은 thread_id로 재개 · server.py:160–170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95618-B0F5-471B-861F-5FA1F9F0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5095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config = {"configurable": {"thread_id": run_id}}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C3E3E-C720-48C8-8BFC-33E8943F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76475"/>
            <a:ext cx="5095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B4232D"/>
                </a:solidFill>
                <a:latin typeface="Menlo"/>
                <a:ea typeface="Menlo"/>
                <a:cs typeface="Menlo"/>
              </a:rPr>
              <a:t>Command(resume=message)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C805E-0F5C-4714-BB62-08069491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2427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④ 답변을 다시 Registry로 확인 · graph.py:258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931E4-94D2-41D9-B538-98D07C77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243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g.add_edge("clarify_target", "resolve_target")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E4153-3DB7-4095-BDDD-144A4428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862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query=state.get("clarification_answer")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3F957-76F3-4358-A6BE-302C482B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482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  or state["query"]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1B3C28-5673-44D6-B4CA-243ADC5E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71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resolved → 원래 장애 질문 + 확정 대상 → plan  |  그 외 → 다시 질문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34C19-6894-45C6-AC2F-22F248CD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10715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앱 thread_id: 채팅 이력   /   graph_thread_id: LangGraph 체크포인트 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53D6E1-3A7A-44D9-AC87-2EEE8329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TASK 01 · 조사 대상 확인</a:t>
            </a:r>
          </a:p>
        </p:txBody>
      </p:sp>
    </p:spTree>
    <p:extLst>
      <p:ext uri="{BB962C8B-B14F-4D97-AF65-F5344CB8AC3E}">
        <p14:creationId xmlns:p14="http://schemas.microsoft.com/office/powerpoint/2010/main" val="14907790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1581AF-21BC-4446-A507-3C6B5609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기존 MCP Tool: 어떤 정보를 반환하나?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C616C-4A58-4B52-AD41-4ED19C7A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06  G096 정다운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8FAF9-06D8-483F-9DBE-9DA1C33F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기존 MCP Tool 정의 · mcp_server.py:33–53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B5955-46AE-490D-A757-F4225F96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B4232D"/>
                </a:solidFill>
                <a:latin typeface="Menlo"/>
                <a:ea typeface="Menlo"/>
                <a:cs typeface="Menlo"/>
              </a:rPr>
              <a:t>@mcp.tool()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323D6-5C8A-4877-81ED-E8B5E16B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def get_monitoring_status(system_name: str):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A7E72-49C1-418F-93D9-204C93CA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monitoring_data = json.loads(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79471-AF0E-4C54-8C89-683FD34D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    (DATA_DIR / "monitoring.json").read_text())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9A41D-287D-4C7B-A5CC-AC097599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data = monitoring_data[system_name]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E69A5-AD09-435E-88B8-E6748FE9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return SystemStatus(...)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A7F66-B17A-44D0-B3D8-5F103EF7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668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입력과 출력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9C003-F2E0-4E42-82A9-1A173DB1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381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입력  system_name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36D63-31F1-4805-B4BB-CB32C783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146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출력  status · CPU% · 메모리%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02C9E-8E11-488E-83E2-9E9717B0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337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       alerts[] 경고 문구 목록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45274-94B7-42A8-8540-1A12879C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1952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예: gateway-service의 upstream timeout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B6E51-6ED8-4F1F-97F2-B10550A8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함께 제공되던 기능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88488-6CDC-40CD-BDC7-0C07C82D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Prompt: plan의 진단 순서   /   Resource: Runbook .md 원문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0A407-F1B4-4A63-A0A2-1B33EEFA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Tool·Prompt·Resource 정의는 기존 그대로 · 바꾼 것은 Graph의 선택 과정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E9B05-278B-44DC-BD83-9D7816E1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TASK 02 · 다중 Runbook 검색</a:t>
            </a:r>
          </a:p>
        </p:txBody>
      </p:sp>
    </p:spTree>
    <p:extLst>
      <p:ext uri="{BB962C8B-B14F-4D97-AF65-F5344CB8AC3E}">
        <p14:creationId xmlns:p14="http://schemas.microsoft.com/office/powerpoint/2010/main" val="6098719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51475-FC5D-4794-9CDF-CE26B977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기존 방식: Tool 조회 후 Runbook 1개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250F2-9567-4B1F-BD85-503E44D9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07  G096 정다운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78F4B-9848-42F5-A248-8E042D6D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557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기존 research: 이미 MCP Tool 호출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4DE91-0117-4FBF-B116-80ED101A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5648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data, retries = await with_retry(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AC5C6-4B24-48A1-BC88-56CC3898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5648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    deps.mcp.call_tool, "get_monitoring_status",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72728-92C2-4710-866B-7165934E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5648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{"system_name": task["target"]})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010E3-7EB4-4C9F-83DF-E4F65F40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기존 replan_check: 첫 키워드만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ACDC2-3B06-4CE4-B22E-1EF95F31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("cpu", "cpu-spike"),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8AC77-8B37-47E5-A1E5-C71F177E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("timeout", "network-timeout"),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94C92-C0A3-4C1B-831B-B3B826F3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for keyword, incident_type in _INCIDENT_TYPE_RULES: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DB26D-BC4E-4A98-83EC-0981D8B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    if keyword in text: return incident_type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C6821-DA4C-426F-B03E-8A7603F2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gap_task = {"target": incident_type, ...}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68FE7-CBB3-4E30-BE9B-C34E98A8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9592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data = await deps.mcp.read_resource(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A9B4E-5111-4CEE-B6EE-7260946F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0072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uri, server=runbook_server)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FFB8D-34B4-4B4A-B3B8-9D611A1C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438275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복합 장애 예시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31094-F725-478E-9AE2-65ABACA7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8954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CPU 급증 + timeout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B0609-4B35-40DA-8EB7-AECDD0FB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33675"/>
            <a:ext cx="4457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Monitoring Tool 결과에 두 증상 존재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4A53F-2D01-45CD-93A0-3FF325E3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629025"/>
            <a:ext cx="4457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먼저 맞는 CPU 규칙에서 반환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77049-86D9-45C0-96CE-B64F75F9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6005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cpu-spike Resource 1개만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E33E4-CF45-4B4B-A80A-446C974A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448300"/>
            <a:ext cx="4457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timeout 대응 문서가 빠질 수 있음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CD847-816E-49D0-9072-C1EF2BFF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674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기존 커밋 f6d7ea2:agent/graph.py:159–230 · Tool/Resource는 이미 존재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45583C-5157-4A10-ABA6-16533CBD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TASK 02 · 다중 Runbook 검색</a:t>
            </a:r>
          </a:p>
        </p:txBody>
      </p:sp>
    </p:spTree>
    <p:extLst>
      <p:ext uri="{BB962C8B-B14F-4D97-AF65-F5344CB8AC3E}">
        <p14:creationId xmlns:p14="http://schemas.microsoft.com/office/powerpoint/2010/main" val="1467653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E1EEC3-70B9-440F-A25A-3C313D06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개선 과정: 같은 Tool로 여러 Runbook 조사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AE11F-6C4A-47DA-83E4-5E3A26B8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08  G096 정다운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E3CCF-BABF-410C-9A6B-0EFF6749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557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① 확정된 대상으로 Monitoring task 작성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488A0-3995-4B91-89E7-0A03EE0B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556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targets = state["target_systems"]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124F3-A972-4AB7-84AC-2AFFB366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56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procedure = await deps.mcp.get_prompt(...)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D37F9-4CB0-44D9-8964-EABBE83C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556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result, usage = deps.fast_llm.plan(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C85C3-CAA0-4A9B-808D-D8F3DDD5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56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    state["query"], procedure, targets)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A0843-3546-497E-BE5A-41352299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38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② Tool 결과로 문서별 task 생성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13AF9-C563-4AF5-93C4-4C1EB2E9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555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matches, usage = retriever.search(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5F37F-BA8A-47C1-BF5A-0C5020C5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555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state["query"], state.get("collected", []),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4F7EE-4A6C-4ACC-A662-4F6D6488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555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deps.fast_llm)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A48C1-29E6-4992-99F1-940705C0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555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gap_tasks = [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D179E-7620-48DF-907B-C49E6BD5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555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  {"kind": "runbook", "target": match["id"], ...}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51AAE-B31A-4306-AF0F-EA8B8FF3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555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  for match in matches]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FFA05-B21A-4684-9706-E8CB92DB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19225"/>
            <a:ext cx="4600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실행 결과 예시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5DC4D-F65A-4CE9-940E-EDBF8668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954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확정 대상  payments · gateway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B4F29-5322-48FD-BC8F-71EAC90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Monitoring task 2개 → 같은 Tool 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EE10B-5004-4BD8-841B-D923D75F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7662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alerts[]: CPU 급증 · timeout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46C78-DA5A-498B-AF55-7E012EBB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86250"/>
            <a:ext cx="466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Runbook task 2개 생성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20D6C2-7DEC-4A1E-8DCB-0FE2202B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8157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같은 Resource로 원문 각각 조회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BC1AD-8F1B-48D0-BA7A-8BCB28EE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MCP 호출은 research · 문서 선택은 replan_check의 검색기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49397C-6BDC-4F47-9D5F-5C91134F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TASK 02 · 다중 Runbook 검색</a:t>
            </a:r>
          </a:p>
        </p:txBody>
      </p:sp>
    </p:spTree>
    <p:extLst>
      <p:ext uri="{BB962C8B-B14F-4D97-AF65-F5344CB8AC3E}">
        <p14:creationId xmlns:p14="http://schemas.microsoft.com/office/powerpoint/2010/main" val="5530467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D51F5-C4EB-42FC-8856-6E651A38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개선 과정 1: 확정 대상별 Monitoring 조회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D171B-A44E-429D-89A2-76FB39B3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09  G096 정다운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8C6AB-B0DC-431E-B5CE-7D7F6413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① Tool 정의는 기존과 동일 · mcp_server.py:33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38CE8-BE35-4082-B9E7-592B3BF5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560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B4232D"/>
                </a:solidFill>
                <a:latin typeface="Menlo"/>
                <a:ea typeface="Menlo"/>
                <a:cs typeface="Menlo"/>
              </a:rPr>
              <a:t>@mcp.tool()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24723-FCCF-4214-ABBD-A5546AB8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560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def get_monitoring_status(system_name: str):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9EF43-60E1-4514-BCA2-AB64B14B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560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monitoring_data = json.loads(...)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68E06-DA3F-4F88-86A0-DC1DAA5B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560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return SystemStatus(...)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A38BF-0508-4DA7-A37B-0524D643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576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② 확정 대상 task마다 research가 호출 · graph.py:117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23839-3591-4252-B2A4-C672162A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5657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data, retries = await with_retry(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EA944-8AB5-43AE-912E-8D4C91F8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5657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    deps.mcp.call_tool, "get_monitoring_status",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20650-4341-4E10-A014-6B600F6C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5657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{"system_name": task["target"]})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218C8-541C-4D40-A04A-20402F1F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③ 기존 MCP 세션으로 전송 · mcp_client.py:76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E8030-51F4-4A03-8974-59E7D0EA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57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result = await self.sessions[server].call_tool(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887A2-AF01-42EB-B99A-99C76235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name, arguments)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AFA0C-B4C8-44F5-86DB-31B97CDA20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5fab75cca4f42"/>
          <a:srcRect xmlns:a="http://schemas.openxmlformats.org/drawingml/2006/main" l="1500" t="15000" r="30000" b="30000"/>
          <a:stretch xmlns:a="http://schemas.openxmlformats.org/drawingml/2006/main"/>
        </p:blipFill>
        <p:spPr>
          <a:xfrm xmlns:a="http://schemas.openxmlformats.org/drawingml/2006/main">
            <a:off x="6572250" y="1362075"/>
            <a:ext cx="4695825" cy="4457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57B9F-75E9-45F5-B34C-D734BAC6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67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별도 실패 주입 시연: gateway 성공 · payments 실패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0952C-0DC3-46F2-ABDD-7AB4E89A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91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Tool 결과 필드: status · CPU% · memory% · alerts[]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631AC-26FF-435A-8C5E-687FFD6E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TASK 02 · 다중 Runbook 검색</a:t>
            </a:r>
          </a:p>
        </p:txBody>
      </p:sp>
    </p:spTree>
    <p:extLst>
      <p:ext uri="{BB962C8B-B14F-4D97-AF65-F5344CB8AC3E}">
        <p14:creationId xmlns:p14="http://schemas.microsoft.com/office/powerpoint/2010/main" val="263139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316E15-92C3-4731-95F9-B5F7A9A6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질문과 Monitoring alerts[]에서 Runbook 원문까지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23FF1-0F43-4D42-AAEF-310EB780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10  G096 정다운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EA2F4-3CA1-45F0-A347-9B6AA5BC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614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① 별도 예시: 두 시스템 Monitoring 조회 성공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E1C78-A1BB-4D25-971F-B6945134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5924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payments-service와 gateway-service</a:t>
            </a:r>
          </a:p>
          <a:p xmlns:a="http://schemas.openxmlformats.org/drawingml/2006/main">
            <a: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CPU 급증 및 timeout 장애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E2619-8037-4F5E-B09D-634CB425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② Monitoring Tool 결과의 alerts[] 문구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9271E-8233-4C53-8A07-836B8AD5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payments: "CPU 91% (threshold 80%)"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BD656-7109-4C99-ACB5-7142D030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gateway: "upstream timeout to payments-service (504)"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8FEE8-D741-4B81-9765-80F1FA57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585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③ 검색 → 선택된 문서 원문 조회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50A87-AE86-4F96-ADDA-F7120678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matches, usage = retriever.search(...)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E1B49-6E1C-4C36-836E-EADEDE03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# 예: cpu-spike, network-timeout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100F2-BA96-4766-83EB-EB1DBD6D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data = await deps.mcp.read_resource(uri, ...)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2FF15-070C-4709-B33A-796396B0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collected.append(item)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3DBD9-2855-48C1-B389-11728E27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4573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network-timeout.md의 점검 절차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7A325-D574-4731-88A3-E4053AD8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05740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1. 어떤 시스템 간 호출에서</a:t>
            </a:r>
          </a:p>
          <a:p xmlns:a="http://schemas.openxmlformats.org/drawingml/2006/main">
            <a: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   타임아웃이 나는지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21E36-A600-4758-B5A6-9801B4F8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31470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2. DNS·방화벽·로드밸런서</a:t>
            </a:r>
          </a:p>
          <a:p xmlns:a="http://schemas.openxmlformats.org/drawingml/2006/main">
            <a: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   변경 여부 점검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68405-AD5D-4EFA-8CAA-F54ACF8C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98157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문서의 1·2번은 확인된 사실이 아니라</a:t>
            </a:r>
          </a:p>
          <a:p xmlns:a="http://schemas.openxmlformats.org/drawingml/2006/main">
            <a: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이후 수행할 점검 방법입니다.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AFE60-1DCE-49FF-974D-EA407610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임베딩 검색: 원래 질문 + alerts[] 각 문자열 · CPU/메모리 수치 필드는 별도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B7A321-D58A-4DDE-8D4C-102A2780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TASK 02 · 다중 Runbook 검색</a:t>
            </a:r>
          </a:p>
        </p:txBody>
      </p:sp>
    </p:spTree>
    <p:extLst>
      <p:ext uri="{BB962C8B-B14F-4D97-AF65-F5344CB8AC3E}">
        <p14:creationId xmlns:p14="http://schemas.microsoft.com/office/powerpoint/2010/main" val="4409639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29442-0954-40FE-A100-791590D9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replan_check는 언제 research로 되돌릴까?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FA424-1A35-486C-9E57-08F38089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11  G096 정다운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AFC87-809D-4C3B-A6A3-861729D9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실제 분기 코드 · agent/graph.py:165–195, 227–231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94BE4-5C02-419D-9B31-6007D064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rounds = state.get("replan_rounds", 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232C3-48FC-426E-83E6-4A065E62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if rounds &gt;= 1:  # 두 번째 검사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87D05-A7F8-4159-98F4-1CD84F6C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verdict = {"is_sufficient": True, ...}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58E95-4A88-4A7A-A247-9C94BDE4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return {"events": state["events"] + [verdict]}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388ED-C5D3-4649-A21D-E84510D8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matches, usage = retriever.search(...)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31FF8-2950-4C8B-9EB5-86E5154A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gap_tasks = [{"agent": "research", "kind": "runbook", ...}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A8E14-E0FC-4096-9236-4E43A81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         for match in matches]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CAA40-3FE4-4AB2-AC1F-4B70F420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"is_sufficient": not bool(gap_tasks)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3CCE5-3658-4574-92DD-12E521AE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return "analysis" if last.get("is_sufficient") else "research"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7EA19-160F-43F0-A84C-E8764314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첫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413C4F-8AB1-4B8A-8F72-69C3909F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문서 선택됨 → task 추가 → research 재실행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6D024-964B-4F20-8866-E11FBF67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문서 없음·검색 오류 →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24931-B9F9-43B2-A9E2-822A1FA8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958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두 번째 검사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C0AB7-7236-4F04-8B2F-FA63E10E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57775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더 검색하지 않고 analysis로 진행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278EF-3FD0-47FC-B689-E3D574B4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14975"/>
            <a:ext cx="506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조회 실패는 별도 기록 · 품질 검증은 validate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5A075-40DE-4518-B621-987BE34D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is_sufficient = 추가 Runbook task가 없는가?  (조회 결과의 품질 합격은 아님)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A447B2-BDFD-465E-A127-EA5401F4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TASK 02 · 다중 Runbook 검색</a:t>
            </a:r>
          </a:p>
        </p:txBody>
      </p:sp>
    </p:spTree>
    <p:extLst>
      <p:ext uri="{BB962C8B-B14F-4D97-AF65-F5344CB8AC3E}">
        <p14:creationId xmlns:p14="http://schemas.microsoft.com/office/powerpoint/2010/main" val="13858746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C395D-A51F-4DBB-BC07-D26A9417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임베딩 검색의 첫 시도와 수정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47B2E-1586-4012-8456-0B7EE1D4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12  G096 정다운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39FC3-3009-4590-8197-33B0DEFA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Runbook 6개 · 고정 질문 5개 · 검색 단계 정밀도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C6764-528F-4E99-B2EE-ACD84105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LLM 문서 랭킹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5D356-C297-48D7-9B35-2FAACFD1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81200"/>
            <a:ext cx="1809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85.7%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62D73-0532-4AA4-B807-D6E51CA7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첫 임베딩: 본문 전체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BEB70-9080-44C4-94A0-A1198385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76550"/>
            <a:ext cx="1809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66.7%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E277A-B688-4355-96D2-0E9A0E44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수정: 제목 + alerts[]별 검색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B4F6A-9ABA-4EE3-B3B9-CF6B8B7E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81425"/>
            <a:ext cx="1809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9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9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9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9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9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9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9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9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9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C0286-7705-43E1-8521-0F91B817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526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성능 저하 원인 추정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B07ED-B321-40E7-9289-768DC116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14550"/>
            <a:ext cx="4038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본문 전체: 여러 문서에 공통인</a:t>
            </a:r>
          </a:p>
          <a:p xmlns:a="http://schemas.openxmlformats.org/drawingml/2006/main">
            <a: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점검·조치 표현이 핵심 증상을 희석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914C2-1C0B-4BC6-82EA-1AF6D0EF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05125"/>
            <a:ext cx="4038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질문 전체: CPU 급증과 timeout을</a:t>
            </a:r>
          </a:p>
          <a:p xmlns:a="http://schemas.openxmlformats.org/drawingml/2006/main">
            <a:pPr algn="l">
              <a:def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한 벡터에 섞어 따로 찾기 어려움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E3859-6ABF-4149-8280-A2B8599C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242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수정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0508C-F5CA-45FC-808F-074AC0A7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95750"/>
            <a:ext cx="4038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제목 벡터 ↔ 질문·CPU 경고·</a:t>
            </a:r>
          </a:p>
          <a:p xmlns:a="http://schemas.openxmlformats.org/drawingml/2006/main">
            <a: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timeout 경고를 각각 비교</a:t>
            </a:r>
          </a:p>
          <a:p xmlns:a="http://schemas.openxmlformats.org/drawingml/2006/main">
            <a: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관련 문서 후보를 합친 뒤 원문 조회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F5DDE-2ECC-47D4-BD62-07242A5A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86375"/>
            <a:ext cx="1062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5건 검색 시간  LLM 9.12초   수정 임베딩 1.51초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EEE91-A18E-4AAD-B771-14DC8EBB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626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※ 5문항은 조정에도 사용. 원인 해석은 가설이며 독립 평가·전체 응답 시간 측정은 아님.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0EE2E-16BD-4B40-B925-4C39FCCC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TASK 02 · 다중 Runbook 검색</a:t>
            </a:r>
          </a:p>
        </p:txBody>
      </p:sp>
    </p:spTree>
    <p:extLst>
      <p:ext uri="{BB962C8B-B14F-4D97-AF65-F5344CB8AC3E}">
        <p14:creationId xmlns:p14="http://schemas.microsoft.com/office/powerpoint/2010/main" val="3052250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2BB4D-54EB-4518-86D4-57E9695B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벡터 DB 없이 임베딩 검색을 택한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57958-558D-40D6-90B0-2F56426B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13  G096 정다운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75B1E-E5B0-4F40-BB3D-1246F74E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382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현재 규모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F58B2-9FD6-4D19-A859-2EB3F3C8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28800"/>
            <a:ext cx="4619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0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0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0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0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0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0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0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0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0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7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Runbook 6개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07FF7-4FD1-4F4C-B0A4-8B20F06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2415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별도 DB 설치·운영 없이</a:t>
            </a:r>
          </a:p>
          <a:p xmlns:a="http://schemas.openxmlformats.org/drawingml/2006/main">
            <a:pPr algn="l">
              <a:def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메모리에서 6개 벡터 비교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B1FF9-F666-4F62-BD42-B91C382E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28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실제 코드 발췌 · agent/runbook_retrieval.py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28E84-DA5B-4235-94A2-A3F1810C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71675"/>
            <a:ext cx="5619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return self._embedding_search([query] + alerts[:10])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DF2E6-199B-429D-996A-A6A98960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95550"/>
            <a:ext cx="5619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digest = hashlib.sha256(body.encode("utf-8")).hexdigest()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781C3-9F54-429A-A355-1BB7F5F9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19425"/>
            <a:ext cx="5619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vectors, spent = self.embedder.embed(titles)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6D5F9-7562-4B1E-8421-0886CA40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43300"/>
            <a:ext cx="5619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query_vectors, spent = self.embedder.embed(search_queries)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C91C7-605C-48F3-A306-6D99A3BB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67175"/>
            <a:ext cx="5619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self._cosine(query_vector, self._vectors[doc_id][1])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DB16A-B890-4925-8F7C-AF203712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9102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트레이드오프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03FAF-D42A-4F04-9E5B-A7A3CF48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0125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재시작하면 메모리 캐시 재생성</a:t>
            </a:r>
          </a:p>
          <a:p xmlns:a="http://schemas.openxmlformats.org/drawingml/2006/main">
            <a: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매 질문·alerts[] 문구마다 임베딩 API 호출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F7620-E21D-4A9D-B883-F674C039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2579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규모가 커지면 영속 인덱스·벡터 DB·하이브리드 검색 검토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657C3-282E-4F2E-8C84-AA070287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TASK 02 · 다중 Runbook 검색</a:t>
            </a:r>
          </a:p>
        </p:txBody>
      </p:sp>
    </p:spTree>
    <p:extLst>
      <p:ext uri="{BB962C8B-B14F-4D97-AF65-F5344CB8AC3E}">
        <p14:creationId xmlns:p14="http://schemas.microsoft.com/office/powerpoint/2010/main" val="19611198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0EFD5-94EF-4F41-B266-E3A0F2BB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답변 검증: 형식 검사에서 근거·Judge 검사로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B544C-D4EF-4C6C-B9F5-D84D7CE9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14  G096 정다운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D7859-48B0-42DD-9161-EE9F291E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528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개선 전 · graph.py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D086E-66CF-4714-9C91-C5C43958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286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ok = len(draft) &gt;= 30 and "1)" in draft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15199-AF67-431D-AB2F-E427757C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5286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if not ok and attempts &gt;= 3: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EB721-8751-4F04-BD65-6709B03F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5286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    ok = True  # 강제 통과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BB551-8870-4D8B-9292-39B1E616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286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return {"final": state["draft"]}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5E0AF-EBB7-429E-91A7-0EEBE995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528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형식만 맞으면 근거 오류를 놓칠 수 있음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AD5D3-108F-408C-8259-85C2C417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57325"/>
            <a:ext cx="525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개선 후 · answer_validation.py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8E1DB-24D8-497C-9B51-EB8F9384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rules = grounded_issues(draft, evidence)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A75D3-E4B8-4100-81D4-2A12395A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decision, usage = judge.judge(draft, evidence)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FDB7C-50E8-4A00-B345-2E9B0590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issues = list(dict.fromkeys(rules + judge_issues))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C8F98-C536-4AE3-9B59-C8200490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return {"passed": not issues, ...}, usage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5BCC2-A676-46C0-83EF-B27557E3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52875"/>
            <a:ext cx="5172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3회 미통과 → unverified_fallback(evidence, ...)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E55A3-3024-4878-B782-6AF5AB29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실행 모드에 따라 Judge 구현이 다름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826EB-A3C4-49E7-99F8-C5895BCD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OpenAI·Ollama: 실제 LLM에 초안과 근거를 보내 다시 판정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FE1E6-19EB-4441-B483-EDE0E0BC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00725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기본 Fake 모드: LLM 호출 없이 규칙으로 판정하는 평가용 대역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809B9-03ED-485D-AE6A-E0764F5E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구현한 Judge는 LLM Judge · Fake 실행 화면은 그 호출의 증거가 아님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C7EF2-7F2E-4638-8F6C-DFEE989B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TASK 03 · 근거 검증</a:t>
            </a:r>
          </a:p>
        </p:txBody>
      </p:sp>
    </p:spTree>
    <p:extLst>
      <p:ext uri="{BB962C8B-B14F-4D97-AF65-F5344CB8AC3E}">
        <p14:creationId xmlns:p14="http://schemas.microsoft.com/office/powerpoint/2010/main" val="978789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85688-F563-4308-8FC5-CF36C876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조회 실패: 전체 중단에서 성공 결과 보존으로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42FFC-5D46-45ED-8F60-F162563D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15  G096 정다운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E4FDB-9227-4F57-945F-C8E04D65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535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개선 전 · research 전체 중단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2CCD6-B88F-482D-BDF5-D808E898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54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results = await asyncio.gather(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BE769-F197-44E6-8DC4-7729B368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554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*(run_one(i) for i in research_indices))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E5CD5-380D-4CF9-BC33-1976832F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5572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한 조회가 예외를 던지면 결과 처리 루프에 못 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9E2AD-4B1B-4D2C-94FE-37AC833D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개선 후 · task별 성공·실패 반환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680E2-B87A-42B1-BD73-81301946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except Exception as exc: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1FECA-66AB-41B3-98CD-C094EB1B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    return {"ok": False, "error": str(exc), ...}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5C109-8F17-4C87-B5C2-62940E3A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if r["ok"]: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713AF-60DF-458D-A03D-8683223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    collected.append(item)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71289-A25B-468A-BA52-4009BCD5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3151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151A"/>
                </a:solidFill>
                <a:latin typeface="Menlo"/>
                <a:ea typeface="Menlo"/>
                <a:cs typeface="Menlo"/>
              </a:rPr>
              <a:t>else: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460FA-C49B-4B08-BACC-5E803717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defPPr>
            <a:lvl1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1pPr>
            <a:lvl2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2pPr>
            <a:lvl3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3pPr>
            <a:lvl4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4pPr>
            <a:lvl5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5pPr>
            <a:lvl6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6pPr>
            <a:lvl7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7pPr>
            <a:lvl8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8pPr>
            <a:lvl9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4232D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4232D"/>
                </a:solidFill>
                <a:latin typeface="Menlo"/>
                <a:ea typeface="Menlo"/>
                <a:cs typeface="Menlo"/>
              </a:rPr>
              <a:t>    task["error"] = r["error"]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4E30B-39C6-4EDB-AB67-F474E37DC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3935274e84b03"/>
          <a:srcRect xmlns:a="http://schemas.openxmlformats.org/drawingml/2006/main" l="2500" t="30000" r="27000" b="7500"/>
          <a:stretch xmlns:a="http://schemas.openxmlformats.org/drawingml/2006/main"/>
        </p:blipFill>
        <p:spPr>
          <a:xfrm xmlns:a="http://schemas.openxmlformats.org/drawingml/2006/main">
            <a:off x="6572250" y="1257300"/>
            <a:ext cx="4619625" cy="49053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266EB-3E95-41A7-A40B-9A0BDDCA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71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gateway 성공 결과 유지 · payments 실패는 진단 한계에 명시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84560-A342-46BC-B942-1F82A28C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TASK 04 · 부분 실패 대응</a:t>
            </a:r>
          </a:p>
        </p:txBody>
      </p:sp>
    </p:spTree>
    <p:extLst>
      <p:ext uri="{BB962C8B-B14F-4D97-AF65-F5344CB8AC3E}">
        <p14:creationId xmlns:p14="http://schemas.microsoft.com/office/powerpoint/2010/main" val="15989285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A188C5-30DF-43F4-ADFE-FB6D928D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Graph 연결과 모듈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146EE-68BD-4CF0-ABFC-A098039A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16  G096 정다운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A265F-EBC3-44C4-AD34-4DF91B7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90650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35A0B-46C6-498D-93C7-4042CF9A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716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route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43F31-62E2-4FBA-937A-12587FB9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952625"/>
            <a:ext cx="219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7AEFE-D514-4447-BA2D-34CEB76E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390650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9D9EB-A8E4-4FB7-BAAF-8A535FC8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7716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232D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resolve_target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2E0AC-52F9-4D80-9065-14F29308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52625"/>
            <a:ext cx="219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EAD57-189A-4AB6-87B8-1CF32B50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390650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183ED-5DCA-4FCC-BAA7-CAEAEAA0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716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9E5C9-D099-4067-800C-8B45F1A8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952625"/>
            <a:ext cx="219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B5E4D-FC39-4F28-A9FD-9A6F66F9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90650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863C9-5E90-4B81-B826-0C15DC3E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716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55A5F-DE24-4A84-A00F-6E2084A7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219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0BAF7-64E3-42B7-A3C8-9852C3E2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90650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56C43-2366-4924-ACCC-D2C0CD1E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716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232D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research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8844D-FBAD-4BC3-82AC-B706C087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952625"/>
            <a:ext cx="219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BD149-8970-4CAC-B53C-088B3A3E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390650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35854-B7E5-4577-9CD3-0F629614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716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232D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replan_check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264BA-D63A-4C1E-AF67-D80E8DE2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71850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F96590-E197-4D7D-A66D-EC746E96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528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232D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research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9855A4-6667-4F4B-99A8-E2C4AE2D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933825"/>
            <a:ext cx="219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485313-2A3B-4921-99D1-6A310365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71850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53CF8A-C264-41A6-A930-A07EA308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528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232D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replan_check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4F5EE4-2B0E-40C3-A453-9BA9043F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33825"/>
            <a:ext cx="219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C70B2D-6E7C-4B91-ACFE-1949426D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71850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DD9820-5D7A-4523-97F3-32E15FEB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528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analysis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3DF060-9BD1-4A37-A25A-8D20B20A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933825"/>
            <a:ext cx="219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03BFF0-4430-43DE-BC4E-723D685D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71850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B63CD4-B4C0-4E9C-98B2-632917CE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528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write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E4B1E2-BB1B-401D-B2B7-A5867D69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33825"/>
            <a:ext cx="219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A22E71-DD0C-4FB6-89C8-D2BDD1A1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71850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95118B-98A0-4906-9295-1CE75F97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528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232D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313CFE-3D9C-4F68-AB48-BFA97C0D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933825"/>
            <a:ext cx="219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58E672-06AF-4A73-B7D3-755AB0AB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71850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E64D39-2AFD-498D-953E-FB650CFF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528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finalize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66A2F6-2874-4808-A517-678366B9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9557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문서 선택: 06 → 07 → 08 → 09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855FF4-C0E4-495A-B9F4-AABF5CF5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955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문서 없음·검색 오류: 06 → 09 (07·08 생략)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BA77E9-0FE4-4D99-9853-43FE6EB3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00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05 research: Monitoring Tool 조회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89C807-D4E9-4576-BDA4-47FD3D48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00600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07 research: Runbook Resource 원문 조회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8ECD32-F0A3-470D-B693-A7B332E5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06: 새 Runbook task가 있으면 07, 없으면 09로 이동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D36C23-AA72-4AFF-8B90-FCB0233F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8165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08: 재검색 없이 09로 이동 · 09에 분석 task가 없으면 write로 진행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A320F8-B77A-427D-8DA2-4E18A5B7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57925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graph.py 연결 · target_nodes.py 대상 · runbook_retrieval.py 검색 · report_nodes.py 보고서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05ABC3-15A2-488C-9A77-69E86694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TASK 05 · 모듈화와 평가</a:t>
            </a:r>
          </a:p>
        </p:txBody>
      </p:sp>
    </p:spTree>
    <p:extLst>
      <p:ext uri="{BB962C8B-B14F-4D97-AF65-F5344CB8AC3E}">
        <p14:creationId xmlns:p14="http://schemas.microsoft.com/office/powerpoint/2010/main" val="17267031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03744-C691-4BF0-93C6-D03A28E6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같은 질문으로 개선 전후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69E5C-B5C9-4E9A-8480-4E2699B8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17  G096 정다운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40D70-60D5-4878-BC70-BC770333FC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2417163da427e"/>
          <a:srcRect xmlns:a="http://schemas.openxmlformats.org/drawingml/2006/main" l="0" t="10000" r="0" b="0"/>
          <a:stretch xmlns:a="http://schemas.openxmlformats.org/drawingml/2006/main"/>
        </p:blipFill>
        <p:spPr>
          <a:xfrm xmlns:a="http://schemas.openxmlformats.org/drawingml/2006/main">
            <a:off x="666750" y="1219200"/>
            <a:ext cx="4905375" cy="5010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0D870-1ACC-4665-8FC9-440ED484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4097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같은 입력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A2B03-A8A4-4176-9995-97E776F0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781175"/>
            <a:ext cx="52197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payments + gateway</a:t>
            </a:r>
          </a:p>
          <a:p xmlns:a="http://schemas.openxmlformats.org/drawingml/2006/main">
            <a: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CPU 급증 · timeout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03727-23F6-407F-9E75-BA1625C9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860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이전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A8E8F-C5E8-4519-8B28-1540E4D9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248025"/>
            <a:ext cx="5286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조회 3개: payments, gateway, web-01</a:t>
            </a:r>
          </a:p>
          <a:p xmlns:a="http://schemas.openxmlformats.org/drawingml/2006/main">
            <a:pPr algn="l">
              <a:def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Runbook 1개: CPU 급증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CAB9C-DD17-46C1-9B51-B6CEC669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476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개선 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E62DD-01AA-4316-9614-60B5411F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848225"/>
            <a:ext cx="5295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조회 2개: payments, gateway</a:t>
            </a:r>
          </a:p>
          <a:p xmlns:a="http://schemas.openxmlformats.org/drawingml/2006/main">
            <a:pPr algn="l">
              <a:def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Runbook 2개: CPU · 네트워크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BBE0E-07A7-4604-8391-FE9BF1EF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102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평가 JSON의 한 case: query + before + after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64069-CAB2-4720-9E0D-D3AC855C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15050"/>
            <a:ext cx="541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두 Graph는 별도 실행 · 이전 결과가 이후 AI의 기억은 아님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4EC68-B1B7-43BA-8888-21EA636F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TASK 05 · 모듈화와 평가</a:t>
            </a:r>
          </a:p>
        </p:txBody>
      </p:sp>
    </p:spTree>
    <p:extLst>
      <p:ext uri="{BB962C8B-B14F-4D97-AF65-F5344CB8AC3E}">
        <p14:creationId xmlns:p14="http://schemas.microsoft.com/office/powerpoint/2010/main" val="4419995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D7253-7677-436F-8123-300AB2C2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최종 실행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C97E3-CB69-4E15-B1B6-02F536CC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18  G096 정다운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B88EE-EB51-4CB1-BB5A-18F0AF112E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49c9c067e44b3"/>
          <a:srcRect xmlns:a="http://schemas.openxmlformats.org/drawingml/2006/main" l="0" t="6000" r="0" b="0"/>
          <a:stretch xmlns:a="http://schemas.openxmlformats.org/drawingml/2006/main"/>
        </p:blipFill>
        <p:spPr>
          <a:xfrm xmlns:a="http://schemas.openxmlformats.org/drawingml/2006/main">
            <a:off x="647700" y="1257300"/>
            <a:ext cx="4667250" cy="4953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73E1B-CEC5-4905-92ED-0B45C64B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43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확인된 대상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5C41A-0870-4957-8C49-2CD393CA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812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3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3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3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3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3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3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3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3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3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auth-service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0E490-8F43-44B0-893D-1308BEEF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289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활용한 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6C479-9D3C-4A36-A1C8-661C9537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67100"/>
            <a:ext cx="538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Monitoring 상태</a:t>
            </a:r>
          </a:p>
          <a:p xmlns:a="http://schemas.openxmlformats.org/drawingml/2006/main">
            <a: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high-latency Runbook 원문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D9E21-E6B6-4ECD-825A-08D0488D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815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최종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AE558-D080-4B46-B545-0180CD6E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72100"/>
            <a:ext cx="538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검증된 진단 보고서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AE52A-D927-4205-8DA0-EC9056FD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최종 결과</a:t>
            </a:r>
          </a:p>
        </p:txBody>
      </p:sp>
    </p:spTree>
    <p:extLst>
      <p:ext uri="{BB962C8B-B14F-4D97-AF65-F5344CB8AC3E}">
        <p14:creationId xmlns:p14="http://schemas.microsoft.com/office/powerpoint/2010/main" val="15634647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967EC-443A-469A-BDA4-E1C2D479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개선 결과와 남은 과제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EB8C2-893C-4ACB-B032-BE0760A8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38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19  G096 정다운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AF8C8-D706-4FDC-92C4-F3040BAA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3827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이번에 달라진 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5F315-1F93-43D3-ADF9-0799F1CA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1927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2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2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2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2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2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2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2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2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2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대상을 확인한 뒤 진단하고, 여러 Runbook의 원문을 활용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128CE-0CCC-4311-8937-D7EA3961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717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수치·출처 검증과 실패 고지까지 보고서에 반영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1C528-CA68-4E2E-B0C8-1F63E29A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575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느낀 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838BC-C50A-43EB-83D8-C24AFA33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57625"/>
            <a:ext cx="5095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작은 Agent에서도 정확도·속도와</a:t>
            </a:r>
          </a:p>
          <a:p xmlns:a="http://schemas.openxmlformats.org/drawingml/2006/main">
            <a: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구현 복잡성·확장성을 함께 고려하며</a:t>
            </a:r>
          </a:p>
          <a:p xmlns:a="http://schemas.openxmlformats.org/drawingml/2006/main">
            <a:pPr algn="l">
              <a:def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균형을 잡기 어려웠다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CEBD3-4C78-4909-B184-49134AB2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575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향후 개선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5FBCD-A03C-451E-B026-86C7342E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57625"/>
            <a:ext cx="50958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독립 평가셋 추가</a:t>
            </a:r>
          </a:p>
          <a:p xmlns:a="http://schemas.openxmlformats.org/drawingml/2006/main">
            <a:pPr algn="l">
              <a:defRPr sz="18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검증 전 초안 SSE 노출 방지</a:t>
            </a:r>
          </a:p>
          <a:p xmlns:a="http://schemas.openxmlformats.org/drawingml/2006/main">
            <a:pPr algn="l">
              <a:defRPr sz="18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3151A"/>
                </a:solidFill>
                <a:latin typeface="Apple SD Gothic Neo"/>
                <a:ea typeface="Apple SD Gothic Neo"/>
                <a:cs typeface="Apple SD Gothic Neo"/>
              </a:rPr>
              <a:t>체크포인트 보관 정책 마련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1ACC4-DB21-4009-806D-8BFE0A3E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34075"/>
            <a:ext cx="1079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26A73"/>
                </a:solidFill>
                <a:latin typeface="Apple SD Gothic Neo"/>
                <a:ea typeface="Apple SD Gothic Neo"/>
                <a:cs typeface="Apple SD Gothic Neo"/>
              </a:rPr>
              <a:t>LangGraph · MCP · RAG/임베딩 · LangSmith · 의존성 주입 · 모듈화 · 단위 테스트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09782-19E7-455C-A12F-597F0EAE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4232D"/>
                </a:solidFill>
                <a:latin typeface="Apple SD Gothic Neo"/>
                <a:ea typeface="Apple SD Gothic Neo"/>
                <a:cs typeface="Apple SD Gothic Neo"/>
              </a:rPr>
              <a:t>마무리</a:t>
            </a:r>
          </a:p>
        </p:txBody>
      </p:sp>
    </p:spTree>
    <p:extLst>
      <p:ext uri="{BB962C8B-B14F-4D97-AF65-F5344CB8AC3E}">
        <p14:creationId xmlns:p14="http://schemas.microsoft.com/office/powerpoint/2010/main" val="1154576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2026-10-22T06:14:45.5080000Z</dcterms:created>
  <dcterms:modified xsi:type="dcterms:W3CDTF">2026-10-22T06:14:45.5080000Z</dcterms:modified>
</coreProperties>
</file>