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aa60f7e24b458f" /><Relationship Type="http://schemas.openxmlformats.org/officeDocument/2006/relationships/extended-properties" Target="/docProps/app.xml" Id="R45ac3d1a08c742f6" /><Relationship Type="http://schemas.openxmlformats.org/officeDocument/2006/relationships/officeDocument" Target="/ppt/presentation.xml" Id="R3804430937214df8" /></Relationships>
</file>

<file path=ppt/presentation.xml><?xml version="1.0" encoding="utf-8"?>
<p:presentation xmlns:p="http://schemas.openxmlformats.org/presentationml/2006/main">
  <p:sldMasterIdLst>
    <p:sldMasterId xmlns:r="http://schemas.openxmlformats.org/officeDocument/2006/relationships" id="2147483648" r:id="Ra39438bd40584d16"/>
  </p:sldMasterIdLst>
  <p:notesMasterIdLst>
    <p:notesMasterId xmlns:r="http://schemas.openxmlformats.org/officeDocument/2006/relationships" r:id="R9c20e0b3bb88455a"/>
  </p:notesMasterIdLst>
  <p:sldIdLst>
    <p:sldId xmlns:r="http://schemas.openxmlformats.org/officeDocument/2006/relationships" id="256" r:id="Rfe721e489adc4b36"/>
    <p:sldId xmlns:r="http://schemas.openxmlformats.org/officeDocument/2006/relationships" id="257" r:id="Rbc6b6cb3745540c0"/>
    <p:sldId xmlns:r="http://schemas.openxmlformats.org/officeDocument/2006/relationships" id="258" r:id="Rc00deabba70544d4"/>
    <p:sldId xmlns:r="http://schemas.openxmlformats.org/officeDocument/2006/relationships" id="259" r:id="Rd08267d26d184e62"/>
    <p:sldId xmlns:r="http://schemas.openxmlformats.org/officeDocument/2006/relationships" id="260" r:id="Ra71bff8eec5b4994"/>
    <p:sldId xmlns:r="http://schemas.openxmlformats.org/officeDocument/2006/relationships" id="261" r:id="R8e768a008fd44a6b"/>
    <p:sldId xmlns:r="http://schemas.openxmlformats.org/officeDocument/2006/relationships" id="262" r:id="Rc3ddcc043cb240ee"/>
    <p:sldId xmlns:r="http://schemas.openxmlformats.org/officeDocument/2006/relationships" id="263" r:id="R5d9e7d968aad4538"/>
    <p:sldId xmlns:r="http://schemas.openxmlformats.org/officeDocument/2006/relationships" id="264" r:id="R5e060474fb7745bb"/>
    <p:sldId xmlns:r="http://schemas.openxmlformats.org/officeDocument/2006/relationships" id="265" r:id="R95d6ba9fcc9943c1"/>
    <p:sldId xmlns:r="http://schemas.openxmlformats.org/officeDocument/2006/relationships" id="266" r:id="Rffd95c0c91ec40aa"/>
    <p:sldId xmlns:r="http://schemas.openxmlformats.org/officeDocument/2006/relationships" id="267" r:id="R04fe20f048de4930"/>
    <p:sldId xmlns:r="http://schemas.openxmlformats.org/officeDocument/2006/relationships" id="268" r:id="R15a3c7fa55064b18"/>
    <p:sldId xmlns:r="http://schemas.openxmlformats.org/officeDocument/2006/relationships" id="269" r:id="R9cbd431737ad44f0"/>
    <p:sldId xmlns:r="http://schemas.openxmlformats.org/officeDocument/2006/relationships" id="270" r:id="R16016effb50c481f"/>
    <p:sldId xmlns:r="http://schemas.openxmlformats.org/officeDocument/2006/relationships" id="271" r:id="R4ddab96533404764"/>
    <p:sldId xmlns:r="http://schemas.openxmlformats.org/officeDocument/2006/relationships" id="272" r:id="R8340c198d39742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09b4fd5aba40cf" /><Relationship Type="http://schemas.openxmlformats.org/officeDocument/2006/relationships/slideMaster" Target="/ppt/slideMasters/slideMaster1.xml" Id="Ra39438bd40584d16" /><Relationship Type="http://schemas.openxmlformats.org/officeDocument/2006/relationships/notesMaster" Target="/ppt/notesMasters/notesMaster1.xml" Id="R9c20e0b3bb88455a" /><Relationship Type="http://schemas.openxmlformats.org/officeDocument/2006/relationships/presProps" Target="/ppt/presProps.xml" Id="R09f7b699f30342e7" /><Relationship Type="http://schemas.openxmlformats.org/officeDocument/2006/relationships/tableStyles" Target="/ppt/tableStyles.xml" Id="R5bed056902b64bb8" /><Relationship Type="http://schemas.openxmlformats.org/officeDocument/2006/relationships/slide" Target="/ppt/slides/slide1.xml" Id="Rfe721e489adc4b36" /><Relationship Type="http://schemas.openxmlformats.org/officeDocument/2006/relationships/slide" Target="/ppt/slides/slide2.xml" Id="Rbc6b6cb3745540c0" /><Relationship Type="http://schemas.openxmlformats.org/officeDocument/2006/relationships/slide" Target="/ppt/slides/slide3.xml" Id="Rc00deabba70544d4" /><Relationship Type="http://schemas.openxmlformats.org/officeDocument/2006/relationships/slide" Target="/ppt/slides/slide4.xml" Id="Rd08267d26d184e62" /><Relationship Type="http://schemas.openxmlformats.org/officeDocument/2006/relationships/slide" Target="/ppt/slides/slide5.xml" Id="Ra71bff8eec5b4994" /><Relationship Type="http://schemas.openxmlformats.org/officeDocument/2006/relationships/slide" Target="/ppt/slides/slide6.xml" Id="R8e768a008fd44a6b" /><Relationship Type="http://schemas.openxmlformats.org/officeDocument/2006/relationships/slide" Target="/ppt/slides/slide7.xml" Id="Rc3ddcc043cb240ee" /><Relationship Type="http://schemas.openxmlformats.org/officeDocument/2006/relationships/slide" Target="/ppt/slides/slide8.xml" Id="R5d9e7d968aad4538" /><Relationship Type="http://schemas.openxmlformats.org/officeDocument/2006/relationships/slide" Target="/ppt/slides/slide9.xml" Id="R5e060474fb7745bb" /><Relationship Type="http://schemas.openxmlformats.org/officeDocument/2006/relationships/slide" Target="/ppt/slides/slide10.xml" Id="R95d6ba9fcc9943c1" /><Relationship Type="http://schemas.openxmlformats.org/officeDocument/2006/relationships/slide" Target="/ppt/slides/slide11.xml" Id="Rffd95c0c91ec40aa" /><Relationship Type="http://schemas.openxmlformats.org/officeDocument/2006/relationships/slide" Target="/ppt/slides/slide12.xml" Id="R04fe20f048de4930" /><Relationship Type="http://schemas.openxmlformats.org/officeDocument/2006/relationships/slide" Target="/ppt/slides/slide13.xml" Id="R15a3c7fa55064b18" /><Relationship Type="http://schemas.openxmlformats.org/officeDocument/2006/relationships/slide" Target="/ppt/slides/slide14.xml" Id="R9cbd431737ad44f0" /><Relationship Type="http://schemas.openxmlformats.org/officeDocument/2006/relationships/slide" Target="/ppt/slides/slide15.xml" Id="R16016effb50c481f" /><Relationship Type="http://schemas.openxmlformats.org/officeDocument/2006/relationships/slide" Target="/ppt/slides/slide16.xml" Id="R4ddab96533404764" /><Relationship Type="http://schemas.openxmlformats.org/officeDocument/2006/relationships/slide" Target="/ppt/slides/slide17.xml" Id="R8340c198d39742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5f94471c6549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a6b2e94dfb4e96" /><Relationship Type="http://schemas.openxmlformats.org/officeDocument/2006/relationships/notesMaster" Target="/ppt/notesMasters/notesMaster1.xml" Id="R0da6c98c17ac4d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4509c1e348433b" /><Relationship Type="http://schemas.openxmlformats.org/officeDocument/2006/relationships/notesMaster" Target="/ppt/notesMasters/notesMaster1.xml" Id="Rdc4c9ed0146244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fe4ed582e84df7" /><Relationship Type="http://schemas.openxmlformats.org/officeDocument/2006/relationships/notesMaster" Target="/ppt/notesMasters/notesMaster1.xml" Id="R9fd2e2ff872a47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cd1d8a52bb476c" /><Relationship Type="http://schemas.openxmlformats.org/officeDocument/2006/relationships/notesMaster" Target="/ppt/notesMasters/notesMaster1.xml" Id="Ra69f2326a1ae4b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453134e95a4743" /><Relationship Type="http://schemas.openxmlformats.org/officeDocument/2006/relationships/notesMaster" Target="/ppt/notesMasters/notesMaster1.xml" Id="R08e4ada853d745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3515394ad2400f" /><Relationship Type="http://schemas.openxmlformats.org/officeDocument/2006/relationships/notesMaster" Target="/ppt/notesMasters/notesMaster1.xml" Id="R953acc6b2f5b4a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08c637e4734cb1" /><Relationship Type="http://schemas.openxmlformats.org/officeDocument/2006/relationships/notesMaster" Target="/ppt/notesMasters/notesMaster1.xml" Id="R8fe77596209b43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be46760f484d55" /><Relationship Type="http://schemas.openxmlformats.org/officeDocument/2006/relationships/notesMaster" Target="/ppt/notesMasters/notesMaster1.xml" Id="R18e17b4eeef143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f9168409c3476f" /><Relationship Type="http://schemas.openxmlformats.org/officeDocument/2006/relationships/notesMaster" Target="/ppt/notesMasters/notesMaster1.xml" Id="Ra632acffaeea49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3c90533af4480d" /><Relationship Type="http://schemas.openxmlformats.org/officeDocument/2006/relationships/notesMaster" Target="/ppt/notesMasters/notesMaster1.xml" Id="Ra7c41c0fed0c4f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58b9e13bdb4f2f" /><Relationship Type="http://schemas.openxmlformats.org/officeDocument/2006/relationships/notesMaster" Target="/ppt/notesMasters/notesMaster1.xml" Id="R5748706fe6fa4f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8ee1d96f4d4b37" /><Relationship Type="http://schemas.openxmlformats.org/officeDocument/2006/relationships/notesMaster" Target="/ppt/notesMasters/notesMaster1.xml" Id="R78a2e9664fa34d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9b8646a5e54296" /><Relationship Type="http://schemas.openxmlformats.org/officeDocument/2006/relationships/notesMaster" Target="/ppt/notesMasters/notesMaster1.xml" Id="R43b374e773f541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04b02995c43458b" /><Relationship Type="http://schemas.openxmlformats.org/officeDocument/2006/relationships/notesMaster" Target="/ppt/notesMasters/notesMaster1.xml" Id="Ra39194b75f19402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3a6544e9c0042dc" /><Relationship Type="http://schemas.openxmlformats.org/officeDocument/2006/relationships/notesMaster" Target="/ppt/notesMasters/notesMaster1.xml" Id="Rabfe9b932621461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c64ba504364b0b" /><Relationship Type="http://schemas.openxmlformats.org/officeDocument/2006/relationships/notesMaster" Target="/ppt/notesMasters/notesMaster1.xml" Id="R55bfffb32b214c1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6d24e26ba0b4a99" /><Relationship Type="http://schemas.openxmlformats.org/officeDocument/2006/relationships/notesMaster" Target="/ppt/notesMasters/notesMaster1.xml" Id="R0d09baa789004d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0:00–0:08. 과제 1로 기존 FastAPI·LangGraph·MCP 장애 대응 코드를 개선했습니다. 앞 2분은 기능과 결과, 뒤 3분은 Graph와 MCP·RAG 코드를 설명하겠습니다. 근거: README.md 1–5절.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0:08–0:22. 기존 코드는 대상을 못 찾으면 기본 서비스로 처리할 위험이 있었고, 영문 키워드로 Runbook 하나만 골랐습니다. 답변도 길이와 형식 위주로 검사했습니다. 이번에는 조사 대상 확인, 다중 Runbook 검색, 근거 검증, 부분 실패 대응, 모듈화·평가 다섯 부분만 개선했습니다. 근거: README.md 1·3절.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0:22–0:42. 이번에는 세 군데를 구체적으로 개선했습니다. 첫째, 시스템명이 없으면 auth-service로 대체하던 부분을 Registry 검증과 사용자 재질문으로 바꿨습니다. 둘째, 모니터링 키워드로 Runbook 하나만 선택하던 부분을 질문과 알림을 이용한 다중 문서 검색으로 바꿨습니다. 셋째, 길이와 번호만 검사하고 세 번 뒤 강제 통과시키던 답변 검증에 수치·출처 검사와 Judge를 추가했습니다. 왼쪽은 초기 커밋, 오른쪽은 현재 구현의 핵심 경로입니다. 기존에도 MCP Monitoring Tool과 Runbook Resource는 있었습니다. 근거: git f6d7ea2:agent/graph.py, 현재 agent/graph.py:11–24·165–270.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0:42–1:00. 첫 번째 개선은 조사 대상 확인입니다. 기존 코드는 시스템을 찾지 못하면 auth-service를 기본값으로 사용해 다른 장애를 잘못 진단할 수 있었습니다. 이제 Registry가 실제 등록 시스템을 검증하고, 불명확하면 interrupt()로 질문합니다. SQLite checkpointer가 Graph의 원래 질문과 상태를 보관합니다. 오른쪽 시연 화면처럼 사용자 답변으로 auth-service를 확인한 다음 원래 장애 질문을 이어서 분석합니다. 구체적인 중단·저장·재개 코드는 다음 페이지에 있습니다. 근거: agent/target_nodes.py:12–53, agent/graph.py:237–270, server.py:103–106·157–170, doc/screenshots/target_clarification_progress.jpg.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1:00–1:22. FastAPI 서버는 AsyncSqliteSaver를 열고 Graph를 checkpointer와 함께 compile합니다. 대상이 불명확하면 clarify_target_node에서 interrupt()를 호출합니다. 이 순간 LangGraph가 현재 Graph 상태와 원래 query를 같은 thread_id의 체크포인트에 저장하고 실행을 멈춥니다. 서버가 질문을 보여주고 사용자가 답하면, 기존 graph_thread_id로 체크포인트를 찾은 뒤 Command(resume=message)를 같은 thread_id에 전달합니다. clarify_target 노드는 재개 시 처음부터 실행되므로 interrupt() 앞에서는 LLM이나 Tool을 호출하지 않습니다. 답변은 clarification_answer에 저장되고, 그래프의 edge를 따라 resolve_target에서 Registry로 다시 검증합니다. 근거: server.py:103–106·157–170, agent/graph.py:256–270, agent/target_nodes.py:47–53.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1:22–1:36. mcp_server.py에는 FastMCP 서버가 제공하는 세 가지 항목이 있습니다. Prompt는 표준 진단 순서라는 텍스트를 돌려주며 plan이 참고합니다. Tool은 system_name을 받아 monitoring.json을 읽고 상태, CPU, 메모리, 알림과 현재 시각을 담은 SystemStatus를 반환합니다. 예제에서는 CPU와 메모리에 작은 임의 변동도 더합니다. Resource는 runbook://incident-response/문서ID URI로 data/runbooks의 마크다운 파일 원문을 반환합니다. Runbook 선택은 MCP 서버가 아니라 replan_check의 검색기가 합니다. 근거: mcp_server.py:19–78, agent/graph.py:52–70·89–133·165–195.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1:36–1:49. FastAPI lifespan이 MCPClient를 시작하면 ops와 docs 서버를 stdio subprocess로 연결하고 세션을 재사용합니다. 이 프로젝트의 Prompt, Tool, Runbook Resource는 ops 서버에 있습니다. plan은 find_prompt로 제공 서버를 찾고 get_prompt로 절차 텍스트를 받은 뒤 LLM으로 task만 만듭니다. 첫 research는 task.kind가 monitoring일 때 get_monitoring_status Tool을 호출합니다. replan_check는 질문과 모니터링 결과로 Runbook ID를 고르며, 이 선택 자체는 MCP 호출이 아닙니다. 선택된 task가 있으면 두 번째 research가 find_resource_template으로 서버와 URI 형식을 찾고 read_resource로 파일 원문을 받습니다. 성공한 Tool 데이터와 Resource 본문은 collected에 추가되어 write의 근거가 됩니다. 근거: server.py:69–112, agent/mcp_client.py:44–122, agent/graph.py:51–70·88–161·164–195.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1:49–2:03. 이 Tool은 기존 실습 코드에도 있었습니다. 서버의 @mcp.tool이 get_monitoring_status를 등록하고 monitoring.json에서 시스템 상태를 읽습니다. research는 확정된 시스템마다 deps.mcp.call_tool을 호출합니다. MCPClient는 연결된 ops 세션에 call_tool을 전달하고 JSON 결과를 돌려줍니다. 성공한 값만 collected에 저장합니다. 오른쪽 시연 화면의 모니터링 지표 확인 이벤트와 보고서의 확인된 사실이 그 결과입니다. 다음 슬라이드의 Runbook 원문 조회는 Tool이 아니라 MCP Resource 호출입니다. 근거: mcp_server.py:33–53, agent/graph.py:117–151, agent/mcp_client.py:70–77, doc/screenshots/partial_failure_progress.jpg.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2:03–2:20. replan_check가 사용자 질문과 Monitoring의 각 알림을 검색기에 전달합니다. OpenAI 모드에서는 질문과 알림, Runbook 제목을 임베딩하고 코사인 유사도로 최대 세 문서를 선택합니다. 문서 ID만으로 답하지 않고, 같은 research 노드가 MCP Resource의 원문을 읽어 collected에 저장합니다. 작성 노드가 그 원문을 받아 실제 점검 절차를 보고서에 넣습니다. 근거: agent/graph.py:165–195·112–145, agent/runbook_retrieval.py:49–133, data/runbooks/network-timeout.md.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2:20–2:38. Runbook 여섯 개와 고정 질문 다섯 개로 검색 단계만 비교했습니다. gpt-4o-mini 문서 랭킹의 정밀도는 85.7%였습니다. 첫 시도인 본문 전체와 합친 질문 임베딩은 정밀도·재현율 각각 66.7%로 오히려 낮았습니다. 문서마다 비슷한 절차 문장이 있고, CPU와 timeout 같은 복합 증상을 한 벡터로 합치면 일부 증상에 치우친다고 판단했습니다. 그래서 간결한 문서 제목을 임베딩하고 질문과 각 알림을 별도 검색 질의로 바꿨습니다. 수정 결과는 정밀도 100%, 검색 시간 5건 합계 1.51초로 기존 LLM 랭킹 9.12초보다 짧았습니다. 5문항은 조정에도 썼으므로 독립 평가가 아닙니다. 초기 66.7% 수치는 별도 탐색 측정입니다. 근거: README.md 4절, scripts/evaluate_retrieval.py, agent/runbook_retrieval.py:49–133.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2:38–2:51. 현재 Runbook은 여섯 개입니다. 제목 벡터를 메모리에 캐시하고 각 질문과 알림 벡터를 코사인 유사도로 비교합니다. 파일 본문 해시가 바뀌면 해당 제목 벡터만 다시 만듭니다. 검색 후 문서 원문은 계속 MCP Resource에서 읽습니다. 벡터 DB가 필요 없다는 일반 법칙이 아니라 현재 데이터 규모에 맞춰 저장소 운영 부담을 줄인 선택입니다. 벡터 DB보다 빠르다고 측정한 것은 아닙니다. 프로세스 재시작 시 캐시가 사라지고 질문·알림 임베딩 호출 비용은 남습니다. 문서 수가 커지면 영속 인덱스와 벡터 DB, 하이브리드 검색을 재검토해야 합니다. 근거: agent/runbook_retrieval.py:11–22, 89–138, README.md 4절.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2:51–3:14. write가 확인된 Monitoring과 Runbook 원문, 실패 기록을 받아 초안을 씁니다. validate는 코드 검사로 시스템명·수치·Runbook 출처를 확인하고 quality_llm의 별도 Judge 호출로 근거 적합성을 평가합니다. 불합격이면 피드백을 넣어 최대 세 번 다시 쓰고, 끝내 실패하면 미검증 초안을 최종 답으로 내지 않습니다. 화면 오른쪽은 실패 주입 시연의 1회 불합격, 2회 합격 이벤트입니다. 단위 테스트 12개가 통과합니다. 실제 OpenAI 작문·Judge는 고정 근거 1건만 확인했으므로 항상 같은 품질이라고 주장하지 않습니다. 근거: agent/report_nodes.py:12–55, agent/answer_validation.py, agent/graph.py:232–235, doc/screenshots/partial_failure_progress.jpg, tests/test_improvements.py.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3:14–3:36. 실패 주입 시연에서 payments-service Monitoring만 실패했습니다. gateway-service의 MCP 조회 결과는 collected에 남았습니다. 최종 보고서는 조회 실패를 진단 한계로 밝히고, cpu-spike와 network-timeout Runbook의 번호 붙은 점검 절차를 권장 조치에 넣었습니다. 조치를 실행했다고 주장하지 않습니다. SSE로 검증 전 초안이 전송될 수 있는 한계는 운영 전 보완이 필요합니다. 근거: agent/graph.py:89–161, scripts/demo_partial_failure.py, doc/screenshots/partial_failure_demo.jpg.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3:36–3:56. graph.py의 build_graph가 노드를 등록하고 연결합니다. 대상 확인은 target_nodes.py, 검색은 runbook_retrieval.py, 작성과 검증은 report_nodes.py로 나눴습니다. route는 일반 대화면 바로 답하고, 장애면 resolve_target으로 갑니다. 불명확하면 interrupt 후 같은 Graph를 재개합니다. 첫 research는 Monitoring Tool을 조회합니다. 첫 replan_check에서 Runbook이 선택되면 같은 research 노드로 돌아가 Resource 원문을 읽습니다. 선택 문서가 없으면 곧장 analysis로 갑니다. validate 불합격이면 write를 최대 세 번 다시 실행합니다. 근거: agent/graph.py:11–24, 165–195, 227–270.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3:56–4:15. 시연용 고정 데이터로 같은 CPU 급증·timeout 복합 장애 질문을 비교했습니다. 이전에는 불필요한 web-01까지 조사하고 CPU Runbook 하나만 읽었습니다. 개선 후에는 확정된 두 시스템을 조사하고 cpu-spike와 network-timeout 두 문서를 읽었습니다. 오른쪽은 읽기 쉽도록 정확한 결과만 크게 옮겼습니다. 이전/이후 속도 차이는 인위적인 0.35초 지연 제거 영향이 커서 임베딩의 속도 개선이라고 주장하지 않습니다. 근거: doc/evaluation_results.json, scripts/evaluate.py, doc/screenshots/before_after_results.jpg.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4:15–4:39. 이 시연 화면은 대상 재질문 후 auth-service를 확정하고, Monitoring 결과와 high-latency Runbook 원문의 점검 절차를 활용해 검증된 보고서를 보여줍니다. 실제 장애 조치를 수행한 화면은 아니며, 조사와 보고서 생성 과정의 데모입니다. 근거: doc/screenshots/final_chat.jpg, README.md 6–8절.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4:39–5:00. 이번 과제에서는 시스템을 임의로 정하지 않고 사용자에게 확인한 뒤 진단했고, 질문과 모니터링 알림으로 여러 Runbook을 검색해 원문을 답변에 반영했습니다. 수치·출처와 Judge 검증을 추가했으며 일부 조회 실패도 보고서에 밝혔습니다. 느낀 점은 LLM의 판단을 실제 시스템 목록과 조회 근거, 검증 코드로 다시 확인해야 한다는 것입니다. 앞으로는 별도 질문으로 검색 성능을 독립 평가하고, SSE가 검증 전 초안을 보여주는 문제를 막고, 오래된 체크포인트의 보관 정책을 정해야 합니다. 사용 기술은 LangGraph, MCP, RAG/임베딩, LangSmith, 의존성 주입, 모듈화, 단위 테스트입니다. 근거: README.md 3–8절, doc/evaluation_results.json.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be2cc689e24c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eec0eedd9df416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0cc705960a4b6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5c9b9b1bdd147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70f3beabf5472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7a942ba6bd43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FA5B89-A608-44BC-854C-640DCE05FCC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8E7A050-FFAE-4CE4-A9B5-B597C11D338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67B748-8B69-489B-9C77-585363414FD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962D35-58BA-4DB8-A3FD-1ADBD8F539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3D8C305-47B6-4256-B93D-D2A1405640A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5B62D4D-0FB5-47C9-811E-8005D3A1FC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DE904E-54A2-45FC-B032-FFC57EF5FE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A24D002-748D-4C41-8332-38976099336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A9485E-26B4-4C1D-BC13-01F264EA49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A9CE97-14FA-4181-AF6F-7775F8361CE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72446d11464a58" /><Relationship Type="http://schemas.openxmlformats.org/officeDocument/2006/relationships/slideLayout" Target="/ppt/slideLayouts/slideLayout1.xml" Id="Rfc4527a483504036" /><Relationship Type="http://schemas.openxmlformats.org/officeDocument/2006/relationships/slideLayout" Target="/ppt/slideLayouts/slideLayout2.xml" Id="R7b615d06966843f5" /><Relationship Type="http://schemas.openxmlformats.org/officeDocument/2006/relationships/slideLayout" Target="/ppt/slideLayouts/slideLayout3.xml" Id="R0583144912c44ceb" /><Relationship Type="http://schemas.openxmlformats.org/officeDocument/2006/relationships/slideLayout" Target="/ppt/slideLayouts/slideLayout4.xml" Id="Rd9b2e77c537246e8" /><Relationship Type="http://schemas.openxmlformats.org/officeDocument/2006/relationships/slideLayout" Target="/ppt/slideLayouts/slideLayout5.xml" Id="R7d2fa93ecec64598" /><Relationship Type="http://schemas.openxmlformats.org/officeDocument/2006/relationships/slideLayout" Target="/ppt/slideLayouts/slideLayout6.xml" Id="Rb8c7b99833ea4e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4527a483504036"/>
    <p:sldLayoutId xmlns:r="http://schemas.openxmlformats.org/officeDocument/2006/relationships" id="2147483650" r:id="R7b615d06966843f5"/>
    <p:sldLayoutId xmlns:r="http://schemas.openxmlformats.org/officeDocument/2006/relationships" id="2147483651" r:id="R0583144912c44ceb"/>
    <p:sldLayoutId xmlns:r="http://schemas.openxmlformats.org/officeDocument/2006/relationships" id="2147483652" r:id="Rd9b2e77c537246e8"/>
    <p:sldLayoutId xmlns:r="http://schemas.openxmlformats.org/officeDocument/2006/relationships" id="2147483653" r:id="R7d2fa93ecec64598"/>
    <p:sldLayoutId xmlns:r="http://schemas.openxmlformats.org/officeDocument/2006/relationships" id="2147483654" r:id="Rb8c7b99833ea4e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e8bd5775434640" /><Relationship Type="http://schemas.openxmlformats.org/officeDocument/2006/relationships/notesSlide" Target="/ppt/notesSlides/notesSlide1.xml" Id="R661a0372aefe49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99de49aea944d17" /><Relationship Type="http://schemas.openxmlformats.org/officeDocument/2006/relationships/notesSlide" Target="/ppt/notesSlides/notesSlide2.xml" Id="R7ba48a8a3fde4d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4f68e8fe064d75" /><Relationship Type="http://schemas.openxmlformats.org/officeDocument/2006/relationships/notesSlide" Target="/ppt/notesSlides/notesSlide3.xml" Id="Ra56ba3910e0843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21724b2ad584288" /><Relationship Type="http://schemas.openxmlformats.org/officeDocument/2006/relationships/image" Target="/ppt/media/image.jpeg" Id="R4923a5ebe6be43f6" /><Relationship Type="http://schemas.openxmlformats.org/officeDocument/2006/relationships/notesSlide" Target="/ppt/notesSlides/notesSlide4.xml" Id="Rb9dcda42a4f742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253d07e51694c44" /><Relationship Type="http://schemas.openxmlformats.org/officeDocument/2006/relationships/notesSlide" Target="/ppt/notesSlides/notesSlide5.xml" Id="Rb92fabe5b9514c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510a3aeb7434ec0" /><Relationship Type="http://schemas.openxmlformats.org/officeDocument/2006/relationships/notesSlide" Target="/ppt/notesSlides/notesSlide6.xml" Id="R3c3852cdf39b48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0a877bcc07744dd" /><Relationship Type="http://schemas.openxmlformats.org/officeDocument/2006/relationships/notesSlide" Target="/ppt/notesSlides/notesSlide7.xml" Id="R2495b27255da49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2db8db6df624d01" /><Relationship Type="http://schemas.openxmlformats.org/officeDocument/2006/relationships/image" Target="/ppt/media/image2.jpeg" Id="R7aeba87b361443b2" /><Relationship Type="http://schemas.openxmlformats.org/officeDocument/2006/relationships/notesSlide" Target="/ppt/notesSlides/notesSlide8.xml" Id="R5292990057ac4d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b273c84605447b3" /><Relationship Type="http://schemas.openxmlformats.org/officeDocument/2006/relationships/notesSlide" Target="/ppt/notesSlides/notesSlide9.xml" Id="R6634302598974c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d205ed1621449b3" /><Relationship Type="http://schemas.openxmlformats.org/officeDocument/2006/relationships/notesSlide" Target="/ppt/notesSlides/notesSlide10.xml" Id="R21612b6c8ed645e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eeab619d4b64c70" /><Relationship Type="http://schemas.openxmlformats.org/officeDocument/2006/relationships/notesSlide" Target="/ppt/notesSlides/notesSlide11.xml" Id="R0b916bfc73ef4b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7e6385df8a641ce" /><Relationship Type="http://schemas.openxmlformats.org/officeDocument/2006/relationships/image" Target="/ppt/media/image3.jpeg" Id="R0b0a877c1c914a66" /><Relationship Type="http://schemas.openxmlformats.org/officeDocument/2006/relationships/notesSlide" Target="/ppt/notesSlides/notesSlide12.xml" Id="R9f5b41371e794a9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d5f9a17f610433a" /><Relationship Type="http://schemas.openxmlformats.org/officeDocument/2006/relationships/image" Target="/ppt/media/image4.jpeg" Id="R9a8f6cfbc5384a79" /><Relationship Type="http://schemas.openxmlformats.org/officeDocument/2006/relationships/notesSlide" Target="/ppt/notesSlides/notesSlide13.xml" Id="Re11f7e699896444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29a228dbfd5430f" /><Relationship Type="http://schemas.openxmlformats.org/officeDocument/2006/relationships/notesSlide" Target="/ppt/notesSlides/notesSlide14.xml" Id="R1c3c82957efd4e7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988f05d38ee4add" /><Relationship Type="http://schemas.openxmlformats.org/officeDocument/2006/relationships/image" Target="/ppt/media/image5.jpeg" Id="Redad4d84964b4b4f" /><Relationship Type="http://schemas.openxmlformats.org/officeDocument/2006/relationships/notesSlide" Target="/ppt/notesSlides/notesSlide15.xml" Id="R71a4013654dc4ce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89a729c0adc4d0c" /><Relationship Type="http://schemas.openxmlformats.org/officeDocument/2006/relationships/image" Target="/ppt/media/image6.jpeg" Id="R8ff0f8c959584cb3" /><Relationship Type="http://schemas.openxmlformats.org/officeDocument/2006/relationships/notesSlide" Target="/ppt/notesSlides/notesSlide16.xml" Id="Rc47d9d6e4a914a6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8c92289a7d34aa6" /><Relationship Type="http://schemas.openxmlformats.org/officeDocument/2006/relationships/notesSlide" Target="/ppt/notesSlides/notesSlide17.xml" Id="Racd66fb37edb4d6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374B6A-FFD3-4676-A7C7-DF53E6258ABD}"/>
              </a:ext>
            </a:extLst>
          </p:cNvPr>
          <p:cNvSpPr>
            <a:spLocks xmlns:a="http://schemas.openxmlformats.org/drawingml/2006/main" noGrp="1"/>
          </p:cNvSpPr>
          <p:nvPr/>
        </p:nvSpPr>
        <p:spPr>
          <a:xfrm xmlns:a="http://schemas.openxmlformats.org/drawingml/2006/main">
            <a:off x="723900" y="1743075"/>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13151A"/>
                </a:solidFill>
                <a:latin typeface="Apple SD Gothic Neo"/>
                <a:ea typeface="Apple SD Gothic Neo"/>
                <a:cs typeface="Apple SD Gothic Neo"/>
              </a:defRPr>
            </a:defPPr>
            <a:lvl1pPr algn="l">
              <a:defRPr sz="4050" b="1">
                <a:solidFill>
                  <a:srgbClr val="13151A"/>
                </a:solidFill>
                <a:latin typeface="Apple SD Gothic Neo"/>
                <a:ea typeface="Apple SD Gothic Neo"/>
                <a:cs typeface="Apple SD Gothic Neo"/>
              </a:defRPr>
            </a:lvl1pPr>
            <a:lvl2pPr algn="l">
              <a:defRPr sz="4050" b="1">
                <a:solidFill>
                  <a:srgbClr val="13151A"/>
                </a:solidFill>
                <a:latin typeface="Apple SD Gothic Neo"/>
                <a:ea typeface="Apple SD Gothic Neo"/>
                <a:cs typeface="Apple SD Gothic Neo"/>
              </a:defRPr>
            </a:lvl2pPr>
            <a:lvl3pPr algn="l">
              <a:defRPr sz="4050" b="1">
                <a:solidFill>
                  <a:srgbClr val="13151A"/>
                </a:solidFill>
                <a:latin typeface="Apple SD Gothic Neo"/>
                <a:ea typeface="Apple SD Gothic Neo"/>
                <a:cs typeface="Apple SD Gothic Neo"/>
              </a:defRPr>
            </a:lvl3pPr>
            <a:lvl4pPr algn="l">
              <a:defRPr sz="4050" b="1">
                <a:solidFill>
                  <a:srgbClr val="13151A"/>
                </a:solidFill>
                <a:latin typeface="Apple SD Gothic Neo"/>
                <a:ea typeface="Apple SD Gothic Neo"/>
                <a:cs typeface="Apple SD Gothic Neo"/>
              </a:defRPr>
            </a:lvl4pPr>
            <a:lvl5pPr algn="l">
              <a:defRPr sz="4050" b="1">
                <a:solidFill>
                  <a:srgbClr val="13151A"/>
                </a:solidFill>
                <a:latin typeface="Apple SD Gothic Neo"/>
                <a:ea typeface="Apple SD Gothic Neo"/>
                <a:cs typeface="Apple SD Gothic Neo"/>
              </a:defRPr>
            </a:lvl5pPr>
            <a:lvl6pPr algn="l">
              <a:defRPr sz="4050" b="1">
                <a:solidFill>
                  <a:srgbClr val="13151A"/>
                </a:solidFill>
                <a:latin typeface="Apple SD Gothic Neo"/>
                <a:ea typeface="Apple SD Gothic Neo"/>
                <a:cs typeface="Apple SD Gothic Neo"/>
              </a:defRPr>
            </a:lvl6pPr>
            <a:lvl7pPr algn="l">
              <a:defRPr sz="4050" b="1">
                <a:solidFill>
                  <a:srgbClr val="13151A"/>
                </a:solidFill>
                <a:latin typeface="Apple SD Gothic Neo"/>
                <a:ea typeface="Apple SD Gothic Neo"/>
                <a:cs typeface="Apple SD Gothic Neo"/>
              </a:defRPr>
            </a:lvl7pPr>
            <a:lvl8pPr algn="l">
              <a:defRPr sz="4050" b="1">
                <a:solidFill>
                  <a:srgbClr val="13151A"/>
                </a:solidFill>
                <a:latin typeface="Apple SD Gothic Neo"/>
                <a:ea typeface="Apple SD Gothic Neo"/>
                <a:cs typeface="Apple SD Gothic Neo"/>
              </a:defRPr>
            </a:lvl8pPr>
            <a:lvl9pPr algn="l">
              <a:defRPr sz="4050" b="1">
                <a:solidFill>
                  <a:srgbClr val="13151A"/>
                </a:solidFill>
                <a:latin typeface="Apple SD Gothic Neo"/>
                <a:ea typeface="Apple SD Gothic Neo"/>
                <a:cs typeface="Apple SD Gothic Neo"/>
              </a:defRPr>
            </a:lvl9pPr>
          </a:lstStyle>
          <a:p xmlns:a="http://schemas.openxmlformats.org/drawingml/2006/main">
            <a:pPr algn="l">
              <a:defRPr sz="4050" b="1">
                <a:solidFill>
                  <a:srgbClr val="13151A"/>
                </a:solidFill>
                <a:latin typeface="Apple SD Gothic Neo"/>
                <a:ea typeface="Apple SD Gothic Neo"/>
                <a:cs typeface="Apple SD Gothic Neo"/>
              </a:defRPr>
            </a:pPr>
            <a:r>
              <a:rPr sz="4050" b="1">
                <a:solidFill>
                  <a:srgbClr val="13151A"/>
                </a:solidFill>
                <a:latin typeface="Apple SD Gothic Neo"/>
                <a:ea typeface="Apple SD Gothic Neo"/>
                <a:cs typeface="Apple SD Gothic Neo"/>
              </a:rPr>
              <a:t>AI 서비스 개발 Mini-project</a:t>
            </a:r>
          </a:p>
        </p:txBody>
      </p:sp>
      <p:sp>
        <p:nvSpPr>
          <p:cNvPr id="2" name="">
            <a:extLst xmlns:a="http://schemas.openxmlformats.org/drawingml/2006/main">
              <a:ext uri="{FF2B5EF4-FFF2-40B4-BE49-F238E27FC236}">
                <a16:creationId xmlns:a16="http://schemas.microsoft.com/office/drawing/2014/main" id="{EB396563-EC44-44E6-A9E1-7678C47E1C9E}"/>
              </a:ext>
            </a:extLst>
          </p:cNvPr>
          <p:cNvSpPr>
            <a:spLocks xmlns:a="http://schemas.openxmlformats.org/drawingml/2006/main" noGrp="1"/>
          </p:cNvSpPr>
          <p:nvPr/>
        </p:nvSpPr>
        <p:spPr>
          <a:xfrm xmlns:a="http://schemas.openxmlformats.org/drawingml/2006/main">
            <a:off x="74295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B4232D"/>
                </a:solidFill>
                <a:latin typeface="Apple SD Gothic Neo"/>
                <a:ea typeface="Apple SD Gothic Neo"/>
                <a:cs typeface="Apple SD Gothic Neo"/>
              </a:defRPr>
            </a:defPPr>
            <a:lvl1pPr algn="l">
              <a:defRPr sz="2550" b="0">
                <a:solidFill>
                  <a:srgbClr val="B4232D"/>
                </a:solidFill>
                <a:latin typeface="Apple SD Gothic Neo"/>
                <a:ea typeface="Apple SD Gothic Neo"/>
                <a:cs typeface="Apple SD Gothic Neo"/>
              </a:defRPr>
            </a:lvl1pPr>
            <a:lvl2pPr algn="l">
              <a:defRPr sz="2550" b="0">
                <a:solidFill>
                  <a:srgbClr val="B4232D"/>
                </a:solidFill>
                <a:latin typeface="Apple SD Gothic Neo"/>
                <a:ea typeface="Apple SD Gothic Neo"/>
                <a:cs typeface="Apple SD Gothic Neo"/>
              </a:defRPr>
            </a:lvl2pPr>
            <a:lvl3pPr algn="l">
              <a:defRPr sz="2550" b="0">
                <a:solidFill>
                  <a:srgbClr val="B4232D"/>
                </a:solidFill>
                <a:latin typeface="Apple SD Gothic Neo"/>
                <a:ea typeface="Apple SD Gothic Neo"/>
                <a:cs typeface="Apple SD Gothic Neo"/>
              </a:defRPr>
            </a:lvl3pPr>
            <a:lvl4pPr algn="l">
              <a:defRPr sz="2550" b="0">
                <a:solidFill>
                  <a:srgbClr val="B4232D"/>
                </a:solidFill>
                <a:latin typeface="Apple SD Gothic Neo"/>
                <a:ea typeface="Apple SD Gothic Neo"/>
                <a:cs typeface="Apple SD Gothic Neo"/>
              </a:defRPr>
            </a:lvl4pPr>
            <a:lvl5pPr algn="l">
              <a:defRPr sz="2550" b="0">
                <a:solidFill>
                  <a:srgbClr val="B4232D"/>
                </a:solidFill>
                <a:latin typeface="Apple SD Gothic Neo"/>
                <a:ea typeface="Apple SD Gothic Neo"/>
                <a:cs typeface="Apple SD Gothic Neo"/>
              </a:defRPr>
            </a:lvl5pPr>
            <a:lvl6pPr algn="l">
              <a:defRPr sz="2550" b="0">
                <a:solidFill>
                  <a:srgbClr val="B4232D"/>
                </a:solidFill>
                <a:latin typeface="Apple SD Gothic Neo"/>
                <a:ea typeface="Apple SD Gothic Neo"/>
                <a:cs typeface="Apple SD Gothic Neo"/>
              </a:defRPr>
            </a:lvl6pPr>
            <a:lvl7pPr algn="l">
              <a:defRPr sz="2550" b="0">
                <a:solidFill>
                  <a:srgbClr val="B4232D"/>
                </a:solidFill>
                <a:latin typeface="Apple SD Gothic Neo"/>
                <a:ea typeface="Apple SD Gothic Neo"/>
                <a:cs typeface="Apple SD Gothic Neo"/>
              </a:defRPr>
            </a:lvl7pPr>
            <a:lvl8pPr algn="l">
              <a:defRPr sz="2550" b="0">
                <a:solidFill>
                  <a:srgbClr val="B4232D"/>
                </a:solidFill>
                <a:latin typeface="Apple SD Gothic Neo"/>
                <a:ea typeface="Apple SD Gothic Neo"/>
                <a:cs typeface="Apple SD Gothic Neo"/>
              </a:defRPr>
            </a:lvl8pPr>
            <a:lvl9pPr algn="l">
              <a:defRPr sz="2550" b="0">
                <a:solidFill>
                  <a:srgbClr val="B4232D"/>
                </a:solidFill>
                <a:latin typeface="Apple SD Gothic Neo"/>
                <a:ea typeface="Apple SD Gothic Neo"/>
                <a:cs typeface="Apple SD Gothic Neo"/>
              </a:defRPr>
            </a:lvl9pPr>
          </a:lstStyle>
          <a:p xmlns:a="http://schemas.openxmlformats.org/drawingml/2006/main">
            <a:pPr algn="l">
              <a:defRPr sz="2550" b="0">
                <a:solidFill>
                  <a:srgbClr val="B4232D"/>
                </a:solidFill>
                <a:latin typeface="Apple SD Gothic Neo"/>
                <a:ea typeface="Apple SD Gothic Neo"/>
                <a:cs typeface="Apple SD Gothic Neo"/>
              </a:defRPr>
            </a:pPr>
            <a:r>
              <a:rPr sz="2550" b="0">
                <a:solidFill>
                  <a:srgbClr val="B4232D"/>
                </a:solidFill>
                <a:latin typeface="Apple SD Gothic Neo"/>
                <a:ea typeface="Apple SD Gothic Neo"/>
                <a:cs typeface="Apple SD Gothic Neo"/>
              </a:rPr>
              <a:t>운영 장애 대응 에이전트 개선</a:t>
            </a:r>
          </a:p>
        </p:txBody>
      </p:sp>
      <p:sp>
        <p:nvSpPr>
          <p:cNvPr id="3" name="">
            <a:extLst xmlns:a="http://schemas.openxmlformats.org/drawingml/2006/main">
              <a:ext uri="{FF2B5EF4-FFF2-40B4-BE49-F238E27FC236}">
                <a16:creationId xmlns:a16="http://schemas.microsoft.com/office/drawing/2014/main" id="{C192B08F-6854-4D36-A1F4-6C4EBAF83817}"/>
              </a:ext>
            </a:extLst>
          </p:cNvPr>
          <p:cNvSpPr>
            <a:spLocks xmlns:a="http://schemas.openxmlformats.org/drawingml/2006/main" noGrp="1"/>
          </p:cNvSpPr>
          <p:nvPr/>
        </p:nvSpPr>
        <p:spPr>
          <a:xfrm xmlns:a="http://schemas.openxmlformats.org/drawingml/2006/main">
            <a:off x="762000" y="36195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과제 1 · 기존 실습 코드 개선</a:t>
            </a:r>
          </a:p>
        </p:txBody>
      </p:sp>
      <p:sp>
        <p:nvSpPr>
          <p:cNvPr id="4" name="">
            <a:extLst xmlns:a="http://schemas.openxmlformats.org/drawingml/2006/main">
              <a:ext uri="{FF2B5EF4-FFF2-40B4-BE49-F238E27FC236}">
                <a16:creationId xmlns:a16="http://schemas.microsoft.com/office/drawing/2014/main" id="{D54FFDF0-9B3E-4C37-9D40-3A83E7EC1C07}"/>
              </a:ext>
            </a:extLst>
          </p:cNvPr>
          <p:cNvSpPr>
            <a:spLocks xmlns:a="http://schemas.openxmlformats.org/drawingml/2006/main" noGrp="1"/>
          </p:cNvSpPr>
          <p:nvPr/>
        </p:nvSpPr>
        <p:spPr>
          <a:xfrm xmlns:a="http://schemas.openxmlformats.org/drawingml/2006/main">
            <a:off x="762000" y="5734050"/>
            <a:ext cx="857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SKALA 광주 3반 G096 정다운</a:t>
            </a:r>
          </a:p>
        </p:txBody>
      </p:sp>
    </p:spTree>
    <p:extLst>
      <p:ext uri="{BB962C8B-B14F-4D97-AF65-F5344CB8AC3E}">
        <p14:creationId xmlns:p14="http://schemas.microsoft.com/office/powerpoint/2010/main" val="6558972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95F45A0-B462-4D6E-9F71-452CD723014A}"/>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선택 과제와 개선 Task</a:t>
            </a:r>
          </a:p>
        </p:txBody>
      </p:sp>
      <p:sp>
        <p:nvSpPr>
          <p:cNvPr id="2" name="">
            <a:extLst xmlns:a="http://schemas.openxmlformats.org/drawingml/2006/main">
              <a:ext uri="{FF2B5EF4-FFF2-40B4-BE49-F238E27FC236}">
                <a16:creationId xmlns:a16="http://schemas.microsoft.com/office/drawing/2014/main" id="{41E0F848-E790-473C-9E2C-114D036518C8}"/>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02  G096 정다운</a:t>
            </a:r>
          </a:p>
        </p:txBody>
      </p:sp>
      <p:sp>
        <p:nvSpPr>
          <p:cNvPr id="3" name="">
            <a:extLst xmlns:a="http://schemas.openxmlformats.org/drawingml/2006/main">
              <a:ext uri="{FF2B5EF4-FFF2-40B4-BE49-F238E27FC236}">
                <a16:creationId xmlns:a16="http://schemas.microsoft.com/office/drawing/2014/main" id="{7D83AF4F-EEBF-4D43-80DC-5AA50ED061E1}"/>
              </a:ext>
            </a:extLst>
          </p:cNvPr>
          <p:cNvSpPr>
            <a:spLocks xmlns:a="http://schemas.openxmlformats.org/drawingml/2006/main" noGrp="1"/>
          </p:cNvSpPr>
          <p:nvPr/>
        </p:nvSpPr>
        <p:spPr>
          <a:xfrm xmlns:a="http://schemas.openxmlformats.org/drawingml/2006/main">
            <a:off x="7429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04FF09E9-7AD0-4DA1-B309-EDB81987C385}"/>
              </a:ext>
            </a:extLst>
          </p:cNvPr>
          <p:cNvSpPr>
            <a:spLocks xmlns:a="http://schemas.openxmlformats.org/drawingml/2006/main" noGrp="1"/>
          </p:cNvSpPr>
          <p:nvPr/>
        </p:nvSpPr>
        <p:spPr>
          <a:xfrm xmlns:a="http://schemas.openxmlformats.org/drawingml/2006/main">
            <a:off x="14097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조사 대상 확인</a:t>
            </a:r>
          </a:p>
        </p:txBody>
      </p:sp>
      <p:sp>
        <p:nvSpPr>
          <p:cNvPr id="5" name="">
            <a:extLst xmlns:a="http://schemas.openxmlformats.org/drawingml/2006/main">
              <a:ext uri="{FF2B5EF4-FFF2-40B4-BE49-F238E27FC236}">
                <a16:creationId xmlns:a16="http://schemas.microsoft.com/office/drawing/2014/main" id="{1ADB9902-4609-462D-B5BF-8FA250C3B8C0}"/>
              </a:ext>
            </a:extLst>
          </p:cNvPr>
          <p:cNvSpPr>
            <a:spLocks xmlns:a="http://schemas.openxmlformats.org/drawingml/2006/main" noGrp="1"/>
          </p:cNvSpPr>
          <p:nvPr/>
        </p:nvSpPr>
        <p:spPr>
          <a:xfrm xmlns:a="http://schemas.openxmlformats.org/drawingml/2006/main">
            <a:off x="14097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기본값 제거 · 질문 후 재개</a:t>
            </a:r>
          </a:p>
        </p:txBody>
      </p:sp>
      <p:sp>
        <p:nvSpPr>
          <p:cNvPr id="6" name="">
            <a:extLst xmlns:a="http://schemas.openxmlformats.org/drawingml/2006/main">
              <a:ext uri="{FF2B5EF4-FFF2-40B4-BE49-F238E27FC236}">
                <a16:creationId xmlns:a16="http://schemas.microsoft.com/office/drawing/2014/main" id="{E69E5560-7A29-4241-A897-F6A0E9FDF7B1}"/>
              </a:ext>
            </a:extLst>
          </p:cNvPr>
          <p:cNvSpPr>
            <a:spLocks xmlns:a="http://schemas.openxmlformats.org/drawingml/2006/main" noGrp="1"/>
          </p:cNvSpPr>
          <p:nvPr/>
        </p:nvSpPr>
        <p:spPr>
          <a:xfrm xmlns:a="http://schemas.openxmlformats.org/drawingml/2006/main">
            <a:off x="7429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5A059AEC-89A4-4205-9AC1-83B3C047D9BE}"/>
              </a:ext>
            </a:extLst>
          </p:cNvPr>
          <p:cNvSpPr>
            <a:spLocks xmlns:a="http://schemas.openxmlformats.org/drawingml/2006/main" noGrp="1"/>
          </p:cNvSpPr>
          <p:nvPr/>
        </p:nvSpPr>
        <p:spPr>
          <a:xfrm xmlns:a="http://schemas.openxmlformats.org/drawingml/2006/main">
            <a:off x="14097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다중 Runbook 검색</a:t>
            </a:r>
          </a:p>
        </p:txBody>
      </p:sp>
      <p:sp>
        <p:nvSpPr>
          <p:cNvPr id="8" name="">
            <a:extLst xmlns:a="http://schemas.openxmlformats.org/drawingml/2006/main">
              <a:ext uri="{FF2B5EF4-FFF2-40B4-BE49-F238E27FC236}">
                <a16:creationId xmlns:a16="http://schemas.microsoft.com/office/drawing/2014/main" id="{CD7A58F4-0225-4BF4-9B7F-456C5D333C06}"/>
              </a:ext>
            </a:extLst>
          </p:cNvPr>
          <p:cNvSpPr>
            <a:spLocks xmlns:a="http://schemas.openxmlformats.org/drawingml/2006/main" noGrp="1"/>
          </p:cNvSpPr>
          <p:nvPr/>
        </p:nvSpPr>
        <p:spPr>
          <a:xfrm xmlns:a="http://schemas.openxmlformats.org/drawingml/2006/main">
            <a:off x="14097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질문·알림으로 관련 문서 선택</a:t>
            </a:r>
          </a:p>
        </p:txBody>
      </p:sp>
      <p:sp>
        <p:nvSpPr>
          <p:cNvPr id="9" name="">
            <a:extLst xmlns:a="http://schemas.openxmlformats.org/drawingml/2006/main">
              <a:ext uri="{FF2B5EF4-FFF2-40B4-BE49-F238E27FC236}">
                <a16:creationId xmlns:a16="http://schemas.microsoft.com/office/drawing/2014/main" id="{3F8A163B-28E2-47EE-A98B-6C9BB4D1BFAD}"/>
              </a:ext>
            </a:extLst>
          </p:cNvPr>
          <p:cNvSpPr>
            <a:spLocks xmlns:a="http://schemas.openxmlformats.org/drawingml/2006/main" noGrp="1"/>
          </p:cNvSpPr>
          <p:nvPr/>
        </p:nvSpPr>
        <p:spPr>
          <a:xfrm xmlns:a="http://schemas.openxmlformats.org/drawingml/2006/main">
            <a:off x="742950" y="440055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2791F241-362E-4D8E-9C2F-AF806FACB138}"/>
              </a:ext>
            </a:extLst>
          </p:cNvPr>
          <p:cNvSpPr>
            <a:spLocks xmlns:a="http://schemas.openxmlformats.org/drawingml/2006/main" noGrp="1"/>
          </p:cNvSpPr>
          <p:nvPr/>
        </p:nvSpPr>
        <p:spPr>
          <a:xfrm xmlns:a="http://schemas.openxmlformats.org/drawingml/2006/main">
            <a:off x="1409700" y="441960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근거 검증</a:t>
            </a:r>
          </a:p>
        </p:txBody>
      </p:sp>
      <p:sp>
        <p:nvSpPr>
          <p:cNvPr id="11" name="">
            <a:extLst xmlns:a="http://schemas.openxmlformats.org/drawingml/2006/main">
              <a:ext uri="{FF2B5EF4-FFF2-40B4-BE49-F238E27FC236}">
                <a16:creationId xmlns:a16="http://schemas.microsoft.com/office/drawing/2014/main" id="{A381161B-4C0E-4A8E-95E3-B012CA2E38E8}"/>
              </a:ext>
            </a:extLst>
          </p:cNvPr>
          <p:cNvSpPr>
            <a:spLocks xmlns:a="http://schemas.openxmlformats.org/drawingml/2006/main" noGrp="1"/>
          </p:cNvSpPr>
          <p:nvPr/>
        </p:nvSpPr>
        <p:spPr>
          <a:xfrm xmlns:a="http://schemas.openxmlformats.org/drawingml/2006/main">
            <a:off x="1409700" y="488632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수치·출처 확인 · Judge 재검토</a:t>
            </a:r>
          </a:p>
        </p:txBody>
      </p:sp>
      <p:sp>
        <p:nvSpPr>
          <p:cNvPr id="12" name="">
            <a:extLst xmlns:a="http://schemas.openxmlformats.org/drawingml/2006/main">
              <a:ext uri="{FF2B5EF4-FFF2-40B4-BE49-F238E27FC236}">
                <a16:creationId xmlns:a16="http://schemas.microsoft.com/office/drawing/2014/main" id="{48683E62-E4B9-4F4A-A163-AA810EE3896B}"/>
              </a:ext>
            </a:extLst>
          </p:cNvPr>
          <p:cNvSpPr>
            <a:spLocks xmlns:a="http://schemas.openxmlformats.org/drawingml/2006/main" noGrp="1"/>
          </p:cNvSpPr>
          <p:nvPr/>
        </p:nvSpPr>
        <p:spPr>
          <a:xfrm xmlns:a="http://schemas.openxmlformats.org/drawingml/2006/main">
            <a:off x="6534150" y="1524000"/>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A6039653-28D5-420E-9A70-C5BDBFF63674}"/>
              </a:ext>
            </a:extLst>
          </p:cNvPr>
          <p:cNvSpPr>
            <a:spLocks xmlns:a="http://schemas.openxmlformats.org/drawingml/2006/main" noGrp="1"/>
          </p:cNvSpPr>
          <p:nvPr/>
        </p:nvSpPr>
        <p:spPr>
          <a:xfrm xmlns:a="http://schemas.openxmlformats.org/drawingml/2006/main">
            <a:off x="7200900" y="15430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부분 실패 대응</a:t>
            </a:r>
          </a:p>
        </p:txBody>
      </p:sp>
      <p:sp>
        <p:nvSpPr>
          <p:cNvPr id="14" name="">
            <a:extLst xmlns:a="http://schemas.openxmlformats.org/drawingml/2006/main">
              <a:ext uri="{FF2B5EF4-FFF2-40B4-BE49-F238E27FC236}">
                <a16:creationId xmlns:a16="http://schemas.microsoft.com/office/drawing/2014/main" id="{F03D266B-24EC-419A-9567-8871A00123B8}"/>
              </a:ext>
            </a:extLst>
          </p:cNvPr>
          <p:cNvSpPr>
            <a:spLocks xmlns:a="http://schemas.openxmlformats.org/drawingml/2006/main" noGrp="1"/>
          </p:cNvSpPr>
          <p:nvPr/>
        </p:nvSpPr>
        <p:spPr>
          <a:xfrm xmlns:a="http://schemas.openxmlformats.org/drawingml/2006/main">
            <a:off x="7200900" y="2009775"/>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성공 근거 유지 · 실패 고지</a:t>
            </a:r>
          </a:p>
        </p:txBody>
      </p:sp>
      <p:sp>
        <p:nvSpPr>
          <p:cNvPr id="15" name="">
            <a:extLst xmlns:a="http://schemas.openxmlformats.org/drawingml/2006/main">
              <a:ext uri="{FF2B5EF4-FFF2-40B4-BE49-F238E27FC236}">
                <a16:creationId xmlns:a16="http://schemas.microsoft.com/office/drawing/2014/main" id="{D9AE8A85-82C9-4758-849C-D1E32DB595DB}"/>
              </a:ext>
            </a:extLst>
          </p:cNvPr>
          <p:cNvSpPr>
            <a:spLocks xmlns:a="http://schemas.openxmlformats.org/drawingml/2006/main" noGrp="1"/>
          </p:cNvSpPr>
          <p:nvPr/>
        </p:nvSpPr>
        <p:spPr>
          <a:xfrm xmlns:a="http://schemas.openxmlformats.org/drawingml/2006/main">
            <a:off x="6534150" y="2962275"/>
            <a:ext cx="59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4232D"/>
                </a:solidFill>
                <a:latin typeface="Apple SD Gothic Neo"/>
                <a:ea typeface="Apple SD Gothic Neo"/>
                <a:cs typeface="Apple SD Gothic Neo"/>
              </a:defRPr>
            </a:defPPr>
            <a:lvl1pPr algn="l">
              <a:defRPr sz="2325" b="1">
                <a:solidFill>
                  <a:srgbClr val="B4232D"/>
                </a:solidFill>
                <a:latin typeface="Apple SD Gothic Neo"/>
                <a:ea typeface="Apple SD Gothic Neo"/>
                <a:cs typeface="Apple SD Gothic Neo"/>
              </a:defRPr>
            </a:lvl1pPr>
            <a:lvl2pPr algn="l">
              <a:defRPr sz="2325" b="1">
                <a:solidFill>
                  <a:srgbClr val="B4232D"/>
                </a:solidFill>
                <a:latin typeface="Apple SD Gothic Neo"/>
                <a:ea typeface="Apple SD Gothic Neo"/>
                <a:cs typeface="Apple SD Gothic Neo"/>
              </a:defRPr>
            </a:lvl2pPr>
            <a:lvl3pPr algn="l">
              <a:defRPr sz="2325" b="1">
                <a:solidFill>
                  <a:srgbClr val="B4232D"/>
                </a:solidFill>
                <a:latin typeface="Apple SD Gothic Neo"/>
                <a:ea typeface="Apple SD Gothic Neo"/>
                <a:cs typeface="Apple SD Gothic Neo"/>
              </a:defRPr>
            </a:lvl3pPr>
            <a:lvl4pPr algn="l">
              <a:defRPr sz="2325" b="1">
                <a:solidFill>
                  <a:srgbClr val="B4232D"/>
                </a:solidFill>
                <a:latin typeface="Apple SD Gothic Neo"/>
                <a:ea typeface="Apple SD Gothic Neo"/>
                <a:cs typeface="Apple SD Gothic Neo"/>
              </a:defRPr>
            </a:lvl4pPr>
            <a:lvl5pPr algn="l">
              <a:defRPr sz="2325" b="1">
                <a:solidFill>
                  <a:srgbClr val="B4232D"/>
                </a:solidFill>
                <a:latin typeface="Apple SD Gothic Neo"/>
                <a:ea typeface="Apple SD Gothic Neo"/>
                <a:cs typeface="Apple SD Gothic Neo"/>
              </a:defRPr>
            </a:lvl5pPr>
            <a:lvl6pPr algn="l">
              <a:defRPr sz="2325" b="1">
                <a:solidFill>
                  <a:srgbClr val="B4232D"/>
                </a:solidFill>
                <a:latin typeface="Apple SD Gothic Neo"/>
                <a:ea typeface="Apple SD Gothic Neo"/>
                <a:cs typeface="Apple SD Gothic Neo"/>
              </a:defRPr>
            </a:lvl6pPr>
            <a:lvl7pPr algn="l">
              <a:defRPr sz="2325" b="1">
                <a:solidFill>
                  <a:srgbClr val="B4232D"/>
                </a:solidFill>
                <a:latin typeface="Apple SD Gothic Neo"/>
                <a:ea typeface="Apple SD Gothic Neo"/>
                <a:cs typeface="Apple SD Gothic Neo"/>
              </a:defRPr>
            </a:lvl7pPr>
            <a:lvl8pPr algn="l">
              <a:defRPr sz="2325" b="1">
                <a:solidFill>
                  <a:srgbClr val="B4232D"/>
                </a:solidFill>
                <a:latin typeface="Apple SD Gothic Neo"/>
                <a:ea typeface="Apple SD Gothic Neo"/>
                <a:cs typeface="Apple SD Gothic Neo"/>
              </a:defRPr>
            </a:lvl8pPr>
            <a:lvl9pPr algn="l">
              <a:defRPr sz="2325" b="1">
                <a:solidFill>
                  <a:srgbClr val="B4232D"/>
                </a:solidFill>
                <a:latin typeface="Apple SD Gothic Neo"/>
                <a:ea typeface="Apple SD Gothic Neo"/>
                <a:cs typeface="Apple SD Gothic Neo"/>
              </a:defRPr>
            </a:lvl9pPr>
          </a:lstStyle>
          <a:p xmlns:a="http://schemas.openxmlformats.org/drawingml/2006/main">
            <a:pPr algn="l">
              <a:defRPr sz="2325" b="1">
                <a:solidFill>
                  <a:srgbClr val="B4232D"/>
                </a:solidFill>
                <a:latin typeface="Apple SD Gothic Neo"/>
                <a:ea typeface="Apple SD Gothic Neo"/>
                <a:cs typeface="Apple SD Gothic Neo"/>
              </a:defRPr>
            </a:pPr>
            <a:r>
              <a:rPr sz="23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FE6B9418-82FB-49E1-8FB3-C50811C59A5E}"/>
              </a:ext>
            </a:extLst>
          </p:cNvPr>
          <p:cNvSpPr>
            <a:spLocks xmlns:a="http://schemas.openxmlformats.org/drawingml/2006/main" noGrp="1"/>
          </p:cNvSpPr>
          <p:nvPr/>
        </p:nvSpPr>
        <p:spPr>
          <a:xfrm xmlns:a="http://schemas.openxmlformats.org/drawingml/2006/main">
            <a:off x="7200900" y="2981325"/>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3151A"/>
                </a:solidFill>
                <a:latin typeface="Apple SD Gothic Neo"/>
                <a:ea typeface="Apple SD Gothic Neo"/>
                <a:cs typeface="Apple SD Gothic Neo"/>
              </a:defRPr>
            </a:defPPr>
            <a:lvl1pPr algn="l">
              <a:defRPr sz="2250" b="1">
                <a:solidFill>
                  <a:srgbClr val="13151A"/>
                </a:solidFill>
                <a:latin typeface="Apple SD Gothic Neo"/>
                <a:ea typeface="Apple SD Gothic Neo"/>
                <a:cs typeface="Apple SD Gothic Neo"/>
              </a:defRPr>
            </a:lvl1pPr>
            <a:lvl2pPr algn="l">
              <a:defRPr sz="2250" b="1">
                <a:solidFill>
                  <a:srgbClr val="13151A"/>
                </a:solidFill>
                <a:latin typeface="Apple SD Gothic Neo"/>
                <a:ea typeface="Apple SD Gothic Neo"/>
                <a:cs typeface="Apple SD Gothic Neo"/>
              </a:defRPr>
            </a:lvl2pPr>
            <a:lvl3pPr algn="l">
              <a:defRPr sz="2250" b="1">
                <a:solidFill>
                  <a:srgbClr val="13151A"/>
                </a:solidFill>
                <a:latin typeface="Apple SD Gothic Neo"/>
                <a:ea typeface="Apple SD Gothic Neo"/>
                <a:cs typeface="Apple SD Gothic Neo"/>
              </a:defRPr>
            </a:lvl3pPr>
            <a:lvl4pPr algn="l">
              <a:defRPr sz="2250" b="1">
                <a:solidFill>
                  <a:srgbClr val="13151A"/>
                </a:solidFill>
                <a:latin typeface="Apple SD Gothic Neo"/>
                <a:ea typeface="Apple SD Gothic Neo"/>
                <a:cs typeface="Apple SD Gothic Neo"/>
              </a:defRPr>
            </a:lvl4pPr>
            <a:lvl5pPr algn="l">
              <a:defRPr sz="2250" b="1">
                <a:solidFill>
                  <a:srgbClr val="13151A"/>
                </a:solidFill>
                <a:latin typeface="Apple SD Gothic Neo"/>
                <a:ea typeface="Apple SD Gothic Neo"/>
                <a:cs typeface="Apple SD Gothic Neo"/>
              </a:defRPr>
            </a:lvl5pPr>
            <a:lvl6pPr algn="l">
              <a:defRPr sz="2250" b="1">
                <a:solidFill>
                  <a:srgbClr val="13151A"/>
                </a:solidFill>
                <a:latin typeface="Apple SD Gothic Neo"/>
                <a:ea typeface="Apple SD Gothic Neo"/>
                <a:cs typeface="Apple SD Gothic Neo"/>
              </a:defRPr>
            </a:lvl6pPr>
            <a:lvl7pPr algn="l">
              <a:defRPr sz="2250" b="1">
                <a:solidFill>
                  <a:srgbClr val="13151A"/>
                </a:solidFill>
                <a:latin typeface="Apple SD Gothic Neo"/>
                <a:ea typeface="Apple SD Gothic Neo"/>
                <a:cs typeface="Apple SD Gothic Neo"/>
              </a:defRPr>
            </a:lvl7pPr>
            <a:lvl8pPr algn="l">
              <a:defRPr sz="2250" b="1">
                <a:solidFill>
                  <a:srgbClr val="13151A"/>
                </a:solidFill>
                <a:latin typeface="Apple SD Gothic Neo"/>
                <a:ea typeface="Apple SD Gothic Neo"/>
                <a:cs typeface="Apple SD Gothic Neo"/>
              </a:defRPr>
            </a:lvl8pPr>
            <a:lvl9pPr algn="l">
              <a:defRPr sz="2250" b="1">
                <a:solidFill>
                  <a:srgbClr val="13151A"/>
                </a:solidFill>
                <a:latin typeface="Apple SD Gothic Neo"/>
                <a:ea typeface="Apple SD Gothic Neo"/>
                <a:cs typeface="Apple SD Gothic Neo"/>
              </a:defRPr>
            </a:lvl9pPr>
          </a:lstStyle>
          <a:p xmlns:a="http://schemas.openxmlformats.org/drawingml/2006/main">
            <a:pPr algn="l">
              <a:defRPr sz="2250" b="1">
                <a:solidFill>
                  <a:srgbClr val="13151A"/>
                </a:solidFill>
                <a:latin typeface="Apple SD Gothic Neo"/>
                <a:ea typeface="Apple SD Gothic Neo"/>
                <a:cs typeface="Apple SD Gothic Neo"/>
              </a:defRPr>
            </a:pPr>
            <a:r>
              <a:rPr sz="2250" b="1">
                <a:solidFill>
                  <a:srgbClr val="13151A"/>
                </a:solidFill>
                <a:latin typeface="Apple SD Gothic Neo"/>
                <a:ea typeface="Apple SD Gothic Neo"/>
                <a:cs typeface="Apple SD Gothic Neo"/>
              </a:rPr>
              <a:t>모듈화와 평가</a:t>
            </a:r>
          </a:p>
        </p:txBody>
      </p:sp>
      <p:sp>
        <p:nvSpPr>
          <p:cNvPr id="17" name="">
            <a:extLst xmlns:a="http://schemas.openxmlformats.org/drawingml/2006/main">
              <a:ext uri="{FF2B5EF4-FFF2-40B4-BE49-F238E27FC236}">
                <a16:creationId xmlns:a16="http://schemas.microsoft.com/office/drawing/2014/main" id="{83A3B3CA-AD19-4AA9-903A-B19F80151586}"/>
              </a:ext>
            </a:extLst>
          </p:cNvPr>
          <p:cNvSpPr>
            <a:spLocks xmlns:a="http://schemas.openxmlformats.org/drawingml/2006/main" noGrp="1"/>
          </p:cNvSpPr>
          <p:nvPr/>
        </p:nvSpPr>
        <p:spPr>
          <a:xfrm xmlns:a="http://schemas.openxmlformats.org/drawingml/2006/main">
            <a:off x="7200900" y="3448050"/>
            <a:ext cx="4429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26A73"/>
                </a:solidFill>
                <a:latin typeface="Apple SD Gothic Neo"/>
                <a:ea typeface="Apple SD Gothic Neo"/>
                <a:cs typeface="Apple SD Gothic Neo"/>
              </a:defRPr>
            </a:defPPr>
            <a:lvl1pPr algn="l">
              <a:defRPr sz="1575" b="0">
                <a:solidFill>
                  <a:srgbClr val="626A73"/>
                </a:solidFill>
                <a:latin typeface="Apple SD Gothic Neo"/>
                <a:ea typeface="Apple SD Gothic Neo"/>
                <a:cs typeface="Apple SD Gothic Neo"/>
              </a:defRPr>
            </a:lvl1pPr>
            <a:lvl2pPr algn="l">
              <a:defRPr sz="1575" b="0">
                <a:solidFill>
                  <a:srgbClr val="626A73"/>
                </a:solidFill>
                <a:latin typeface="Apple SD Gothic Neo"/>
                <a:ea typeface="Apple SD Gothic Neo"/>
                <a:cs typeface="Apple SD Gothic Neo"/>
              </a:defRPr>
            </a:lvl2pPr>
            <a:lvl3pPr algn="l">
              <a:defRPr sz="1575" b="0">
                <a:solidFill>
                  <a:srgbClr val="626A73"/>
                </a:solidFill>
                <a:latin typeface="Apple SD Gothic Neo"/>
                <a:ea typeface="Apple SD Gothic Neo"/>
                <a:cs typeface="Apple SD Gothic Neo"/>
              </a:defRPr>
            </a:lvl3pPr>
            <a:lvl4pPr algn="l">
              <a:defRPr sz="1575" b="0">
                <a:solidFill>
                  <a:srgbClr val="626A73"/>
                </a:solidFill>
                <a:latin typeface="Apple SD Gothic Neo"/>
                <a:ea typeface="Apple SD Gothic Neo"/>
                <a:cs typeface="Apple SD Gothic Neo"/>
              </a:defRPr>
            </a:lvl4pPr>
            <a:lvl5pPr algn="l">
              <a:defRPr sz="1575" b="0">
                <a:solidFill>
                  <a:srgbClr val="626A73"/>
                </a:solidFill>
                <a:latin typeface="Apple SD Gothic Neo"/>
                <a:ea typeface="Apple SD Gothic Neo"/>
                <a:cs typeface="Apple SD Gothic Neo"/>
              </a:defRPr>
            </a:lvl5pPr>
            <a:lvl6pPr algn="l">
              <a:defRPr sz="1575" b="0">
                <a:solidFill>
                  <a:srgbClr val="626A73"/>
                </a:solidFill>
                <a:latin typeface="Apple SD Gothic Neo"/>
                <a:ea typeface="Apple SD Gothic Neo"/>
                <a:cs typeface="Apple SD Gothic Neo"/>
              </a:defRPr>
            </a:lvl6pPr>
            <a:lvl7pPr algn="l">
              <a:defRPr sz="1575" b="0">
                <a:solidFill>
                  <a:srgbClr val="626A73"/>
                </a:solidFill>
                <a:latin typeface="Apple SD Gothic Neo"/>
                <a:ea typeface="Apple SD Gothic Neo"/>
                <a:cs typeface="Apple SD Gothic Neo"/>
              </a:defRPr>
            </a:lvl7pPr>
            <a:lvl8pPr algn="l">
              <a:defRPr sz="1575" b="0">
                <a:solidFill>
                  <a:srgbClr val="626A73"/>
                </a:solidFill>
                <a:latin typeface="Apple SD Gothic Neo"/>
                <a:ea typeface="Apple SD Gothic Neo"/>
                <a:cs typeface="Apple SD Gothic Neo"/>
              </a:defRPr>
            </a:lvl8pPr>
            <a:lvl9pPr algn="l">
              <a:defRPr sz="1575" b="0">
                <a:solidFill>
                  <a:srgbClr val="626A73"/>
                </a:solidFill>
                <a:latin typeface="Apple SD Gothic Neo"/>
                <a:ea typeface="Apple SD Gothic Neo"/>
                <a:cs typeface="Apple SD Gothic Neo"/>
              </a:defRPr>
            </a:lvl9pPr>
          </a:lstStyle>
          <a:p xmlns:a="http://schemas.openxmlformats.org/drawingml/2006/main">
            <a:pPr algn="l">
              <a:defRPr sz="1575" b="0">
                <a:solidFill>
                  <a:srgbClr val="626A73"/>
                </a:solidFill>
                <a:latin typeface="Apple SD Gothic Neo"/>
                <a:ea typeface="Apple SD Gothic Neo"/>
                <a:cs typeface="Apple SD Gothic Neo"/>
              </a:defRPr>
            </a:pPr>
            <a:r>
              <a:rPr sz="1575" b="0">
                <a:solidFill>
                  <a:srgbClr val="626A73"/>
                </a:solidFill>
                <a:latin typeface="Apple SD Gothic Neo"/>
                <a:ea typeface="Apple SD Gothic Neo"/>
                <a:cs typeface="Apple SD Gothic Neo"/>
              </a:rPr>
              <a:t>역할 분리 · 단위 테스트 12개</a:t>
            </a:r>
          </a:p>
        </p:txBody>
      </p:sp>
      <p:sp>
        <p:nvSpPr>
          <p:cNvPr id="18" name="">
            <a:extLst xmlns:a="http://schemas.openxmlformats.org/drawingml/2006/main">
              <a:ext uri="{FF2B5EF4-FFF2-40B4-BE49-F238E27FC236}">
                <a16:creationId xmlns:a16="http://schemas.microsoft.com/office/drawing/2014/main" id="{662A0125-B4DC-4532-A1D4-B4B506471C64}"/>
              </a:ext>
            </a:extLst>
          </p:cNvPr>
          <p:cNvSpPr>
            <a:spLocks xmlns:a="http://schemas.openxmlformats.org/drawingml/2006/main" noGrp="1"/>
          </p:cNvSpPr>
          <p:nvPr/>
        </p:nvSpPr>
        <p:spPr>
          <a:xfrm xmlns:a="http://schemas.openxmlformats.org/drawingml/2006/main">
            <a:off x="733425" y="60388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agent/target_nodes.py · agent/runbook_retrieval.py · agent/report_nodes.py</a:t>
            </a:r>
          </a:p>
        </p:txBody>
      </p:sp>
    </p:spTree>
    <p:extLst>
      <p:ext uri="{BB962C8B-B14F-4D97-AF65-F5344CB8AC3E}">
        <p14:creationId xmlns:p14="http://schemas.microsoft.com/office/powerpoint/2010/main" val="8300794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68F4210-2208-4220-A57B-2E7DDED0F4CE}"/>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기존 구조와 개선 구조 비교</a:t>
            </a:r>
          </a:p>
        </p:txBody>
      </p:sp>
      <p:sp>
        <p:nvSpPr>
          <p:cNvPr id="2" name="">
            <a:extLst xmlns:a="http://schemas.openxmlformats.org/drawingml/2006/main">
              <a:ext uri="{FF2B5EF4-FFF2-40B4-BE49-F238E27FC236}">
                <a16:creationId xmlns:a16="http://schemas.microsoft.com/office/drawing/2014/main" id="{8B1F54E7-7E4F-424F-9649-D8BD979EBC6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03  G096 정다운</a:t>
            </a:r>
          </a:p>
        </p:txBody>
      </p:sp>
      <p:sp>
        <p:nvSpPr>
          <p:cNvPr id="3" name="">
            <a:extLst xmlns:a="http://schemas.openxmlformats.org/drawingml/2006/main">
              <a:ext uri="{FF2B5EF4-FFF2-40B4-BE49-F238E27FC236}">
                <a16:creationId xmlns:a16="http://schemas.microsoft.com/office/drawing/2014/main" id="{D083EBD9-0E54-497D-B544-C2F7A2F92E3F}"/>
              </a:ext>
            </a:extLst>
          </p:cNvPr>
          <p:cNvSpPr>
            <a:spLocks xmlns:a="http://schemas.openxmlformats.org/drawingml/2006/main" noGrp="1"/>
          </p:cNvSpPr>
          <p:nvPr/>
        </p:nvSpPr>
        <p:spPr>
          <a:xfrm xmlns:a="http://schemas.openxmlformats.org/drawingml/2006/main">
            <a:off x="6953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기존 실습 코드</a:t>
            </a:r>
          </a:p>
        </p:txBody>
      </p:sp>
      <p:sp>
        <p:nvSpPr>
          <p:cNvPr id="4" name="">
            <a:extLst xmlns:a="http://schemas.openxmlformats.org/drawingml/2006/main">
              <a:ext uri="{FF2B5EF4-FFF2-40B4-BE49-F238E27FC236}">
                <a16:creationId xmlns:a16="http://schemas.microsoft.com/office/drawing/2014/main" id="{082C4884-1C1B-4E72-A810-51ADC66E548A}"/>
              </a:ext>
            </a:extLst>
          </p:cNvPr>
          <p:cNvSpPr>
            <a:spLocks xmlns:a="http://schemas.openxmlformats.org/drawingml/2006/main" noGrp="1"/>
          </p:cNvSpPr>
          <p:nvPr/>
        </p:nvSpPr>
        <p:spPr>
          <a:xfrm xmlns:a="http://schemas.openxmlformats.org/drawingml/2006/main">
            <a:off x="6600825" y="1362075"/>
            <a:ext cx="4905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4232D"/>
                </a:solidFill>
                <a:latin typeface="Apple SD Gothic Neo"/>
                <a:ea typeface="Apple SD Gothic Neo"/>
                <a:cs typeface="Apple SD Gothic Neo"/>
              </a:defRPr>
            </a:defPPr>
            <a:lvl1pPr algn="l">
              <a:defRPr sz="2025" b="1">
                <a:solidFill>
                  <a:srgbClr val="B4232D"/>
                </a:solidFill>
                <a:latin typeface="Apple SD Gothic Neo"/>
                <a:ea typeface="Apple SD Gothic Neo"/>
                <a:cs typeface="Apple SD Gothic Neo"/>
              </a:defRPr>
            </a:lvl1pPr>
            <a:lvl2pPr algn="l">
              <a:defRPr sz="2025" b="1">
                <a:solidFill>
                  <a:srgbClr val="B4232D"/>
                </a:solidFill>
                <a:latin typeface="Apple SD Gothic Neo"/>
                <a:ea typeface="Apple SD Gothic Neo"/>
                <a:cs typeface="Apple SD Gothic Neo"/>
              </a:defRPr>
            </a:lvl2pPr>
            <a:lvl3pPr algn="l">
              <a:defRPr sz="2025" b="1">
                <a:solidFill>
                  <a:srgbClr val="B4232D"/>
                </a:solidFill>
                <a:latin typeface="Apple SD Gothic Neo"/>
                <a:ea typeface="Apple SD Gothic Neo"/>
                <a:cs typeface="Apple SD Gothic Neo"/>
              </a:defRPr>
            </a:lvl3pPr>
            <a:lvl4pPr algn="l">
              <a:defRPr sz="2025" b="1">
                <a:solidFill>
                  <a:srgbClr val="B4232D"/>
                </a:solidFill>
                <a:latin typeface="Apple SD Gothic Neo"/>
                <a:ea typeface="Apple SD Gothic Neo"/>
                <a:cs typeface="Apple SD Gothic Neo"/>
              </a:defRPr>
            </a:lvl4pPr>
            <a:lvl5pPr algn="l">
              <a:defRPr sz="2025" b="1">
                <a:solidFill>
                  <a:srgbClr val="B4232D"/>
                </a:solidFill>
                <a:latin typeface="Apple SD Gothic Neo"/>
                <a:ea typeface="Apple SD Gothic Neo"/>
                <a:cs typeface="Apple SD Gothic Neo"/>
              </a:defRPr>
            </a:lvl5pPr>
            <a:lvl6pPr algn="l">
              <a:defRPr sz="2025" b="1">
                <a:solidFill>
                  <a:srgbClr val="B4232D"/>
                </a:solidFill>
                <a:latin typeface="Apple SD Gothic Neo"/>
                <a:ea typeface="Apple SD Gothic Neo"/>
                <a:cs typeface="Apple SD Gothic Neo"/>
              </a:defRPr>
            </a:lvl6pPr>
            <a:lvl7pPr algn="l">
              <a:defRPr sz="2025" b="1">
                <a:solidFill>
                  <a:srgbClr val="B4232D"/>
                </a:solidFill>
                <a:latin typeface="Apple SD Gothic Neo"/>
                <a:ea typeface="Apple SD Gothic Neo"/>
                <a:cs typeface="Apple SD Gothic Neo"/>
              </a:defRPr>
            </a:lvl7pPr>
            <a:lvl8pPr algn="l">
              <a:defRPr sz="2025" b="1">
                <a:solidFill>
                  <a:srgbClr val="B4232D"/>
                </a:solidFill>
                <a:latin typeface="Apple SD Gothic Neo"/>
                <a:ea typeface="Apple SD Gothic Neo"/>
                <a:cs typeface="Apple SD Gothic Neo"/>
              </a:defRPr>
            </a:lvl8pPr>
            <a:lvl9pPr algn="l">
              <a:defRPr sz="2025" b="1">
                <a:solidFill>
                  <a:srgbClr val="B4232D"/>
                </a:solidFill>
                <a:latin typeface="Apple SD Gothic Neo"/>
                <a:ea typeface="Apple SD Gothic Neo"/>
                <a:cs typeface="Apple SD Gothic Neo"/>
              </a:defRPr>
            </a:lvl9pPr>
          </a:lstStyle>
          <a:p xmlns:a="http://schemas.openxmlformats.org/drawingml/2006/main">
            <a:pPr algn="l">
              <a:defRPr sz="2025" b="1">
                <a:solidFill>
                  <a:srgbClr val="B4232D"/>
                </a:solidFill>
                <a:latin typeface="Apple SD Gothic Neo"/>
                <a:ea typeface="Apple SD Gothic Neo"/>
                <a:cs typeface="Apple SD Gothic Neo"/>
              </a:defRPr>
            </a:pPr>
            <a:r>
              <a:rPr sz="2025" b="1">
                <a:solidFill>
                  <a:srgbClr val="B4232D"/>
                </a:solidFill>
                <a:latin typeface="Apple SD Gothic Neo"/>
                <a:ea typeface="Apple SD Gothic Neo"/>
                <a:cs typeface="Apple SD Gothic Neo"/>
              </a:rPr>
              <a:t>개선한 코드</a:t>
            </a:r>
          </a:p>
        </p:txBody>
      </p:sp>
      <p:sp>
        <p:nvSpPr>
          <p:cNvPr id="5" name="">
            <a:extLst xmlns:a="http://schemas.openxmlformats.org/drawingml/2006/main">
              <a:ext uri="{FF2B5EF4-FFF2-40B4-BE49-F238E27FC236}">
                <a16:creationId xmlns:a16="http://schemas.microsoft.com/office/drawing/2014/main" id="{7F2C0C57-76B7-4AE7-BC8B-DC3A9F39E058}"/>
              </a:ext>
            </a:extLst>
          </p:cNvPr>
          <p:cNvSpPr>
            <a:spLocks xmlns:a="http://schemas.openxmlformats.org/drawingml/2006/main" noGrp="1"/>
          </p:cNvSpPr>
          <p:nvPr/>
        </p:nvSpPr>
        <p:spPr>
          <a:xfrm xmlns:a="http://schemas.openxmlformats.org/drawingml/2006/main">
            <a:off x="6953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6" name="">
            <a:extLst xmlns:a="http://schemas.openxmlformats.org/drawingml/2006/main">
              <a:ext uri="{FF2B5EF4-FFF2-40B4-BE49-F238E27FC236}">
                <a16:creationId xmlns:a16="http://schemas.microsoft.com/office/drawing/2014/main" id="{E1C3A92E-BB5C-4138-BB7B-6954E911DAE5}"/>
              </a:ext>
            </a:extLst>
          </p:cNvPr>
          <p:cNvSpPr>
            <a:spLocks xmlns:a="http://schemas.openxmlformats.org/drawingml/2006/main" noGrp="1"/>
          </p:cNvSpPr>
          <p:nvPr/>
        </p:nvSpPr>
        <p:spPr>
          <a:xfrm xmlns:a="http://schemas.openxmlformats.org/drawingml/2006/main">
            <a:off x="30861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9B3F2B11-6887-4673-986D-3ABFAB3E354D}"/>
              </a:ext>
            </a:extLst>
          </p:cNvPr>
          <p:cNvSpPr>
            <a:spLocks xmlns:a="http://schemas.openxmlformats.org/drawingml/2006/main" noGrp="1"/>
          </p:cNvSpPr>
          <p:nvPr/>
        </p:nvSpPr>
        <p:spPr>
          <a:xfrm xmlns:a="http://schemas.openxmlformats.org/drawingml/2006/main">
            <a:off x="6953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Prompt 대상 없으면 auth-service</a:t>
            </a:r>
          </a:p>
        </p:txBody>
      </p:sp>
      <p:sp>
        <p:nvSpPr>
          <p:cNvPr id="8" name="">
            <a:extLst xmlns:a="http://schemas.openxmlformats.org/drawingml/2006/main">
              <a:ext uri="{FF2B5EF4-FFF2-40B4-BE49-F238E27FC236}">
                <a16:creationId xmlns:a16="http://schemas.microsoft.com/office/drawing/2014/main" id="{25F27D37-FD04-4DE9-B406-149D55D05783}"/>
              </a:ext>
            </a:extLst>
          </p:cNvPr>
          <p:cNvSpPr>
            <a:spLocks xmlns:a="http://schemas.openxmlformats.org/drawingml/2006/main" noGrp="1"/>
          </p:cNvSpPr>
          <p:nvPr/>
        </p:nvSpPr>
        <p:spPr>
          <a:xfrm xmlns:a="http://schemas.openxmlformats.org/drawingml/2006/main">
            <a:off x="30861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DF26045E-30A4-485F-AB0E-29FEC2378A13}"/>
              </a:ext>
            </a:extLst>
          </p:cNvPr>
          <p:cNvSpPr>
            <a:spLocks xmlns:a="http://schemas.openxmlformats.org/drawingml/2006/main" noGrp="1"/>
          </p:cNvSpPr>
          <p:nvPr/>
        </p:nvSpPr>
        <p:spPr>
          <a:xfrm xmlns:a="http://schemas.openxmlformats.org/drawingml/2006/main">
            <a:off x="6953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10" name="">
            <a:extLst xmlns:a="http://schemas.openxmlformats.org/drawingml/2006/main">
              <a:ext uri="{FF2B5EF4-FFF2-40B4-BE49-F238E27FC236}">
                <a16:creationId xmlns:a16="http://schemas.microsoft.com/office/drawing/2014/main" id="{10504219-79F4-41C0-9A3A-EE6DCE389F7E}"/>
              </a:ext>
            </a:extLst>
          </p:cNvPr>
          <p:cNvSpPr>
            <a:spLocks xmlns:a="http://schemas.openxmlformats.org/drawingml/2006/main" noGrp="1"/>
          </p:cNvSpPr>
          <p:nvPr/>
        </p:nvSpPr>
        <p:spPr>
          <a:xfrm xmlns:a="http://schemas.openxmlformats.org/drawingml/2006/main">
            <a:off x="30861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86A46F1A-2325-47C5-BA0C-F8A79BE3922F}"/>
              </a:ext>
            </a:extLst>
          </p:cNvPr>
          <p:cNvSpPr>
            <a:spLocks xmlns:a="http://schemas.openxmlformats.org/drawingml/2006/main" noGrp="1"/>
          </p:cNvSpPr>
          <p:nvPr/>
        </p:nvSpPr>
        <p:spPr>
          <a:xfrm xmlns:a="http://schemas.openxmlformats.org/drawingml/2006/main">
            <a:off x="6953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replan_check: 키워드로 Runbook 1개 선택</a:t>
            </a:r>
          </a:p>
        </p:txBody>
      </p:sp>
      <p:sp>
        <p:nvSpPr>
          <p:cNvPr id="12" name="">
            <a:extLst xmlns:a="http://schemas.openxmlformats.org/drawingml/2006/main">
              <a:ext uri="{FF2B5EF4-FFF2-40B4-BE49-F238E27FC236}">
                <a16:creationId xmlns:a16="http://schemas.microsoft.com/office/drawing/2014/main" id="{CF2363B1-08D6-4D25-8BF8-17D9F65E3E3E}"/>
              </a:ext>
            </a:extLst>
          </p:cNvPr>
          <p:cNvSpPr>
            <a:spLocks xmlns:a="http://schemas.openxmlformats.org/drawingml/2006/main" noGrp="1"/>
          </p:cNvSpPr>
          <p:nvPr/>
        </p:nvSpPr>
        <p:spPr>
          <a:xfrm xmlns:a="http://schemas.openxmlformats.org/drawingml/2006/main">
            <a:off x="30861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3" name="">
            <a:extLst xmlns:a="http://schemas.openxmlformats.org/drawingml/2006/main">
              <a:ext uri="{FF2B5EF4-FFF2-40B4-BE49-F238E27FC236}">
                <a16:creationId xmlns:a16="http://schemas.microsoft.com/office/drawing/2014/main" id="{39EDC557-4A73-444D-8CA2-113B165AC8C8}"/>
              </a:ext>
            </a:extLst>
          </p:cNvPr>
          <p:cNvSpPr>
            <a:spLocks xmlns:a="http://schemas.openxmlformats.org/drawingml/2006/main" noGrp="1"/>
          </p:cNvSpPr>
          <p:nvPr/>
        </p:nvSpPr>
        <p:spPr>
          <a:xfrm xmlns:a="http://schemas.openxmlformats.org/drawingml/2006/main">
            <a:off x="6953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14" name="">
            <a:extLst xmlns:a="http://schemas.openxmlformats.org/drawingml/2006/main">
              <a:ext uri="{FF2B5EF4-FFF2-40B4-BE49-F238E27FC236}">
                <a16:creationId xmlns:a16="http://schemas.microsoft.com/office/drawing/2014/main" id="{26877683-E7B4-4F33-9388-28FD5A7E1C4A}"/>
              </a:ext>
            </a:extLst>
          </p:cNvPr>
          <p:cNvSpPr>
            <a:spLocks xmlns:a="http://schemas.openxmlformats.org/drawingml/2006/main" noGrp="1"/>
          </p:cNvSpPr>
          <p:nvPr/>
        </p:nvSpPr>
        <p:spPr>
          <a:xfrm xmlns:a="http://schemas.openxmlformats.org/drawingml/2006/main">
            <a:off x="30861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97E49EDF-7B0F-41E0-B4A9-45284F02196A}"/>
              </a:ext>
            </a:extLst>
          </p:cNvPr>
          <p:cNvSpPr>
            <a:spLocks xmlns:a="http://schemas.openxmlformats.org/drawingml/2006/main" noGrp="1"/>
          </p:cNvSpPr>
          <p:nvPr/>
        </p:nvSpPr>
        <p:spPr>
          <a:xfrm xmlns:a="http://schemas.openxmlformats.org/drawingml/2006/main">
            <a:off x="6953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write: 수집한 결과로 초안 작성</a:t>
            </a:r>
          </a:p>
        </p:txBody>
      </p:sp>
      <p:sp>
        <p:nvSpPr>
          <p:cNvPr id="16" name="">
            <a:extLst xmlns:a="http://schemas.openxmlformats.org/drawingml/2006/main">
              <a:ext uri="{FF2B5EF4-FFF2-40B4-BE49-F238E27FC236}">
                <a16:creationId xmlns:a16="http://schemas.microsoft.com/office/drawing/2014/main" id="{8DECFC39-D9E0-4BD1-9A1E-8C6DBABCC53F}"/>
              </a:ext>
            </a:extLst>
          </p:cNvPr>
          <p:cNvSpPr>
            <a:spLocks xmlns:a="http://schemas.openxmlformats.org/drawingml/2006/main" noGrp="1"/>
          </p:cNvSpPr>
          <p:nvPr/>
        </p:nvSpPr>
        <p:spPr>
          <a:xfrm xmlns:a="http://schemas.openxmlformats.org/drawingml/2006/main">
            <a:off x="30861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626A73"/>
                </a:solidFill>
                <a:latin typeface="Apple SD Gothic Neo"/>
                <a:ea typeface="Apple SD Gothic Neo"/>
                <a:cs typeface="Apple SD Gothic Neo"/>
              </a:defRPr>
            </a:defPPr>
            <a:lvl1pPr algn="ctr">
              <a:defRPr sz="1500" b="0">
                <a:solidFill>
                  <a:srgbClr val="626A73"/>
                </a:solidFill>
                <a:latin typeface="Apple SD Gothic Neo"/>
                <a:ea typeface="Apple SD Gothic Neo"/>
                <a:cs typeface="Apple SD Gothic Neo"/>
              </a:defRPr>
            </a:lvl1pPr>
            <a:lvl2pPr algn="ctr">
              <a:defRPr sz="1500" b="0">
                <a:solidFill>
                  <a:srgbClr val="626A73"/>
                </a:solidFill>
                <a:latin typeface="Apple SD Gothic Neo"/>
                <a:ea typeface="Apple SD Gothic Neo"/>
                <a:cs typeface="Apple SD Gothic Neo"/>
              </a:defRPr>
            </a:lvl2pPr>
            <a:lvl3pPr algn="ctr">
              <a:defRPr sz="1500" b="0">
                <a:solidFill>
                  <a:srgbClr val="626A73"/>
                </a:solidFill>
                <a:latin typeface="Apple SD Gothic Neo"/>
                <a:ea typeface="Apple SD Gothic Neo"/>
                <a:cs typeface="Apple SD Gothic Neo"/>
              </a:defRPr>
            </a:lvl3pPr>
            <a:lvl4pPr algn="ctr">
              <a:defRPr sz="1500" b="0">
                <a:solidFill>
                  <a:srgbClr val="626A73"/>
                </a:solidFill>
                <a:latin typeface="Apple SD Gothic Neo"/>
                <a:ea typeface="Apple SD Gothic Neo"/>
                <a:cs typeface="Apple SD Gothic Neo"/>
              </a:defRPr>
            </a:lvl4pPr>
            <a:lvl5pPr algn="ctr">
              <a:defRPr sz="1500" b="0">
                <a:solidFill>
                  <a:srgbClr val="626A73"/>
                </a:solidFill>
                <a:latin typeface="Apple SD Gothic Neo"/>
                <a:ea typeface="Apple SD Gothic Neo"/>
                <a:cs typeface="Apple SD Gothic Neo"/>
              </a:defRPr>
            </a:lvl5pPr>
            <a:lvl6pPr algn="ctr">
              <a:defRPr sz="1500" b="0">
                <a:solidFill>
                  <a:srgbClr val="626A73"/>
                </a:solidFill>
                <a:latin typeface="Apple SD Gothic Neo"/>
                <a:ea typeface="Apple SD Gothic Neo"/>
                <a:cs typeface="Apple SD Gothic Neo"/>
              </a:defRPr>
            </a:lvl6pPr>
            <a:lvl7pPr algn="ctr">
              <a:defRPr sz="1500" b="0">
                <a:solidFill>
                  <a:srgbClr val="626A73"/>
                </a:solidFill>
                <a:latin typeface="Apple SD Gothic Neo"/>
                <a:ea typeface="Apple SD Gothic Neo"/>
                <a:cs typeface="Apple SD Gothic Neo"/>
              </a:defRPr>
            </a:lvl7pPr>
            <a:lvl8pPr algn="ctr">
              <a:defRPr sz="1500" b="0">
                <a:solidFill>
                  <a:srgbClr val="626A73"/>
                </a:solidFill>
                <a:latin typeface="Apple SD Gothic Neo"/>
                <a:ea typeface="Apple SD Gothic Neo"/>
                <a:cs typeface="Apple SD Gothic Neo"/>
              </a:defRPr>
            </a:lvl8pPr>
            <a:lvl9pPr algn="ctr">
              <a:defRPr sz="1500" b="0">
                <a:solidFill>
                  <a:srgbClr val="626A73"/>
                </a:solidFill>
                <a:latin typeface="Apple SD Gothic Neo"/>
                <a:ea typeface="Apple SD Gothic Neo"/>
                <a:cs typeface="Apple SD Gothic Neo"/>
              </a:defRPr>
            </a:lvl9pPr>
          </a:lstStyle>
          <a:p xmlns:a="http://schemas.openxmlformats.org/drawingml/2006/main">
            <a:pPr algn="ctr">
              <a:defRPr sz="1500" b="0">
                <a:solidFill>
                  <a:srgbClr val="626A73"/>
                </a:solidFill>
                <a:latin typeface="Apple SD Gothic Neo"/>
                <a:ea typeface="Apple SD Gothic Neo"/>
                <a:cs typeface="Apple SD Gothic Neo"/>
              </a:defRPr>
            </a:pPr>
            <a:r>
              <a:rPr sz="1500" b="0">
                <a:solidFill>
                  <a:srgbClr val="626A73"/>
                </a:solidFill>
                <a:latin typeface="Apple SD Gothic Neo"/>
                <a:ea typeface="Apple SD Gothic Neo"/>
                <a:cs typeface="Apple SD Gothic Neo"/>
              </a:rPr>
              <a:t>↓</a:t>
            </a:r>
          </a:p>
        </p:txBody>
      </p:sp>
      <p:sp>
        <p:nvSpPr>
          <p:cNvPr id="17" name="">
            <a:extLst xmlns:a="http://schemas.openxmlformats.org/drawingml/2006/main">
              <a:ext uri="{FF2B5EF4-FFF2-40B4-BE49-F238E27FC236}">
                <a16:creationId xmlns:a16="http://schemas.microsoft.com/office/drawing/2014/main" id="{A74000B4-61FA-423C-91BC-E8006D0FA3F9}"/>
              </a:ext>
            </a:extLst>
          </p:cNvPr>
          <p:cNvSpPr>
            <a:spLocks xmlns:a="http://schemas.openxmlformats.org/drawingml/2006/main" noGrp="1"/>
          </p:cNvSpPr>
          <p:nvPr/>
        </p:nvSpPr>
        <p:spPr>
          <a:xfrm xmlns:a="http://schemas.openxmlformats.org/drawingml/2006/main">
            <a:off x="6953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validate: 길이·번호 검사, 3회 뒤 강제 통과</a:t>
            </a:r>
          </a:p>
        </p:txBody>
      </p:sp>
      <p:sp>
        <p:nvSpPr>
          <p:cNvPr id="18" name="">
            <a:extLst xmlns:a="http://schemas.openxmlformats.org/drawingml/2006/main">
              <a:ext uri="{FF2B5EF4-FFF2-40B4-BE49-F238E27FC236}">
                <a16:creationId xmlns:a16="http://schemas.microsoft.com/office/drawing/2014/main" id="{7CAD0A9E-1449-4680-9C32-289106CBAF2F}"/>
              </a:ext>
            </a:extLst>
          </p:cNvPr>
          <p:cNvSpPr>
            <a:spLocks xmlns:a="http://schemas.openxmlformats.org/drawingml/2006/main" noGrp="1"/>
          </p:cNvSpPr>
          <p:nvPr/>
        </p:nvSpPr>
        <p:spPr>
          <a:xfrm xmlns:a="http://schemas.openxmlformats.org/drawingml/2006/main">
            <a:off x="6600825" y="17621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route: 일반 대화 / 장애 질문</a:t>
            </a:r>
          </a:p>
        </p:txBody>
      </p:sp>
      <p:sp>
        <p:nvSpPr>
          <p:cNvPr id="19" name="">
            <a:extLst xmlns:a="http://schemas.openxmlformats.org/drawingml/2006/main">
              <a:ext uri="{FF2B5EF4-FFF2-40B4-BE49-F238E27FC236}">
                <a16:creationId xmlns:a16="http://schemas.microsoft.com/office/drawing/2014/main" id="{4A17771C-B67F-459F-AF65-67852478BECA}"/>
              </a:ext>
            </a:extLst>
          </p:cNvPr>
          <p:cNvSpPr>
            <a:spLocks xmlns:a="http://schemas.openxmlformats.org/drawingml/2006/main" noGrp="1"/>
          </p:cNvSpPr>
          <p:nvPr/>
        </p:nvSpPr>
        <p:spPr>
          <a:xfrm xmlns:a="http://schemas.openxmlformats.org/drawingml/2006/main">
            <a:off x="8991600" y="21621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0" name="">
            <a:extLst xmlns:a="http://schemas.openxmlformats.org/drawingml/2006/main">
              <a:ext uri="{FF2B5EF4-FFF2-40B4-BE49-F238E27FC236}">
                <a16:creationId xmlns:a16="http://schemas.microsoft.com/office/drawing/2014/main" id="{CB68A43A-B203-4EB2-9284-D8ED6D92DE7C}"/>
              </a:ext>
            </a:extLst>
          </p:cNvPr>
          <p:cNvSpPr>
            <a:spLocks xmlns:a="http://schemas.openxmlformats.org/drawingml/2006/main" noGrp="1"/>
          </p:cNvSpPr>
          <p:nvPr/>
        </p:nvSpPr>
        <p:spPr>
          <a:xfrm xmlns:a="http://schemas.openxmlformats.org/drawingml/2006/main">
            <a:off x="6600825" y="231457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resolve_target: Registry 확인·재질문 후 재개</a:t>
            </a:r>
          </a:p>
        </p:txBody>
      </p:sp>
      <p:sp>
        <p:nvSpPr>
          <p:cNvPr id="21" name="">
            <a:extLst xmlns:a="http://schemas.openxmlformats.org/drawingml/2006/main">
              <a:ext uri="{FF2B5EF4-FFF2-40B4-BE49-F238E27FC236}">
                <a16:creationId xmlns:a16="http://schemas.microsoft.com/office/drawing/2014/main" id="{A0FA4717-19D9-4209-985D-E0B29B51F01F}"/>
              </a:ext>
            </a:extLst>
          </p:cNvPr>
          <p:cNvSpPr>
            <a:spLocks xmlns:a="http://schemas.openxmlformats.org/drawingml/2006/main" noGrp="1"/>
          </p:cNvSpPr>
          <p:nvPr/>
        </p:nvSpPr>
        <p:spPr>
          <a:xfrm xmlns:a="http://schemas.openxmlformats.org/drawingml/2006/main">
            <a:off x="8991600" y="27146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2" name="">
            <a:extLst xmlns:a="http://schemas.openxmlformats.org/drawingml/2006/main">
              <a:ext uri="{FF2B5EF4-FFF2-40B4-BE49-F238E27FC236}">
                <a16:creationId xmlns:a16="http://schemas.microsoft.com/office/drawing/2014/main" id="{5137DC6F-50FF-499B-A679-1915BB284660}"/>
              </a:ext>
            </a:extLst>
          </p:cNvPr>
          <p:cNvSpPr>
            <a:spLocks xmlns:a="http://schemas.openxmlformats.org/drawingml/2006/main" noGrp="1"/>
          </p:cNvSpPr>
          <p:nvPr/>
        </p:nvSpPr>
        <p:spPr>
          <a:xfrm xmlns:a="http://schemas.openxmlformats.org/drawingml/2006/main">
            <a:off x="6600825" y="286702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plan: 확정된 시스템별 작업 작성</a:t>
            </a:r>
          </a:p>
        </p:txBody>
      </p:sp>
      <p:sp>
        <p:nvSpPr>
          <p:cNvPr id="23" name="">
            <a:extLst xmlns:a="http://schemas.openxmlformats.org/drawingml/2006/main">
              <a:ext uri="{FF2B5EF4-FFF2-40B4-BE49-F238E27FC236}">
                <a16:creationId xmlns:a16="http://schemas.microsoft.com/office/drawing/2014/main" id="{42FA9D49-02DD-4494-8EA5-AD5895C0DF1A}"/>
              </a:ext>
            </a:extLst>
          </p:cNvPr>
          <p:cNvSpPr>
            <a:spLocks xmlns:a="http://schemas.openxmlformats.org/drawingml/2006/main" noGrp="1"/>
          </p:cNvSpPr>
          <p:nvPr/>
        </p:nvSpPr>
        <p:spPr>
          <a:xfrm xmlns:a="http://schemas.openxmlformats.org/drawingml/2006/main">
            <a:off x="8991600" y="32670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4" name="">
            <a:extLst xmlns:a="http://schemas.openxmlformats.org/drawingml/2006/main">
              <a:ext uri="{FF2B5EF4-FFF2-40B4-BE49-F238E27FC236}">
                <a16:creationId xmlns:a16="http://schemas.microsoft.com/office/drawing/2014/main" id="{7AAB6656-CD92-4364-BB3D-7557AA32895A}"/>
              </a:ext>
            </a:extLst>
          </p:cNvPr>
          <p:cNvSpPr>
            <a:spLocks xmlns:a="http://schemas.openxmlformats.org/drawingml/2006/main" noGrp="1"/>
          </p:cNvSpPr>
          <p:nvPr/>
        </p:nvSpPr>
        <p:spPr>
          <a:xfrm xmlns:a="http://schemas.openxmlformats.org/drawingml/2006/main">
            <a:off x="6600825" y="34194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Monitoring Tool 조회</a:t>
            </a:r>
          </a:p>
        </p:txBody>
      </p:sp>
      <p:sp>
        <p:nvSpPr>
          <p:cNvPr id="25" name="">
            <a:extLst xmlns:a="http://schemas.openxmlformats.org/drawingml/2006/main">
              <a:ext uri="{FF2B5EF4-FFF2-40B4-BE49-F238E27FC236}">
                <a16:creationId xmlns:a16="http://schemas.microsoft.com/office/drawing/2014/main" id="{485B7A41-6456-4395-8132-022478DA096A}"/>
              </a:ext>
            </a:extLst>
          </p:cNvPr>
          <p:cNvSpPr>
            <a:spLocks xmlns:a="http://schemas.openxmlformats.org/drawingml/2006/main" noGrp="1"/>
          </p:cNvSpPr>
          <p:nvPr/>
        </p:nvSpPr>
        <p:spPr>
          <a:xfrm xmlns:a="http://schemas.openxmlformats.org/drawingml/2006/main">
            <a:off x="8991600" y="38195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1D7025D8-8921-4D8B-A86B-1CE128A73E78}"/>
              </a:ext>
            </a:extLst>
          </p:cNvPr>
          <p:cNvSpPr>
            <a:spLocks xmlns:a="http://schemas.openxmlformats.org/drawingml/2006/main" noGrp="1"/>
          </p:cNvSpPr>
          <p:nvPr/>
        </p:nvSpPr>
        <p:spPr>
          <a:xfrm xmlns:a="http://schemas.openxmlformats.org/drawingml/2006/main">
            <a:off x="6600825" y="39719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replan_check: 질문·알림으로 여러 문서 검색</a:t>
            </a:r>
          </a:p>
        </p:txBody>
      </p:sp>
      <p:sp>
        <p:nvSpPr>
          <p:cNvPr id="27" name="">
            <a:extLst xmlns:a="http://schemas.openxmlformats.org/drawingml/2006/main">
              <a:ext uri="{FF2B5EF4-FFF2-40B4-BE49-F238E27FC236}">
                <a16:creationId xmlns:a16="http://schemas.microsoft.com/office/drawing/2014/main" id="{72B43268-FC08-4779-A14F-181F2DF432AE}"/>
              </a:ext>
            </a:extLst>
          </p:cNvPr>
          <p:cNvSpPr>
            <a:spLocks xmlns:a="http://schemas.openxmlformats.org/drawingml/2006/main" noGrp="1"/>
          </p:cNvSpPr>
          <p:nvPr/>
        </p:nvSpPr>
        <p:spPr>
          <a:xfrm xmlns:a="http://schemas.openxmlformats.org/drawingml/2006/main">
            <a:off x="8991600" y="437197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28" name="">
            <a:extLst xmlns:a="http://schemas.openxmlformats.org/drawingml/2006/main">
              <a:ext uri="{FF2B5EF4-FFF2-40B4-BE49-F238E27FC236}">
                <a16:creationId xmlns:a16="http://schemas.microsoft.com/office/drawing/2014/main" id="{22FBE4A4-3B17-4915-9DD1-38637877801D}"/>
              </a:ext>
            </a:extLst>
          </p:cNvPr>
          <p:cNvSpPr>
            <a:spLocks xmlns:a="http://schemas.openxmlformats.org/drawingml/2006/main" noGrp="1"/>
          </p:cNvSpPr>
          <p:nvPr/>
        </p:nvSpPr>
        <p:spPr>
          <a:xfrm xmlns:a="http://schemas.openxmlformats.org/drawingml/2006/main">
            <a:off x="6600825" y="4524375"/>
            <a:ext cx="4905375"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0">
                <a:solidFill>
                  <a:srgbClr val="13151A"/>
                </a:solidFill>
                <a:latin typeface="Apple SD Gothic Neo"/>
                <a:ea typeface="Apple SD Gothic Neo"/>
                <a:cs typeface="Apple SD Gothic Neo"/>
              </a:defRPr>
            </a:defPPr>
            <a:lvl1pPr algn="ctr">
              <a:defRPr sz="1350" b="0">
                <a:solidFill>
                  <a:srgbClr val="13151A"/>
                </a:solidFill>
                <a:latin typeface="Apple SD Gothic Neo"/>
                <a:ea typeface="Apple SD Gothic Neo"/>
                <a:cs typeface="Apple SD Gothic Neo"/>
              </a:defRPr>
            </a:lvl1pPr>
            <a:lvl2pPr algn="ctr">
              <a:defRPr sz="1350" b="0">
                <a:solidFill>
                  <a:srgbClr val="13151A"/>
                </a:solidFill>
                <a:latin typeface="Apple SD Gothic Neo"/>
                <a:ea typeface="Apple SD Gothic Neo"/>
                <a:cs typeface="Apple SD Gothic Neo"/>
              </a:defRPr>
            </a:lvl2pPr>
            <a:lvl3pPr algn="ctr">
              <a:defRPr sz="1350" b="0">
                <a:solidFill>
                  <a:srgbClr val="13151A"/>
                </a:solidFill>
                <a:latin typeface="Apple SD Gothic Neo"/>
                <a:ea typeface="Apple SD Gothic Neo"/>
                <a:cs typeface="Apple SD Gothic Neo"/>
              </a:defRPr>
            </a:lvl3pPr>
            <a:lvl4pPr algn="ctr">
              <a:defRPr sz="1350" b="0">
                <a:solidFill>
                  <a:srgbClr val="13151A"/>
                </a:solidFill>
                <a:latin typeface="Apple SD Gothic Neo"/>
                <a:ea typeface="Apple SD Gothic Neo"/>
                <a:cs typeface="Apple SD Gothic Neo"/>
              </a:defRPr>
            </a:lvl4pPr>
            <a:lvl5pPr algn="ctr">
              <a:defRPr sz="1350" b="0">
                <a:solidFill>
                  <a:srgbClr val="13151A"/>
                </a:solidFill>
                <a:latin typeface="Apple SD Gothic Neo"/>
                <a:ea typeface="Apple SD Gothic Neo"/>
                <a:cs typeface="Apple SD Gothic Neo"/>
              </a:defRPr>
            </a:lvl5pPr>
            <a:lvl6pPr algn="ctr">
              <a:defRPr sz="1350" b="0">
                <a:solidFill>
                  <a:srgbClr val="13151A"/>
                </a:solidFill>
                <a:latin typeface="Apple SD Gothic Neo"/>
                <a:ea typeface="Apple SD Gothic Neo"/>
                <a:cs typeface="Apple SD Gothic Neo"/>
              </a:defRPr>
            </a:lvl6pPr>
            <a:lvl7pPr algn="ctr">
              <a:defRPr sz="1350" b="0">
                <a:solidFill>
                  <a:srgbClr val="13151A"/>
                </a:solidFill>
                <a:latin typeface="Apple SD Gothic Neo"/>
                <a:ea typeface="Apple SD Gothic Neo"/>
                <a:cs typeface="Apple SD Gothic Neo"/>
              </a:defRPr>
            </a:lvl7pPr>
            <a:lvl8pPr algn="ctr">
              <a:defRPr sz="1350" b="0">
                <a:solidFill>
                  <a:srgbClr val="13151A"/>
                </a:solidFill>
                <a:latin typeface="Apple SD Gothic Neo"/>
                <a:ea typeface="Apple SD Gothic Neo"/>
                <a:cs typeface="Apple SD Gothic Neo"/>
              </a:defRPr>
            </a:lvl8pPr>
            <a:lvl9pPr algn="ctr">
              <a:defRPr sz="1350" b="0">
                <a:solidFill>
                  <a:srgbClr val="13151A"/>
                </a:solidFill>
                <a:latin typeface="Apple SD Gothic Neo"/>
                <a:ea typeface="Apple SD Gothic Neo"/>
                <a:cs typeface="Apple SD Gothic Neo"/>
              </a:defRPr>
            </a:lvl9pPr>
          </a:lstStyle>
          <a:p xmlns:a="http://schemas.openxmlformats.org/drawingml/2006/main">
            <a:pPr algn="ctr">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research: MCP Resource 원문 조회</a:t>
            </a:r>
          </a:p>
        </p:txBody>
      </p:sp>
      <p:sp>
        <p:nvSpPr>
          <p:cNvPr id="29" name="">
            <a:extLst xmlns:a="http://schemas.openxmlformats.org/drawingml/2006/main">
              <a:ext uri="{FF2B5EF4-FFF2-40B4-BE49-F238E27FC236}">
                <a16:creationId xmlns:a16="http://schemas.microsoft.com/office/drawing/2014/main" id="{EBBAB2F3-A3C0-4F06-A29C-CBC01825EE22}"/>
              </a:ext>
            </a:extLst>
          </p:cNvPr>
          <p:cNvSpPr>
            <a:spLocks xmlns:a="http://schemas.openxmlformats.org/drawingml/2006/main" noGrp="1"/>
          </p:cNvSpPr>
          <p:nvPr/>
        </p:nvSpPr>
        <p:spPr>
          <a:xfrm xmlns:a="http://schemas.openxmlformats.org/drawingml/2006/main">
            <a:off x="8991600" y="4924425"/>
            <a:ext cx="238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B4232D"/>
                </a:solidFill>
                <a:latin typeface="Apple SD Gothic Neo"/>
                <a:ea typeface="Apple SD Gothic Neo"/>
                <a:cs typeface="Apple SD Gothic Neo"/>
              </a:defRPr>
            </a:defPPr>
            <a:lvl1pPr algn="ctr">
              <a:defRPr sz="1500" b="0">
                <a:solidFill>
                  <a:srgbClr val="B4232D"/>
                </a:solidFill>
                <a:latin typeface="Apple SD Gothic Neo"/>
                <a:ea typeface="Apple SD Gothic Neo"/>
                <a:cs typeface="Apple SD Gothic Neo"/>
              </a:defRPr>
            </a:lvl1pPr>
            <a:lvl2pPr algn="ctr">
              <a:defRPr sz="1500" b="0">
                <a:solidFill>
                  <a:srgbClr val="B4232D"/>
                </a:solidFill>
                <a:latin typeface="Apple SD Gothic Neo"/>
                <a:ea typeface="Apple SD Gothic Neo"/>
                <a:cs typeface="Apple SD Gothic Neo"/>
              </a:defRPr>
            </a:lvl2pPr>
            <a:lvl3pPr algn="ctr">
              <a:defRPr sz="1500" b="0">
                <a:solidFill>
                  <a:srgbClr val="B4232D"/>
                </a:solidFill>
                <a:latin typeface="Apple SD Gothic Neo"/>
                <a:ea typeface="Apple SD Gothic Neo"/>
                <a:cs typeface="Apple SD Gothic Neo"/>
              </a:defRPr>
            </a:lvl3pPr>
            <a:lvl4pPr algn="ctr">
              <a:defRPr sz="1500" b="0">
                <a:solidFill>
                  <a:srgbClr val="B4232D"/>
                </a:solidFill>
                <a:latin typeface="Apple SD Gothic Neo"/>
                <a:ea typeface="Apple SD Gothic Neo"/>
                <a:cs typeface="Apple SD Gothic Neo"/>
              </a:defRPr>
            </a:lvl4pPr>
            <a:lvl5pPr algn="ctr">
              <a:defRPr sz="1500" b="0">
                <a:solidFill>
                  <a:srgbClr val="B4232D"/>
                </a:solidFill>
                <a:latin typeface="Apple SD Gothic Neo"/>
                <a:ea typeface="Apple SD Gothic Neo"/>
                <a:cs typeface="Apple SD Gothic Neo"/>
              </a:defRPr>
            </a:lvl5pPr>
            <a:lvl6pPr algn="ctr">
              <a:defRPr sz="1500" b="0">
                <a:solidFill>
                  <a:srgbClr val="B4232D"/>
                </a:solidFill>
                <a:latin typeface="Apple SD Gothic Neo"/>
                <a:ea typeface="Apple SD Gothic Neo"/>
                <a:cs typeface="Apple SD Gothic Neo"/>
              </a:defRPr>
            </a:lvl6pPr>
            <a:lvl7pPr algn="ctr">
              <a:defRPr sz="1500" b="0">
                <a:solidFill>
                  <a:srgbClr val="B4232D"/>
                </a:solidFill>
                <a:latin typeface="Apple SD Gothic Neo"/>
                <a:ea typeface="Apple SD Gothic Neo"/>
                <a:cs typeface="Apple SD Gothic Neo"/>
              </a:defRPr>
            </a:lvl7pPr>
            <a:lvl8pPr algn="ctr">
              <a:defRPr sz="1500" b="0">
                <a:solidFill>
                  <a:srgbClr val="B4232D"/>
                </a:solidFill>
                <a:latin typeface="Apple SD Gothic Neo"/>
                <a:ea typeface="Apple SD Gothic Neo"/>
                <a:cs typeface="Apple SD Gothic Neo"/>
              </a:defRPr>
            </a:lvl8pPr>
            <a:lvl9pPr algn="ctr">
              <a:defRPr sz="1500" b="0">
                <a:solidFill>
                  <a:srgbClr val="B4232D"/>
                </a:solidFill>
                <a:latin typeface="Apple SD Gothic Neo"/>
                <a:ea typeface="Apple SD Gothic Neo"/>
                <a:cs typeface="Apple SD Gothic Neo"/>
              </a:defRPr>
            </a:lvl9pPr>
          </a:lstStyle>
          <a:p xmlns:a="http://schemas.openxmlformats.org/drawingml/2006/main">
            <a:pPr algn="ctr">
              <a:defRPr sz="1500" b="0">
                <a:solidFill>
                  <a:srgbClr val="B4232D"/>
                </a:solidFill>
                <a:latin typeface="Apple SD Gothic Neo"/>
                <a:ea typeface="Apple SD Gothic Neo"/>
                <a:cs typeface="Apple SD Gothic Neo"/>
              </a:defRPr>
            </a:pPr>
            <a:r>
              <a:rPr sz="1500" b="0">
                <a:solidFill>
                  <a:srgbClr val="B4232D"/>
                </a:solidFill>
                <a:latin typeface="Apple SD Gothic Neo"/>
                <a:ea typeface="Apple SD Gothic Neo"/>
                <a:cs typeface="Apple SD Gothic Neo"/>
              </a:rPr>
              <a:t>↓</a:t>
            </a:r>
          </a:p>
        </p:txBody>
      </p:sp>
      <p:sp>
        <p:nvSpPr>
          <p:cNvPr id="30" name="">
            <a:extLst xmlns:a="http://schemas.openxmlformats.org/drawingml/2006/main">
              <a:ext uri="{FF2B5EF4-FFF2-40B4-BE49-F238E27FC236}">
                <a16:creationId xmlns:a16="http://schemas.microsoft.com/office/drawing/2014/main" id="{F487F559-5F37-4CD1-A462-79346B035274}"/>
              </a:ext>
            </a:extLst>
          </p:cNvPr>
          <p:cNvSpPr>
            <a:spLocks xmlns:a="http://schemas.openxmlformats.org/drawingml/2006/main" noGrp="1"/>
          </p:cNvSpPr>
          <p:nvPr/>
        </p:nvSpPr>
        <p:spPr>
          <a:xfrm xmlns:a="http://schemas.openxmlformats.org/drawingml/2006/main">
            <a:off x="6600825" y="5076825"/>
            <a:ext cx="4905375" cy="41910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28575" tIns="28575" rIns="28575" bIns="28575" anchor="ctr">
            <a:noAutofit/>
          </a:bodyPr>
          <a:lstStyle xmlns:a="http://schemas.openxmlformats.org/drawingml/2006/main">
            <a:defPPr algn="ctr">
              <a:defRPr sz="1350" b="1">
                <a:solidFill>
                  <a:srgbClr val="B4232D"/>
                </a:solidFill>
                <a:latin typeface="Apple SD Gothic Neo"/>
                <a:ea typeface="Apple SD Gothic Neo"/>
                <a:cs typeface="Apple SD Gothic Neo"/>
              </a:defRPr>
            </a:defPPr>
            <a:lvl1pPr algn="ctr">
              <a:defRPr sz="1350" b="1">
                <a:solidFill>
                  <a:srgbClr val="B4232D"/>
                </a:solidFill>
                <a:latin typeface="Apple SD Gothic Neo"/>
                <a:ea typeface="Apple SD Gothic Neo"/>
                <a:cs typeface="Apple SD Gothic Neo"/>
              </a:defRPr>
            </a:lvl1pPr>
            <a:lvl2pPr algn="ctr">
              <a:defRPr sz="1350" b="1">
                <a:solidFill>
                  <a:srgbClr val="B4232D"/>
                </a:solidFill>
                <a:latin typeface="Apple SD Gothic Neo"/>
                <a:ea typeface="Apple SD Gothic Neo"/>
                <a:cs typeface="Apple SD Gothic Neo"/>
              </a:defRPr>
            </a:lvl2pPr>
            <a:lvl3pPr algn="ctr">
              <a:defRPr sz="1350" b="1">
                <a:solidFill>
                  <a:srgbClr val="B4232D"/>
                </a:solidFill>
                <a:latin typeface="Apple SD Gothic Neo"/>
                <a:ea typeface="Apple SD Gothic Neo"/>
                <a:cs typeface="Apple SD Gothic Neo"/>
              </a:defRPr>
            </a:lvl3pPr>
            <a:lvl4pPr algn="ctr">
              <a:defRPr sz="1350" b="1">
                <a:solidFill>
                  <a:srgbClr val="B4232D"/>
                </a:solidFill>
                <a:latin typeface="Apple SD Gothic Neo"/>
                <a:ea typeface="Apple SD Gothic Neo"/>
                <a:cs typeface="Apple SD Gothic Neo"/>
              </a:defRPr>
            </a:lvl4pPr>
            <a:lvl5pPr algn="ctr">
              <a:defRPr sz="1350" b="1">
                <a:solidFill>
                  <a:srgbClr val="B4232D"/>
                </a:solidFill>
                <a:latin typeface="Apple SD Gothic Neo"/>
                <a:ea typeface="Apple SD Gothic Neo"/>
                <a:cs typeface="Apple SD Gothic Neo"/>
              </a:defRPr>
            </a:lvl5pPr>
            <a:lvl6pPr algn="ctr">
              <a:defRPr sz="1350" b="1">
                <a:solidFill>
                  <a:srgbClr val="B4232D"/>
                </a:solidFill>
                <a:latin typeface="Apple SD Gothic Neo"/>
                <a:ea typeface="Apple SD Gothic Neo"/>
                <a:cs typeface="Apple SD Gothic Neo"/>
              </a:defRPr>
            </a:lvl6pPr>
            <a:lvl7pPr algn="ctr">
              <a:defRPr sz="1350" b="1">
                <a:solidFill>
                  <a:srgbClr val="B4232D"/>
                </a:solidFill>
                <a:latin typeface="Apple SD Gothic Neo"/>
                <a:ea typeface="Apple SD Gothic Neo"/>
                <a:cs typeface="Apple SD Gothic Neo"/>
              </a:defRPr>
            </a:lvl7pPr>
            <a:lvl8pPr algn="ctr">
              <a:defRPr sz="1350" b="1">
                <a:solidFill>
                  <a:srgbClr val="B4232D"/>
                </a:solidFill>
                <a:latin typeface="Apple SD Gothic Neo"/>
                <a:ea typeface="Apple SD Gothic Neo"/>
                <a:cs typeface="Apple SD Gothic Neo"/>
              </a:defRPr>
            </a:lvl8pPr>
            <a:lvl9pPr algn="ctr">
              <a:defRPr sz="1350" b="1">
                <a:solidFill>
                  <a:srgbClr val="B4232D"/>
                </a:solidFill>
                <a:latin typeface="Apple SD Gothic Neo"/>
                <a:ea typeface="Apple SD Gothic Neo"/>
                <a:cs typeface="Apple SD Gothic Neo"/>
              </a:defRPr>
            </a:lvl9pPr>
          </a:lstStyle>
          <a:p xmlns:a="http://schemas.openxmlformats.org/drawingml/2006/main">
            <a:pPr algn="ctr">
              <a:defRPr sz="1350" b="1">
                <a:solidFill>
                  <a:srgbClr val="B4232D"/>
                </a:solidFill>
                <a:latin typeface="Apple SD Gothic Neo"/>
                <a:ea typeface="Apple SD Gothic Neo"/>
                <a:cs typeface="Apple SD Gothic Neo"/>
              </a:defRPr>
            </a:pPr>
            <a:r>
              <a:rPr sz="1350" b="1">
                <a:solidFill>
                  <a:srgbClr val="B4232D"/>
                </a:solidFill>
                <a:latin typeface="Apple SD Gothic Neo"/>
                <a:ea typeface="Apple SD Gothic Neo"/>
                <a:cs typeface="Apple SD Gothic Neo"/>
              </a:rPr>
              <a:t>write·validate: 수치·출처·Judge 검증</a:t>
            </a:r>
          </a:p>
        </p:txBody>
      </p:sp>
      <p:sp>
        <p:nvSpPr>
          <p:cNvPr id="31" name="">
            <a:extLst xmlns:a="http://schemas.openxmlformats.org/drawingml/2006/main">
              <a:ext uri="{FF2B5EF4-FFF2-40B4-BE49-F238E27FC236}">
                <a16:creationId xmlns:a16="http://schemas.microsoft.com/office/drawing/2014/main" id="{78D34BA0-7561-4517-A5C5-0657A2E7098B}"/>
              </a:ext>
            </a:extLst>
          </p:cNvPr>
          <p:cNvSpPr>
            <a:spLocks xmlns:a="http://schemas.openxmlformats.org/drawingml/2006/main" noGrp="1"/>
          </p:cNvSpPr>
          <p:nvPr/>
        </p:nvSpPr>
        <p:spPr>
          <a:xfrm xmlns:a="http://schemas.openxmlformats.org/drawingml/2006/main">
            <a:off x="695325" y="5962650"/>
            <a:ext cx="1074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공통 gate·analysis 등은 비교를 위해 생략 · 전체 노드는 Graph 연결 페이지 참고</a:t>
            </a:r>
          </a:p>
        </p:txBody>
      </p:sp>
      <p:sp>
        <p:nvSpPr>
          <p:cNvPr id="32" name="">
            <a:extLst xmlns:a="http://schemas.openxmlformats.org/drawingml/2006/main">
              <a:ext uri="{FF2B5EF4-FFF2-40B4-BE49-F238E27FC236}">
                <a16:creationId xmlns:a16="http://schemas.microsoft.com/office/drawing/2014/main" id="{C5C73687-7CBB-498F-933B-AE1F87D688F8}"/>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전체 구조</a:t>
            </a:r>
          </a:p>
        </p:txBody>
      </p:sp>
    </p:spTree>
    <p:extLst>
      <p:ext uri="{BB962C8B-B14F-4D97-AF65-F5344CB8AC3E}">
        <p14:creationId xmlns:p14="http://schemas.microsoft.com/office/powerpoint/2010/main" val="19392489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16C2342-56F9-4B73-B694-3CE575CE9A8C}"/>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조사 대상 확인: 기본값 제거</a:t>
            </a:r>
          </a:p>
        </p:txBody>
      </p:sp>
      <p:sp>
        <p:nvSpPr>
          <p:cNvPr id="2" name="">
            <a:extLst xmlns:a="http://schemas.openxmlformats.org/drawingml/2006/main">
              <a:ext uri="{FF2B5EF4-FFF2-40B4-BE49-F238E27FC236}">
                <a16:creationId xmlns:a16="http://schemas.microsoft.com/office/drawing/2014/main" id="{2CC9C281-3EF6-43D1-9635-93ACC7C19C7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04  G096 정다운</a:t>
            </a:r>
          </a:p>
        </p:txBody>
      </p:sp>
      <p:pic>
        <p:nvPicPr>
          <p:cNvPr id="3" name="">
            <a:extLst xmlns:a="http://schemas.openxmlformats.org/drawingml/2006/main">
              <a:ext uri="{FF2B5EF4-FFF2-40B4-BE49-F238E27FC236}">
                <a16:creationId xmlns:a16="http://schemas.microsoft.com/office/drawing/2014/main" id="{D15D0D59-5ECE-4F37-84C6-CCE2367DEDE0}"/>
              </a:ext>
            </a:extLst>
          </p:cNvPr>
          <p:cNvPicPr>
            <a:picLocks xmlns:a="http://schemas.openxmlformats.org/drawingml/2006/main" noChangeAspect="1"/>
          </p:cNvPicPr>
          <p:nvPr/>
        </p:nvPicPr>
        <p:blipFill>
          <a:blip xmlns:r="http://schemas.openxmlformats.org/officeDocument/2006/relationships" xmlns:a="http://schemas.openxmlformats.org/drawingml/2006/main" r:embed="R4923a5ebe6be43f6"/>
          <a:srcRect xmlns:a="http://schemas.openxmlformats.org/drawingml/2006/main" l="0" t="6000" r="0" b="0"/>
          <a:stretch xmlns:a="http://schemas.openxmlformats.org/drawingml/2006/main"/>
        </p:blipFill>
        <p:spPr>
          <a:xfrm xmlns:a="http://schemas.openxmlformats.org/drawingml/2006/main">
            <a:off x="638175" y="1266825"/>
            <a:ext cx="4714875"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45BEB71-F818-4D11-A328-8FE34A571745}"/>
              </a:ext>
            </a:extLst>
          </p:cNvPr>
          <p:cNvSpPr>
            <a:spLocks xmlns:a="http://schemas.openxmlformats.org/drawingml/2006/main" noGrp="1"/>
          </p:cNvSpPr>
          <p:nvPr/>
        </p:nvSpPr>
        <p:spPr>
          <a:xfrm xmlns:a="http://schemas.openxmlformats.org/drawingml/2006/main">
            <a:off x="5810250" y="1495425"/>
            <a:ext cx="5095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기존 문제</a:t>
            </a:r>
          </a:p>
        </p:txBody>
      </p:sp>
      <p:sp>
        <p:nvSpPr>
          <p:cNvPr id="5" name="">
            <a:extLst xmlns:a="http://schemas.openxmlformats.org/drawingml/2006/main">
              <a:ext uri="{FF2B5EF4-FFF2-40B4-BE49-F238E27FC236}">
                <a16:creationId xmlns:a16="http://schemas.microsoft.com/office/drawing/2014/main" id="{CD56DBDA-A6FB-42C2-A152-FE137BF3770B}"/>
              </a:ext>
            </a:extLst>
          </p:cNvPr>
          <p:cNvSpPr>
            <a:spLocks xmlns:a="http://schemas.openxmlformats.org/drawingml/2006/main" noGrp="1"/>
          </p:cNvSpPr>
          <p:nvPr/>
        </p:nvSpPr>
        <p:spPr>
          <a:xfrm xmlns:a="http://schemas.openxmlformats.org/drawingml/2006/main">
            <a:off x="5810250" y="1876425"/>
            <a:ext cx="557212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대상을 못 찾으면 auth-service로 대체</a:t>
            </a:r>
          </a:p>
        </p:txBody>
      </p:sp>
      <p:sp>
        <p:nvSpPr>
          <p:cNvPr id="6" name="">
            <a:extLst xmlns:a="http://schemas.openxmlformats.org/drawingml/2006/main">
              <a:ext uri="{FF2B5EF4-FFF2-40B4-BE49-F238E27FC236}">
                <a16:creationId xmlns:a16="http://schemas.microsoft.com/office/drawing/2014/main" id="{C8DFC8D3-C4CD-4831-9341-566CB541D1D9}"/>
              </a:ext>
            </a:extLst>
          </p:cNvPr>
          <p:cNvSpPr>
            <a:spLocks xmlns:a="http://schemas.openxmlformats.org/drawingml/2006/main" noGrp="1"/>
          </p:cNvSpPr>
          <p:nvPr/>
        </p:nvSpPr>
        <p:spPr>
          <a:xfrm xmlns:a="http://schemas.openxmlformats.org/drawingml/2006/main">
            <a:off x="5810250" y="2876550"/>
            <a:ext cx="5095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a:t>
            </a:r>
          </a:p>
        </p:txBody>
      </p:sp>
      <p:sp>
        <p:nvSpPr>
          <p:cNvPr id="7" name="">
            <a:extLst xmlns:a="http://schemas.openxmlformats.org/drawingml/2006/main">
              <a:ext uri="{FF2B5EF4-FFF2-40B4-BE49-F238E27FC236}">
                <a16:creationId xmlns:a16="http://schemas.microsoft.com/office/drawing/2014/main" id="{A2F0487E-358E-42F2-865D-17E93F4740E4}"/>
              </a:ext>
            </a:extLst>
          </p:cNvPr>
          <p:cNvSpPr>
            <a:spLocks xmlns:a="http://schemas.openxmlformats.org/drawingml/2006/main" noGrp="1"/>
          </p:cNvSpPr>
          <p:nvPr/>
        </p:nvSpPr>
        <p:spPr>
          <a:xfrm xmlns:a="http://schemas.openxmlformats.org/drawingml/2006/main">
            <a:off x="5810250" y="3257550"/>
            <a:ext cx="5619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Registry로 등록 여부 확인</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불명확하면 interrupt()로 질문</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SQLite checkpointer에 상태 보관</a:t>
            </a:r>
          </a:p>
        </p:txBody>
      </p:sp>
      <p:sp>
        <p:nvSpPr>
          <p:cNvPr id="8" name="">
            <a:extLst xmlns:a="http://schemas.openxmlformats.org/drawingml/2006/main">
              <a:ext uri="{FF2B5EF4-FFF2-40B4-BE49-F238E27FC236}">
                <a16:creationId xmlns:a16="http://schemas.microsoft.com/office/drawing/2014/main" id="{D7A64F98-1D7C-4424-88AA-84B2B8F39EED}"/>
              </a:ext>
            </a:extLst>
          </p:cNvPr>
          <p:cNvSpPr>
            <a:spLocks xmlns:a="http://schemas.openxmlformats.org/drawingml/2006/main" noGrp="1"/>
          </p:cNvSpPr>
          <p:nvPr/>
        </p:nvSpPr>
        <p:spPr>
          <a:xfrm xmlns:a="http://schemas.openxmlformats.org/drawingml/2006/main">
            <a:off x="5810250" y="4905375"/>
            <a:ext cx="5095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결과</a:t>
            </a:r>
          </a:p>
        </p:txBody>
      </p:sp>
      <p:sp>
        <p:nvSpPr>
          <p:cNvPr id="9" name="">
            <a:extLst xmlns:a="http://schemas.openxmlformats.org/drawingml/2006/main">
              <a:ext uri="{FF2B5EF4-FFF2-40B4-BE49-F238E27FC236}">
                <a16:creationId xmlns:a16="http://schemas.microsoft.com/office/drawing/2014/main" id="{55190EE3-F6D5-4B14-AE12-D4315BF819B1}"/>
              </a:ext>
            </a:extLst>
          </p:cNvPr>
          <p:cNvSpPr>
            <a:spLocks xmlns:a="http://schemas.openxmlformats.org/drawingml/2006/main" noGrp="1"/>
          </p:cNvSpPr>
          <p:nvPr/>
        </p:nvSpPr>
        <p:spPr>
          <a:xfrm xmlns:a="http://schemas.openxmlformats.org/drawingml/2006/main">
            <a:off x="5810250" y="5295900"/>
            <a:ext cx="5619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답변으로 auth-service 확정</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원래 장애 질문의 진단을 계속 진행</a:t>
            </a:r>
          </a:p>
        </p:txBody>
      </p:sp>
      <p:sp>
        <p:nvSpPr>
          <p:cNvPr id="10" name="">
            <a:extLst xmlns:a="http://schemas.openxmlformats.org/drawingml/2006/main">
              <a:ext uri="{FF2B5EF4-FFF2-40B4-BE49-F238E27FC236}">
                <a16:creationId xmlns:a16="http://schemas.microsoft.com/office/drawing/2014/main" id="{4F927AA3-341A-4D6F-8D26-D268A3C26B65}"/>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9101376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C52D967-A8D3-4296-A6EB-A85150CC6A1A}"/>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중단한 Graph의 상태 저장과 재개</a:t>
            </a:r>
          </a:p>
        </p:txBody>
      </p:sp>
      <p:sp>
        <p:nvSpPr>
          <p:cNvPr id="2" name="">
            <a:extLst xmlns:a="http://schemas.openxmlformats.org/drawingml/2006/main">
              <a:ext uri="{FF2B5EF4-FFF2-40B4-BE49-F238E27FC236}">
                <a16:creationId xmlns:a16="http://schemas.microsoft.com/office/drawing/2014/main" id="{506270CF-79CE-4B63-BAF7-853C9484AA16}"/>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05  G096 정다운</a:t>
            </a:r>
          </a:p>
        </p:txBody>
      </p:sp>
      <p:sp>
        <p:nvSpPr>
          <p:cNvPr id="3" name="">
            <a:extLst xmlns:a="http://schemas.openxmlformats.org/drawingml/2006/main">
              <a:ext uri="{FF2B5EF4-FFF2-40B4-BE49-F238E27FC236}">
                <a16:creationId xmlns:a16="http://schemas.microsoft.com/office/drawing/2014/main" id="{A0EDD802-3C30-4B2C-B85F-AF297A169A19}"/>
              </a:ext>
            </a:extLst>
          </p:cNvPr>
          <p:cNvSpPr>
            <a:spLocks xmlns:a="http://schemas.openxmlformats.org/drawingml/2006/main" noGrp="1"/>
          </p:cNvSpPr>
          <p:nvPr/>
        </p:nvSpPr>
        <p:spPr>
          <a:xfrm xmlns:a="http://schemas.openxmlformats.org/drawingml/2006/main">
            <a:off x="666750" y="1438275"/>
            <a:ext cx="5572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SQLite checkpointer 연결 · server.py:103–106, graph.py:270</a:t>
            </a:r>
          </a:p>
        </p:txBody>
      </p:sp>
      <p:sp>
        <p:nvSpPr>
          <p:cNvPr id="4" name="">
            <a:extLst xmlns:a="http://schemas.openxmlformats.org/drawingml/2006/main">
              <a:ext uri="{FF2B5EF4-FFF2-40B4-BE49-F238E27FC236}">
                <a16:creationId xmlns:a16="http://schemas.microsoft.com/office/drawing/2014/main" id="{5D96E157-5864-47C9-820B-3507700CA415}"/>
              </a:ext>
            </a:extLst>
          </p:cNvPr>
          <p:cNvSpPr>
            <a:spLocks xmlns:a="http://schemas.openxmlformats.org/drawingml/2006/main" noGrp="1"/>
          </p:cNvSpPr>
          <p:nvPr/>
        </p:nvSpPr>
        <p:spPr>
          <a:xfrm xmlns:a="http://schemas.openxmlformats.org/drawingml/2006/main">
            <a:off x="666750" y="184785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async with AsyncSqliteSaver.from_conn_string(</a:t>
            </a:r>
          </a:p>
        </p:txBody>
      </p:sp>
      <p:sp>
        <p:nvSpPr>
          <p:cNvPr id="5" name="">
            <a:extLst xmlns:a="http://schemas.openxmlformats.org/drawingml/2006/main">
              <a:ext uri="{FF2B5EF4-FFF2-40B4-BE49-F238E27FC236}">
                <a16:creationId xmlns:a16="http://schemas.microsoft.com/office/drawing/2014/main" id="{BA73AC7D-9D91-42F9-9EDE-811FC2DA2243}"/>
              </a:ext>
            </a:extLst>
          </p:cNvPr>
          <p:cNvSpPr>
            <a:spLocks xmlns:a="http://schemas.openxmlformats.org/drawingml/2006/main" noGrp="1"/>
          </p:cNvSpPr>
          <p:nvPr/>
        </p:nvSpPr>
        <p:spPr>
          <a:xfrm xmlns:a="http://schemas.openxmlformats.org/drawingml/2006/main">
            <a:off x="666750" y="220980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str(checkpoint_path)) as checkpointer:</a:t>
            </a:r>
          </a:p>
        </p:txBody>
      </p:sp>
      <p:sp>
        <p:nvSpPr>
          <p:cNvPr id="6" name="">
            <a:extLst xmlns:a="http://schemas.openxmlformats.org/drawingml/2006/main">
              <a:ext uri="{FF2B5EF4-FFF2-40B4-BE49-F238E27FC236}">
                <a16:creationId xmlns:a16="http://schemas.microsoft.com/office/drawing/2014/main" id="{6FD3E9EB-EC56-41F7-BB4C-D7C27AAFEE76}"/>
              </a:ext>
            </a:extLst>
          </p:cNvPr>
          <p:cNvSpPr>
            <a:spLocks xmlns:a="http://schemas.openxmlformats.org/drawingml/2006/main" noGrp="1"/>
          </p:cNvSpPr>
          <p:nvPr/>
        </p:nvSpPr>
        <p:spPr>
          <a:xfrm xmlns:a="http://schemas.openxmlformats.org/drawingml/2006/main">
            <a:off x="666750" y="257175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build_graph(deps, checkpointer=checkpointer)</a:t>
            </a:r>
          </a:p>
        </p:txBody>
      </p:sp>
      <p:sp>
        <p:nvSpPr>
          <p:cNvPr id="7" name="">
            <a:extLst xmlns:a="http://schemas.openxmlformats.org/drawingml/2006/main">
              <a:ext uri="{FF2B5EF4-FFF2-40B4-BE49-F238E27FC236}">
                <a16:creationId xmlns:a16="http://schemas.microsoft.com/office/drawing/2014/main" id="{AE211051-F314-4444-A608-8EC2669263F6}"/>
              </a:ext>
            </a:extLst>
          </p:cNvPr>
          <p:cNvSpPr>
            <a:spLocks xmlns:a="http://schemas.openxmlformats.org/drawingml/2006/main" noGrp="1"/>
          </p:cNvSpPr>
          <p:nvPr/>
        </p:nvSpPr>
        <p:spPr>
          <a:xfrm xmlns:a="http://schemas.openxmlformats.org/drawingml/2006/main">
            <a:off x="666750" y="2933700"/>
            <a:ext cx="538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g.compile(checkpointer=checkpointer)</a:t>
            </a:r>
          </a:p>
        </p:txBody>
      </p:sp>
      <p:sp>
        <p:nvSpPr>
          <p:cNvPr id="8" name="">
            <a:extLst xmlns:a="http://schemas.openxmlformats.org/drawingml/2006/main">
              <a:ext uri="{FF2B5EF4-FFF2-40B4-BE49-F238E27FC236}">
                <a16:creationId xmlns:a16="http://schemas.microsoft.com/office/drawing/2014/main" id="{DE1DBA81-C492-44A4-8F6A-7EC6B9ACA777}"/>
              </a:ext>
            </a:extLst>
          </p:cNvPr>
          <p:cNvSpPr>
            <a:spLocks xmlns:a="http://schemas.openxmlformats.org/drawingml/2006/main" noGrp="1"/>
          </p:cNvSpPr>
          <p:nvPr/>
        </p:nvSpPr>
        <p:spPr>
          <a:xfrm xmlns:a="http://schemas.openxmlformats.org/drawingml/2006/main">
            <a:off x="666750" y="3724275"/>
            <a:ext cx="542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대상 확인 질문에서 중단 · target_nodes.py:49</a:t>
            </a:r>
          </a:p>
        </p:txBody>
      </p:sp>
      <p:sp>
        <p:nvSpPr>
          <p:cNvPr id="9" name="">
            <a:extLst xmlns:a="http://schemas.openxmlformats.org/drawingml/2006/main">
              <a:ext uri="{FF2B5EF4-FFF2-40B4-BE49-F238E27FC236}">
                <a16:creationId xmlns:a16="http://schemas.microsoft.com/office/drawing/2014/main" id="{CA25860D-5587-4B1E-B3B4-F0736BA0F008}"/>
              </a:ext>
            </a:extLst>
          </p:cNvPr>
          <p:cNvSpPr>
            <a:spLocks xmlns:a="http://schemas.openxmlformats.org/drawingml/2006/main" noGrp="1"/>
          </p:cNvSpPr>
          <p:nvPr/>
        </p:nvSpPr>
        <p:spPr>
          <a:xfrm xmlns:a="http://schemas.openxmlformats.org/drawingml/2006/main">
            <a:off x="666750" y="4124325"/>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answer = interrupt({</a:t>
            </a:r>
          </a:p>
        </p:txBody>
      </p:sp>
      <p:sp>
        <p:nvSpPr>
          <p:cNvPr id="10" name="">
            <a:extLst xmlns:a="http://schemas.openxmlformats.org/drawingml/2006/main">
              <a:ext uri="{FF2B5EF4-FFF2-40B4-BE49-F238E27FC236}">
                <a16:creationId xmlns:a16="http://schemas.microsoft.com/office/drawing/2014/main" id="{DE3BB049-0099-4597-82F5-4035C938EAC5}"/>
              </a:ext>
            </a:extLst>
          </p:cNvPr>
          <p:cNvSpPr>
            <a:spLocks xmlns:a="http://schemas.openxmlformats.org/drawingml/2006/main" noGrp="1"/>
          </p:cNvSpPr>
          <p:nvPr/>
        </p:nvSpPr>
        <p:spPr>
          <a:xfrm xmlns:a="http://schemas.openxmlformats.org/drawingml/2006/main">
            <a:off x="666750" y="4476750"/>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"question": state["clarification_question"],</a:t>
            </a:r>
          </a:p>
        </p:txBody>
      </p:sp>
      <p:sp>
        <p:nvSpPr>
          <p:cNvPr id="11" name="">
            <a:extLst xmlns:a="http://schemas.openxmlformats.org/drawingml/2006/main">
              <a:ext uri="{FF2B5EF4-FFF2-40B4-BE49-F238E27FC236}">
                <a16:creationId xmlns:a16="http://schemas.microsoft.com/office/drawing/2014/main" id="{88581B86-59B8-4478-8D97-C3AA0617711C}"/>
              </a:ext>
            </a:extLst>
          </p:cNvPr>
          <p:cNvSpPr>
            <a:spLocks xmlns:a="http://schemas.openxmlformats.org/drawingml/2006/main" noGrp="1"/>
          </p:cNvSpPr>
          <p:nvPr/>
        </p:nvSpPr>
        <p:spPr>
          <a:xfrm xmlns:a="http://schemas.openxmlformats.org/drawingml/2006/main">
            <a:off x="666750" y="4829175"/>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"original_query": state["query"]})</a:t>
            </a:r>
          </a:p>
        </p:txBody>
      </p:sp>
      <p:sp>
        <p:nvSpPr>
          <p:cNvPr id="12" name="">
            <a:extLst xmlns:a="http://schemas.openxmlformats.org/drawingml/2006/main">
              <a:ext uri="{FF2B5EF4-FFF2-40B4-BE49-F238E27FC236}">
                <a16:creationId xmlns:a16="http://schemas.microsoft.com/office/drawing/2014/main" id="{F538D104-E869-49C8-B10A-CB82CD17D91A}"/>
              </a:ext>
            </a:extLst>
          </p:cNvPr>
          <p:cNvSpPr>
            <a:spLocks xmlns:a="http://schemas.openxmlformats.org/drawingml/2006/main" noGrp="1"/>
          </p:cNvSpPr>
          <p:nvPr/>
        </p:nvSpPr>
        <p:spPr>
          <a:xfrm xmlns:a="http://schemas.openxmlformats.org/drawingml/2006/main">
            <a:off x="666750" y="5181600"/>
            <a:ext cx="54673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return {"clarification_answer": str(answer).strip()}</a:t>
            </a:r>
          </a:p>
        </p:txBody>
      </p:sp>
      <p:sp>
        <p:nvSpPr>
          <p:cNvPr id="13" name="">
            <a:extLst xmlns:a="http://schemas.openxmlformats.org/drawingml/2006/main">
              <a:ext uri="{FF2B5EF4-FFF2-40B4-BE49-F238E27FC236}">
                <a16:creationId xmlns:a16="http://schemas.microsoft.com/office/drawing/2014/main" id="{655D9A8B-1525-4F2E-8BF9-5EC5C6C39CF2}"/>
              </a:ext>
            </a:extLst>
          </p:cNvPr>
          <p:cNvSpPr>
            <a:spLocks xmlns:a="http://schemas.openxmlformats.org/drawingml/2006/main" noGrp="1"/>
          </p:cNvSpPr>
          <p:nvPr/>
        </p:nvSpPr>
        <p:spPr>
          <a:xfrm xmlns:a="http://schemas.openxmlformats.org/drawingml/2006/main">
            <a:off x="6381750" y="143827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같은 thread_id로 재개 · server.py:160–170</a:t>
            </a:r>
          </a:p>
        </p:txBody>
      </p:sp>
      <p:sp>
        <p:nvSpPr>
          <p:cNvPr id="14" name="">
            <a:extLst xmlns:a="http://schemas.openxmlformats.org/drawingml/2006/main">
              <a:ext uri="{FF2B5EF4-FFF2-40B4-BE49-F238E27FC236}">
                <a16:creationId xmlns:a16="http://schemas.microsoft.com/office/drawing/2014/main" id="{54BF4933-0425-4557-BF90-7896769ACA4F}"/>
              </a:ext>
            </a:extLst>
          </p:cNvPr>
          <p:cNvSpPr>
            <a:spLocks xmlns:a="http://schemas.openxmlformats.org/drawingml/2006/main" noGrp="1"/>
          </p:cNvSpPr>
          <p:nvPr/>
        </p:nvSpPr>
        <p:spPr>
          <a:xfrm xmlns:a="http://schemas.openxmlformats.org/drawingml/2006/main">
            <a:off x="6381750" y="1847850"/>
            <a:ext cx="5095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config = {"configurable": {"thread_id": run_id}}</a:t>
            </a:r>
          </a:p>
        </p:txBody>
      </p:sp>
      <p:sp>
        <p:nvSpPr>
          <p:cNvPr id="15" name="">
            <a:extLst xmlns:a="http://schemas.openxmlformats.org/drawingml/2006/main">
              <a:ext uri="{FF2B5EF4-FFF2-40B4-BE49-F238E27FC236}">
                <a16:creationId xmlns:a16="http://schemas.microsoft.com/office/drawing/2014/main" id="{ADEFBCFE-0C80-4D33-8737-DDE41C66FE2D}"/>
              </a:ext>
            </a:extLst>
          </p:cNvPr>
          <p:cNvSpPr>
            <a:spLocks xmlns:a="http://schemas.openxmlformats.org/drawingml/2006/main" noGrp="1"/>
          </p:cNvSpPr>
          <p:nvPr/>
        </p:nvSpPr>
        <p:spPr>
          <a:xfrm xmlns:a="http://schemas.openxmlformats.org/drawingml/2006/main">
            <a:off x="6381750" y="2276475"/>
            <a:ext cx="50958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Command(resume=message)</a:t>
            </a:r>
          </a:p>
        </p:txBody>
      </p:sp>
      <p:sp>
        <p:nvSpPr>
          <p:cNvPr id="16" name="">
            <a:extLst xmlns:a="http://schemas.openxmlformats.org/drawingml/2006/main">
              <a:ext uri="{FF2B5EF4-FFF2-40B4-BE49-F238E27FC236}">
                <a16:creationId xmlns:a16="http://schemas.microsoft.com/office/drawing/2014/main" id="{9BBBCAE0-DCE2-4894-BB77-9160CFF8C38A}"/>
              </a:ext>
            </a:extLst>
          </p:cNvPr>
          <p:cNvSpPr>
            <a:spLocks xmlns:a="http://schemas.openxmlformats.org/drawingml/2006/main" noGrp="1"/>
          </p:cNvSpPr>
          <p:nvPr/>
        </p:nvSpPr>
        <p:spPr>
          <a:xfrm xmlns:a="http://schemas.openxmlformats.org/drawingml/2006/main">
            <a:off x="6381750" y="372427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④ 답변을 다시 Registry로 확인 · graph.py:258</a:t>
            </a:r>
          </a:p>
        </p:txBody>
      </p:sp>
      <p:sp>
        <p:nvSpPr>
          <p:cNvPr id="17" name="">
            <a:extLst xmlns:a="http://schemas.openxmlformats.org/drawingml/2006/main">
              <a:ext uri="{FF2B5EF4-FFF2-40B4-BE49-F238E27FC236}">
                <a16:creationId xmlns:a16="http://schemas.microsoft.com/office/drawing/2014/main" id="{F421DC57-D40B-4104-8882-0D578B815FFD}"/>
              </a:ext>
            </a:extLst>
          </p:cNvPr>
          <p:cNvSpPr>
            <a:spLocks xmlns:a="http://schemas.openxmlformats.org/drawingml/2006/main" noGrp="1"/>
          </p:cNvSpPr>
          <p:nvPr/>
        </p:nvSpPr>
        <p:spPr>
          <a:xfrm xmlns:a="http://schemas.openxmlformats.org/drawingml/2006/main">
            <a:off x="6381750" y="41243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g.add_edge("clarify_target", "resolve_target")</a:t>
            </a:r>
          </a:p>
        </p:txBody>
      </p:sp>
      <p:sp>
        <p:nvSpPr>
          <p:cNvPr id="18" name="">
            <a:extLst xmlns:a="http://schemas.openxmlformats.org/drawingml/2006/main">
              <a:ext uri="{FF2B5EF4-FFF2-40B4-BE49-F238E27FC236}">
                <a16:creationId xmlns:a16="http://schemas.microsoft.com/office/drawing/2014/main" id="{2266A30A-E417-47D7-8A82-017A1DB7E4F6}"/>
              </a:ext>
            </a:extLst>
          </p:cNvPr>
          <p:cNvSpPr>
            <a:spLocks xmlns:a="http://schemas.openxmlformats.org/drawingml/2006/main" noGrp="1"/>
          </p:cNvSpPr>
          <p:nvPr/>
        </p:nvSpPr>
        <p:spPr>
          <a:xfrm xmlns:a="http://schemas.openxmlformats.org/drawingml/2006/main">
            <a:off x="6381750" y="448627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query=state.get("clarification_answer")</a:t>
            </a:r>
          </a:p>
        </p:txBody>
      </p:sp>
      <p:sp>
        <p:nvSpPr>
          <p:cNvPr id="19" name="">
            <a:extLst xmlns:a="http://schemas.openxmlformats.org/drawingml/2006/main">
              <a:ext uri="{FF2B5EF4-FFF2-40B4-BE49-F238E27FC236}">
                <a16:creationId xmlns:a16="http://schemas.microsoft.com/office/drawing/2014/main" id="{98C5231D-4915-41EA-AF9B-A2A9A460C094}"/>
              </a:ext>
            </a:extLst>
          </p:cNvPr>
          <p:cNvSpPr>
            <a:spLocks xmlns:a="http://schemas.openxmlformats.org/drawingml/2006/main" noGrp="1"/>
          </p:cNvSpPr>
          <p:nvPr/>
        </p:nvSpPr>
        <p:spPr>
          <a:xfrm xmlns:a="http://schemas.openxmlformats.org/drawingml/2006/main">
            <a:off x="6381750" y="48482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or state["query"]</a:t>
            </a:r>
          </a:p>
        </p:txBody>
      </p:sp>
      <p:sp>
        <p:nvSpPr>
          <p:cNvPr id="20" name="">
            <a:extLst xmlns:a="http://schemas.openxmlformats.org/drawingml/2006/main">
              <a:ext uri="{FF2B5EF4-FFF2-40B4-BE49-F238E27FC236}">
                <a16:creationId xmlns:a16="http://schemas.microsoft.com/office/drawing/2014/main" id="{EDE4D8CC-F1AF-4A01-AA9A-9321FFE3D9E0}"/>
              </a:ext>
            </a:extLst>
          </p:cNvPr>
          <p:cNvSpPr>
            <a:spLocks xmlns:a="http://schemas.openxmlformats.org/drawingml/2006/main" noGrp="1"/>
          </p:cNvSpPr>
          <p:nvPr/>
        </p:nvSpPr>
        <p:spPr>
          <a:xfrm xmlns:a="http://schemas.openxmlformats.org/drawingml/2006/main">
            <a:off x="685800" y="5962650"/>
            <a:ext cx="10715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interrupt() 시점에 저장·중단 → 같은 thread_id로 재개 → 확인 후 plan 진행</a:t>
            </a:r>
          </a:p>
        </p:txBody>
      </p:sp>
      <p:sp>
        <p:nvSpPr>
          <p:cNvPr id="21" name="">
            <a:extLst xmlns:a="http://schemas.openxmlformats.org/drawingml/2006/main">
              <a:ext uri="{FF2B5EF4-FFF2-40B4-BE49-F238E27FC236}">
                <a16:creationId xmlns:a16="http://schemas.microsoft.com/office/drawing/2014/main" id="{309445F6-E30A-44F7-AF4E-398FB26B0FF1}"/>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01 · 조사 대상 확인</a:t>
            </a:r>
          </a:p>
        </p:txBody>
      </p:sp>
    </p:spTree>
    <p:extLst>
      <p:ext uri="{BB962C8B-B14F-4D97-AF65-F5344CB8AC3E}">
        <p14:creationId xmlns:p14="http://schemas.microsoft.com/office/powerpoint/2010/main" val="2024054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358369A-AD80-4B4B-ABF8-A8985766B3D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서버가 제공하는 세 가지</a:t>
            </a:r>
          </a:p>
        </p:txBody>
      </p:sp>
      <p:sp>
        <p:nvSpPr>
          <p:cNvPr id="2" name="">
            <a:extLst xmlns:a="http://schemas.openxmlformats.org/drawingml/2006/main">
              <a:ext uri="{FF2B5EF4-FFF2-40B4-BE49-F238E27FC236}">
                <a16:creationId xmlns:a16="http://schemas.microsoft.com/office/drawing/2014/main" id="{9F330FF4-EAD4-435C-9F11-4AB9FA8FC6A2}"/>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06  G096 정다운</a:t>
            </a:r>
          </a:p>
        </p:txBody>
      </p:sp>
      <p:sp>
        <p:nvSpPr>
          <p:cNvPr id="3" name="">
            <a:extLst xmlns:a="http://schemas.openxmlformats.org/drawingml/2006/main">
              <a:ext uri="{FF2B5EF4-FFF2-40B4-BE49-F238E27FC236}">
                <a16:creationId xmlns:a16="http://schemas.microsoft.com/office/drawing/2014/main" id="{012ACF9C-4B85-4819-B5CF-7760DD27DAC6}"/>
              </a:ext>
            </a:extLst>
          </p:cNvPr>
          <p:cNvSpPr>
            <a:spLocks xmlns:a="http://schemas.openxmlformats.org/drawingml/2006/main" noGrp="1"/>
          </p:cNvSpPr>
          <p:nvPr/>
        </p:nvSpPr>
        <p:spPr>
          <a:xfrm xmlns:a="http://schemas.openxmlformats.org/drawingml/2006/main">
            <a:off x="66675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Prompt</a:t>
            </a:r>
          </a:p>
        </p:txBody>
      </p:sp>
      <p:sp>
        <p:nvSpPr>
          <p:cNvPr id="4" name="">
            <a:extLst xmlns:a="http://schemas.openxmlformats.org/drawingml/2006/main">
              <a:ext uri="{FF2B5EF4-FFF2-40B4-BE49-F238E27FC236}">
                <a16:creationId xmlns:a16="http://schemas.microsoft.com/office/drawing/2014/main" id="{F372FC46-FB5E-412B-AD30-DE7ABDA96BC5}"/>
              </a:ext>
            </a:extLst>
          </p:cNvPr>
          <p:cNvSpPr>
            <a:spLocks xmlns:a="http://schemas.openxmlformats.org/drawingml/2006/main" noGrp="1"/>
          </p:cNvSpPr>
          <p:nvPr/>
        </p:nvSpPr>
        <p:spPr>
          <a:xfrm xmlns:a="http://schemas.openxmlformats.org/drawingml/2006/main">
            <a:off x="66675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@mcp.prompt()</a:t>
            </a:r>
          </a:p>
        </p:txBody>
      </p:sp>
      <p:sp>
        <p:nvSpPr>
          <p:cNvPr id="5" name="">
            <a:extLst xmlns:a="http://schemas.openxmlformats.org/drawingml/2006/main">
              <a:ext uri="{FF2B5EF4-FFF2-40B4-BE49-F238E27FC236}">
                <a16:creationId xmlns:a16="http://schemas.microsoft.com/office/drawing/2014/main" id="{E8A8C432-987D-4083-A9FA-11CD5E3F904D}"/>
              </a:ext>
            </a:extLst>
          </p:cNvPr>
          <p:cNvSpPr>
            <a:spLocks xmlns:a="http://schemas.openxmlformats.org/drawingml/2006/main" noGrp="1"/>
          </p:cNvSpPr>
          <p:nvPr/>
        </p:nvSpPr>
        <p:spPr>
          <a:xfrm xmlns:a="http://schemas.openxmlformats.org/drawingml/2006/main">
            <a:off x="66675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incident_analysis_prompt(</a:t>
            </a:r>
          </a:p>
        </p:txBody>
      </p:sp>
      <p:sp>
        <p:nvSpPr>
          <p:cNvPr id="6" name="">
            <a:extLst xmlns:a="http://schemas.openxmlformats.org/drawingml/2006/main">
              <a:ext uri="{FF2B5EF4-FFF2-40B4-BE49-F238E27FC236}">
                <a16:creationId xmlns:a16="http://schemas.microsoft.com/office/drawing/2014/main" id="{3897A021-17DD-407E-B966-518DC50652E0}"/>
              </a:ext>
            </a:extLst>
          </p:cNvPr>
          <p:cNvSpPr>
            <a:spLocks xmlns:a="http://schemas.openxmlformats.org/drawingml/2006/main" noGrp="1"/>
          </p:cNvSpPr>
          <p:nvPr/>
        </p:nvSpPr>
        <p:spPr>
          <a:xfrm xmlns:a="http://schemas.openxmlformats.org/drawingml/2006/main">
            <a:off x="66675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symptom):</a:t>
            </a:r>
          </a:p>
        </p:txBody>
      </p:sp>
      <p:sp>
        <p:nvSpPr>
          <p:cNvPr id="7" name="">
            <a:extLst xmlns:a="http://schemas.openxmlformats.org/drawingml/2006/main">
              <a:ext uri="{FF2B5EF4-FFF2-40B4-BE49-F238E27FC236}">
                <a16:creationId xmlns:a16="http://schemas.microsoft.com/office/drawing/2014/main" id="{39218E45-72ED-4E71-9E88-61FC764C474A}"/>
              </a:ext>
            </a:extLst>
          </p:cNvPr>
          <p:cNvSpPr>
            <a:spLocks xmlns:a="http://schemas.openxmlformats.org/drawingml/2006/main" noGrp="1"/>
          </p:cNvSpPr>
          <p:nvPr/>
        </p:nvSpPr>
        <p:spPr>
          <a:xfrm xmlns:a="http://schemas.openxmlformats.org/drawingml/2006/main">
            <a:off x="66675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표준 진단 순서 반환</a:t>
            </a:r>
          </a:p>
        </p:txBody>
      </p:sp>
      <p:sp>
        <p:nvSpPr>
          <p:cNvPr id="8" name="">
            <a:extLst xmlns:a="http://schemas.openxmlformats.org/drawingml/2006/main">
              <a:ext uri="{FF2B5EF4-FFF2-40B4-BE49-F238E27FC236}">
                <a16:creationId xmlns:a16="http://schemas.microsoft.com/office/drawing/2014/main" id="{04513F26-CC4D-43D9-A150-96767C823670}"/>
              </a:ext>
            </a:extLst>
          </p:cNvPr>
          <p:cNvSpPr>
            <a:spLocks xmlns:a="http://schemas.openxmlformats.org/drawingml/2006/main" noGrp="1"/>
          </p:cNvSpPr>
          <p:nvPr/>
        </p:nvSpPr>
        <p:spPr>
          <a:xfrm xmlns:a="http://schemas.openxmlformats.org/drawingml/2006/main">
            <a:off x="449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Tool</a:t>
            </a:r>
          </a:p>
        </p:txBody>
      </p:sp>
      <p:sp>
        <p:nvSpPr>
          <p:cNvPr id="9" name="">
            <a:extLst xmlns:a="http://schemas.openxmlformats.org/drawingml/2006/main">
              <a:ext uri="{FF2B5EF4-FFF2-40B4-BE49-F238E27FC236}">
                <a16:creationId xmlns:a16="http://schemas.microsoft.com/office/drawing/2014/main" id="{B8305380-1F4A-4A45-BD5F-52B67A2CEABA}"/>
              </a:ext>
            </a:extLst>
          </p:cNvPr>
          <p:cNvSpPr>
            <a:spLocks xmlns:a="http://schemas.openxmlformats.org/drawingml/2006/main" noGrp="1"/>
          </p:cNvSpPr>
          <p:nvPr/>
        </p:nvSpPr>
        <p:spPr>
          <a:xfrm xmlns:a="http://schemas.openxmlformats.org/drawingml/2006/main">
            <a:off x="449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@mcp.tool()</a:t>
            </a:r>
          </a:p>
        </p:txBody>
      </p:sp>
      <p:sp>
        <p:nvSpPr>
          <p:cNvPr id="10" name="">
            <a:extLst xmlns:a="http://schemas.openxmlformats.org/drawingml/2006/main">
              <a:ext uri="{FF2B5EF4-FFF2-40B4-BE49-F238E27FC236}">
                <a16:creationId xmlns:a16="http://schemas.microsoft.com/office/drawing/2014/main" id="{BF1FCC4E-F2F6-413B-93F2-B74C394A5418}"/>
              </a:ext>
            </a:extLst>
          </p:cNvPr>
          <p:cNvSpPr>
            <a:spLocks xmlns:a="http://schemas.openxmlformats.org/drawingml/2006/main" noGrp="1"/>
          </p:cNvSpPr>
          <p:nvPr/>
        </p:nvSpPr>
        <p:spPr>
          <a:xfrm xmlns:a="http://schemas.openxmlformats.org/drawingml/2006/main">
            <a:off x="449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def get_monitoring_status(</a:t>
            </a:r>
          </a:p>
        </p:txBody>
      </p:sp>
      <p:sp>
        <p:nvSpPr>
          <p:cNvPr id="11" name="">
            <a:extLst xmlns:a="http://schemas.openxmlformats.org/drawingml/2006/main">
              <a:ext uri="{FF2B5EF4-FFF2-40B4-BE49-F238E27FC236}">
                <a16:creationId xmlns:a16="http://schemas.microsoft.com/office/drawing/2014/main" id="{D823F06E-2DF5-4287-85F0-2C2CFCA655E0}"/>
              </a:ext>
            </a:extLst>
          </p:cNvPr>
          <p:cNvSpPr>
            <a:spLocks xmlns:a="http://schemas.openxmlformats.org/drawingml/2006/main" noGrp="1"/>
          </p:cNvSpPr>
          <p:nvPr/>
        </p:nvSpPr>
        <p:spPr>
          <a:xfrm xmlns:a="http://schemas.openxmlformats.org/drawingml/2006/main">
            <a:off x="449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a:t>
            </a:r>
          </a:p>
        </p:txBody>
      </p:sp>
      <p:sp>
        <p:nvSpPr>
          <p:cNvPr id="12" name="">
            <a:extLst xmlns:a="http://schemas.openxmlformats.org/drawingml/2006/main">
              <a:ext uri="{FF2B5EF4-FFF2-40B4-BE49-F238E27FC236}">
                <a16:creationId xmlns:a16="http://schemas.microsoft.com/office/drawing/2014/main" id="{728E9938-9007-4366-8A70-89042DF68509}"/>
              </a:ext>
            </a:extLst>
          </p:cNvPr>
          <p:cNvSpPr>
            <a:spLocks xmlns:a="http://schemas.openxmlformats.org/drawingml/2006/main" noGrp="1"/>
          </p:cNvSpPr>
          <p:nvPr/>
        </p:nvSpPr>
        <p:spPr>
          <a:xfrm xmlns:a="http://schemas.openxmlformats.org/drawingml/2006/main">
            <a:off x="449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상태·CPU·알림 반환</a:t>
            </a:r>
          </a:p>
        </p:txBody>
      </p:sp>
      <p:sp>
        <p:nvSpPr>
          <p:cNvPr id="13" name="">
            <a:extLst xmlns:a="http://schemas.openxmlformats.org/drawingml/2006/main">
              <a:ext uri="{FF2B5EF4-FFF2-40B4-BE49-F238E27FC236}">
                <a16:creationId xmlns:a16="http://schemas.microsoft.com/office/drawing/2014/main" id="{A28AFD60-B2E4-470D-AEE9-FA82EF681B0C}"/>
              </a:ext>
            </a:extLst>
          </p:cNvPr>
          <p:cNvSpPr>
            <a:spLocks xmlns:a="http://schemas.openxmlformats.org/drawingml/2006/main" noGrp="1"/>
          </p:cNvSpPr>
          <p:nvPr/>
        </p:nvSpPr>
        <p:spPr>
          <a:xfrm xmlns:a="http://schemas.openxmlformats.org/drawingml/2006/main">
            <a:off x="8305800" y="1562100"/>
            <a:ext cx="3143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B4232D"/>
                </a:solidFill>
                <a:latin typeface="Apple SD Gothic Neo"/>
                <a:ea typeface="Apple SD Gothic Neo"/>
                <a:cs typeface="Apple SD Gothic Neo"/>
              </a:defRPr>
            </a:defPPr>
            <a:lvl1pPr algn="l">
              <a:defRPr sz="2700" b="1">
                <a:solidFill>
                  <a:srgbClr val="B4232D"/>
                </a:solidFill>
                <a:latin typeface="Apple SD Gothic Neo"/>
                <a:ea typeface="Apple SD Gothic Neo"/>
                <a:cs typeface="Apple SD Gothic Neo"/>
              </a:defRPr>
            </a:lvl1pPr>
            <a:lvl2pPr algn="l">
              <a:defRPr sz="2700" b="1">
                <a:solidFill>
                  <a:srgbClr val="B4232D"/>
                </a:solidFill>
                <a:latin typeface="Apple SD Gothic Neo"/>
                <a:ea typeface="Apple SD Gothic Neo"/>
                <a:cs typeface="Apple SD Gothic Neo"/>
              </a:defRPr>
            </a:lvl2pPr>
            <a:lvl3pPr algn="l">
              <a:defRPr sz="2700" b="1">
                <a:solidFill>
                  <a:srgbClr val="B4232D"/>
                </a:solidFill>
                <a:latin typeface="Apple SD Gothic Neo"/>
                <a:ea typeface="Apple SD Gothic Neo"/>
                <a:cs typeface="Apple SD Gothic Neo"/>
              </a:defRPr>
            </a:lvl3pPr>
            <a:lvl4pPr algn="l">
              <a:defRPr sz="2700" b="1">
                <a:solidFill>
                  <a:srgbClr val="B4232D"/>
                </a:solidFill>
                <a:latin typeface="Apple SD Gothic Neo"/>
                <a:ea typeface="Apple SD Gothic Neo"/>
                <a:cs typeface="Apple SD Gothic Neo"/>
              </a:defRPr>
            </a:lvl4pPr>
            <a:lvl5pPr algn="l">
              <a:defRPr sz="2700" b="1">
                <a:solidFill>
                  <a:srgbClr val="B4232D"/>
                </a:solidFill>
                <a:latin typeface="Apple SD Gothic Neo"/>
                <a:ea typeface="Apple SD Gothic Neo"/>
                <a:cs typeface="Apple SD Gothic Neo"/>
              </a:defRPr>
            </a:lvl5pPr>
            <a:lvl6pPr algn="l">
              <a:defRPr sz="2700" b="1">
                <a:solidFill>
                  <a:srgbClr val="B4232D"/>
                </a:solidFill>
                <a:latin typeface="Apple SD Gothic Neo"/>
                <a:ea typeface="Apple SD Gothic Neo"/>
                <a:cs typeface="Apple SD Gothic Neo"/>
              </a:defRPr>
            </a:lvl6pPr>
            <a:lvl7pPr algn="l">
              <a:defRPr sz="2700" b="1">
                <a:solidFill>
                  <a:srgbClr val="B4232D"/>
                </a:solidFill>
                <a:latin typeface="Apple SD Gothic Neo"/>
                <a:ea typeface="Apple SD Gothic Neo"/>
                <a:cs typeface="Apple SD Gothic Neo"/>
              </a:defRPr>
            </a:lvl7pPr>
            <a:lvl8pPr algn="l">
              <a:defRPr sz="2700" b="1">
                <a:solidFill>
                  <a:srgbClr val="B4232D"/>
                </a:solidFill>
                <a:latin typeface="Apple SD Gothic Neo"/>
                <a:ea typeface="Apple SD Gothic Neo"/>
                <a:cs typeface="Apple SD Gothic Neo"/>
              </a:defRPr>
            </a:lvl8pPr>
            <a:lvl9pPr algn="l">
              <a:defRPr sz="2700" b="1">
                <a:solidFill>
                  <a:srgbClr val="B4232D"/>
                </a:solidFill>
                <a:latin typeface="Apple SD Gothic Neo"/>
                <a:ea typeface="Apple SD Gothic Neo"/>
                <a:cs typeface="Apple SD Gothic Neo"/>
              </a:defRPr>
            </a:lvl9pPr>
          </a:lstStyle>
          <a:p xmlns:a="http://schemas.openxmlformats.org/drawingml/2006/main">
            <a:pPr algn="l">
              <a:defRPr sz="2700" b="1">
                <a:solidFill>
                  <a:srgbClr val="B4232D"/>
                </a:solidFill>
                <a:latin typeface="Apple SD Gothic Neo"/>
                <a:ea typeface="Apple SD Gothic Neo"/>
                <a:cs typeface="Apple SD Gothic Neo"/>
              </a:defRPr>
            </a:pPr>
            <a:r>
              <a:rPr sz="2700" b="1">
                <a:solidFill>
                  <a:srgbClr val="B4232D"/>
                </a:solidFill>
                <a:latin typeface="Apple SD Gothic Neo"/>
                <a:ea typeface="Apple SD Gothic Neo"/>
                <a:cs typeface="Apple SD Gothic Neo"/>
              </a:rPr>
              <a:t>Resource</a:t>
            </a:r>
          </a:p>
        </p:txBody>
      </p:sp>
      <p:sp>
        <p:nvSpPr>
          <p:cNvPr id="14" name="">
            <a:extLst xmlns:a="http://schemas.openxmlformats.org/drawingml/2006/main">
              <a:ext uri="{FF2B5EF4-FFF2-40B4-BE49-F238E27FC236}">
                <a16:creationId xmlns:a16="http://schemas.microsoft.com/office/drawing/2014/main" id="{E61B1189-0B4B-4290-86B3-467EB747EB73}"/>
              </a:ext>
            </a:extLst>
          </p:cNvPr>
          <p:cNvSpPr>
            <a:spLocks xmlns:a="http://schemas.openxmlformats.org/drawingml/2006/main" noGrp="1"/>
          </p:cNvSpPr>
          <p:nvPr/>
        </p:nvSpPr>
        <p:spPr>
          <a:xfrm xmlns:a="http://schemas.openxmlformats.org/drawingml/2006/main">
            <a:off x="8305800" y="238125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@mcp.resource(</a:t>
            </a:r>
          </a:p>
        </p:txBody>
      </p:sp>
      <p:sp>
        <p:nvSpPr>
          <p:cNvPr id="15" name="">
            <a:extLst xmlns:a="http://schemas.openxmlformats.org/drawingml/2006/main">
              <a:ext uri="{FF2B5EF4-FFF2-40B4-BE49-F238E27FC236}">
                <a16:creationId xmlns:a16="http://schemas.microsoft.com/office/drawing/2014/main" id="{0B5B9169-847E-4D90-A76E-B8F62CAC854F}"/>
              </a:ext>
            </a:extLst>
          </p:cNvPr>
          <p:cNvSpPr>
            <a:spLocks xmlns:a="http://schemas.openxmlformats.org/drawingml/2006/main" noGrp="1"/>
          </p:cNvSpPr>
          <p:nvPr/>
        </p:nvSpPr>
        <p:spPr>
          <a:xfrm xmlns:a="http://schemas.openxmlformats.org/drawingml/2006/main">
            <a:off x="8305800" y="2790825"/>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"runbook://incident-"</a:t>
            </a:r>
          </a:p>
        </p:txBody>
      </p:sp>
      <p:sp>
        <p:nvSpPr>
          <p:cNvPr id="16" name="">
            <a:extLst xmlns:a="http://schemas.openxmlformats.org/drawingml/2006/main">
              <a:ext uri="{FF2B5EF4-FFF2-40B4-BE49-F238E27FC236}">
                <a16:creationId xmlns:a16="http://schemas.microsoft.com/office/drawing/2014/main" id="{3BDC6BDA-DA88-48B7-97A5-0749ADE4E6BB}"/>
              </a:ext>
            </a:extLst>
          </p:cNvPr>
          <p:cNvSpPr>
            <a:spLocks xmlns:a="http://schemas.openxmlformats.org/drawingml/2006/main" noGrp="1"/>
          </p:cNvSpPr>
          <p:nvPr/>
        </p:nvSpPr>
        <p:spPr>
          <a:xfrm xmlns:a="http://schemas.openxmlformats.org/drawingml/2006/main">
            <a:off x="8305800" y="3200400"/>
            <a:ext cx="3429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"response/{incident_type}")</a:t>
            </a:r>
          </a:p>
        </p:txBody>
      </p:sp>
      <p:sp>
        <p:nvSpPr>
          <p:cNvPr id="17" name="">
            <a:extLst xmlns:a="http://schemas.openxmlformats.org/drawingml/2006/main">
              <a:ext uri="{FF2B5EF4-FFF2-40B4-BE49-F238E27FC236}">
                <a16:creationId xmlns:a16="http://schemas.microsoft.com/office/drawing/2014/main" id="{A0445F4B-10B6-49DF-8E7B-D2E5EFE653A4}"/>
              </a:ext>
            </a:extLst>
          </p:cNvPr>
          <p:cNvSpPr>
            <a:spLocks xmlns:a="http://schemas.openxmlformats.org/drawingml/2006/main" noGrp="1"/>
          </p:cNvSpPr>
          <p:nvPr/>
        </p:nvSpPr>
        <p:spPr>
          <a:xfrm xmlns:a="http://schemas.openxmlformats.org/drawingml/2006/main">
            <a:off x="8305800" y="428625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Runbook .md 원문 반환</a:t>
            </a:r>
          </a:p>
        </p:txBody>
      </p:sp>
      <p:sp>
        <p:nvSpPr>
          <p:cNvPr id="18" name="">
            <a:extLst xmlns:a="http://schemas.openxmlformats.org/drawingml/2006/main">
              <a:ext uri="{FF2B5EF4-FFF2-40B4-BE49-F238E27FC236}">
                <a16:creationId xmlns:a16="http://schemas.microsoft.com/office/drawing/2014/main" id="{538155F6-E297-4373-ABFF-AAF2875D728A}"/>
              </a:ext>
            </a:extLst>
          </p:cNvPr>
          <p:cNvSpPr>
            <a:spLocks xmlns:a="http://schemas.openxmlformats.org/drawingml/2006/main" noGrp="1"/>
          </p:cNvSpPr>
          <p:nvPr/>
        </p:nvSpPr>
        <p:spPr>
          <a:xfrm xmlns:a="http://schemas.openxmlformats.org/drawingml/2006/main">
            <a:off x="66675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plan이 사용</a:t>
            </a:r>
          </a:p>
        </p:txBody>
      </p:sp>
      <p:sp>
        <p:nvSpPr>
          <p:cNvPr id="19" name="">
            <a:extLst xmlns:a="http://schemas.openxmlformats.org/drawingml/2006/main">
              <a:ext uri="{FF2B5EF4-FFF2-40B4-BE49-F238E27FC236}">
                <a16:creationId xmlns:a16="http://schemas.microsoft.com/office/drawing/2014/main" id="{E80F23C6-2A14-46F4-AEDA-8CF0F502CA48}"/>
              </a:ext>
            </a:extLst>
          </p:cNvPr>
          <p:cNvSpPr>
            <a:spLocks xmlns:a="http://schemas.openxmlformats.org/drawingml/2006/main" noGrp="1"/>
          </p:cNvSpPr>
          <p:nvPr/>
        </p:nvSpPr>
        <p:spPr>
          <a:xfrm xmlns:a="http://schemas.openxmlformats.org/drawingml/2006/main">
            <a:off x="449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0" name="">
            <a:extLst xmlns:a="http://schemas.openxmlformats.org/drawingml/2006/main">
              <a:ext uri="{FF2B5EF4-FFF2-40B4-BE49-F238E27FC236}">
                <a16:creationId xmlns:a16="http://schemas.microsoft.com/office/drawing/2014/main" id="{30C89F5E-C95E-49AC-A307-AA4B830CC9BE}"/>
              </a:ext>
            </a:extLst>
          </p:cNvPr>
          <p:cNvSpPr>
            <a:spLocks xmlns:a="http://schemas.openxmlformats.org/drawingml/2006/main" noGrp="1"/>
          </p:cNvSpPr>
          <p:nvPr/>
        </p:nvSpPr>
        <p:spPr>
          <a:xfrm xmlns:a="http://schemas.openxmlformats.org/drawingml/2006/main">
            <a:off x="8305800" y="4953000"/>
            <a:ext cx="32861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26A73"/>
                </a:solidFill>
                <a:latin typeface="Apple SD Gothic Neo"/>
                <a:ea typeface="Apple SD Gothic Neo"/>
                <a:cs typeface="Apple SD Gothic Neo"/>
              </a:defRPr>
            </a:defPPr>
            <a:lvl1pPr algn="l">
              <a:defRPr sz="1650" b="0">
                <a:solidFill>
                  <a:srgbClr val="626A73"/>
                </a:solidFill>
                <a:latin typeface="Apple SD Gothic Neo"/>
                <a:ea typeface="Apple SD Gothic Neo"/>
                <a:cs typeface="Apple SD Gothic Neo"/>
              </a:defRPr>
            </a:lvl1pPr>
            <a:lvl2pPr algn="l">
              <a:defRPr sz="1650" b="0">
                <a:solidFill>
                  <a:srgbClr val="626A73"/>
                </a:solidFill>
                <a:latin typeface="Apple SD Gothic Neo"/>
                <a:ea typeface="Apple SD Gothic Neo"/>
                <a:cs typeface="Apple SD Gothic Neo"/>
              </a:defRPr>
            </a:lvl2pPr>
            <a:lvl3pPr algn="l">
              <a:defRPr sz="1650" b="0">
                <a:solidFill>
                  <a:srgbClr val="626A73"/>
                </a:solidFill>
                <a:latin typeface="Apple SD Gothic Neo"/>
                <a:ea typeface="Apple SD Gothic Neo"/>
                <a:cs typeface="Apple SD Gothic Neo"/>
              </a:defRPr>
            </a:lvl3pPr>
            <a:lvl4pPr algn="l">
              <a:defRPr sz="1650" b="0">
                <a:solidFill>
                  <a:srgbClr val="626A73"/>
                </a:solidFill>
                <a:latin typeface="Apple SD Gothic Neo"/>
                <a:ea typeface="Apple SD Gothic Neo"/>
                <a:cs typeface="Apple SD Gothic Neo"/>
              </a:defRPr>
            </a:lvl4pPr>
            <a:lvl5pPr algn="l">
              <a:defRPr sz="1650" b="0">
                <a:solidFill>
                  <a:srgbClr val="626A73"/>
                </a:solidFill>
                <a:latin typeface="Apple SD Gothic Neo"/>
                <a:ea typeface="Apple SD Gothic Neo"/>
                <a:cs typeface="Apple SD Gothic Neo"/>
              </a:defRPr>
            </a:lvl5pPr>
            <a:lvl6pPr algn="l">
              <a:defRPr sz="1650" b="0">
                <a:solidFill>
                  <a:srgbClr val="626A73"/>
                </a:solidFill>
                <a:latin typeface="Apple SD Gothic Neo"/>
                <a:ea typeface="Apple SD Gothic Neo"/>
                <a:cs typeface="Apple SD Gothic Neo"/>
              </a:defRPr>
            </a:lvl6pPr>
            <a:lvl7pPr algn="l">
              <a:defRPr sz="1650" b="0">
                <a:solidFill>
                  <a:srgbClr val="626A73"/>
                </a:solidFill>
                <a:latin typeface="Apple SD Gothic Neo"/>
                <a:ea typeface="Apple SD Gothic Neo"/>
                <a:cs typeface="Apple SD Gothic Neo"/>
              </a:defRPr>
            </a:lvl7pPr>
            <a:lvl8pPr algn="l">
              <a:defRPr sz="1650" b="0">
                <a:solidFill>
                  <a:srgbClr val="626A73"/>
                </a:solidFill>
                <a:latin typeface="Apple SD Gothic Neo"/>
                <a:ea typeface="Apple SD Gothic Neo"/>
                <a:cs typeface="Apple SD Gothic Neo"/>
              </a:defRPr>
            </a:lvl8pPr>
            <a:lvl9pPr algn="l">
              <a:defRPr sz="1650" b="0">
                <a:solidFill>
                  <a:srgbClr val="626A73"/>
                </a:solidFill>
                <a:latin typeface="Apple SD Gothic Neo"/>
                <a:ea typeface="Apple SD Gothic Neo"/>
                <a:cs typeface="Apple SD Gothic Neo"/>
              </a:defRPr>
            </a:lvl9pPr>
          </a:lstStyle>
          <a:p xmlns:a="http://schemas.openxmlformats.org/drawingml/2006/main">
            <a:pPr algn="l">
              <a:defRPr sz="1650" b="0">
                <a:solidFill>
                  <a:srgbClr val="626A73"/>
                </a:solidFill>
                <a:latin typeface="Apple SD Gothic Neo"/>
                <a:ea typeface="Apple SD Gothic Neo"/>
                <a:cs typeface="Apple SD Gothic Neo"/>
              </a:defRPr>
            </a:pPr>
            <a:r>
              <a:rPr sz="1650" b="0">
                <a:solidFill>
                  <a:srgbClr val="626A73"/>
                </a:solidFill>
                <a:latin typeface="Apple SD Gothic Neo"/>
                <a:ea typeface="Apple SD Gothic Neo"/>
                <a:cs typeface="Apple SD Gothic Neo"/>
              </a:rPr>
              <a:t>research가 사용</a:t>
            </a:r>
          </a:p>
        </p:txBody>
      </p:sp>
      <p:sp>
        <p:nvSpPr>
          <p:cNvPr id="21" name="">
            <a:extLst xmlns:a="http://schemas.openxmlformats.org/drawingml/2006/main">
              <a:ext uri="{FF2B5EF4-FFF2-40B4-BE49-F238E27FC236}">
                <a16:creationId xmlns:a16="http://schemas.microsoft.com/office/drawing/2014/main" id="{A856D8B7-4766-4208-AE55-D81E35F3E7EE}"/>
              </a:ext>
            </a:extLst>
          </p:cNvPr>
          <p:cNvSpPr>
            <a:spLocks xmlns:a="http://schemas.openxmlformats.org/drawingml/2006/main" noGrp="1"/>
          </p:cNvSpPr>
          <p:nvPr/>
        </p:nvSpPr>
        <p:spPr>
          <a:xfrm xmlns:a="http://schemas.openxmlformats.org/drawingml/2006/main">
            <a:off x="685800" y="5686425"/>
            <a:ext cx="10810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Tool은 monitoring.json · Resource는 data/runbooks/*.md를 읽음</a:t>
            </a:r>
          </a:p>
        </p:txBody>
      </p:sp>
      <p:sp>
        <p:nvSpPr>
          <p:cNvPr id="22" name="">
            <a:extLst xmlns:a="http://schemas.openxmlformats.org/drawingml/2006/main">
              <a:ext uri="{FF2B5EF4-FFF2-40B4-BE49-F238E27FC236}">
                <a16:creationId xmlns:a16="http://schemas.microsoft.com/office/drawing/2014/main" id="{F19A14B5-AC21-46B2-916D-E9F5D2D6F87D}"/>
              </a:ext>
            </a:extLst>
          </p:cNvPr>
          <p:cNvSpPr>
            <a:spLocks xmlns:a="http://schemas.openxmlformats.org/drawingml/2006/main" noGrp="1"/>
          </p:cNvSpPr>
          <p:nvPr/>
        </p:nvSpPr>
        <p:spPr>
          <a:xfrm xmlns:a="http://schemas.openxmlformats.org/drawingml/2006/main">
            <a:off x="685800" y="628650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mcp_server.py:19–78 · Runbook 선택은 replan_check가 수행</a:t>
            </a:r>
          </a:p>
        </p:txBody>
      </p:sp>
      <p:sp>
        <p:nvSpPr>
          <p:cNvPr id="23" name="">
            <a:extLst xmlns:a="http://schemas.openxmlformats.org/drawingml/2006/main">
              <a:ext uri="{FF2B5EF4-FFF2-40B4-BE49-F238E27FC236}">
                <a16:creationId xmlns:a16="http://schemas.microsoft.com/office/drawing/2014/main" id="{33BAB0AB-C141-48F9-9A0D-E35C0F634B64}"/>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2695205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7449FCE-25BD-4C4F-AB8A-B57A2B93ADA5}"/>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호출은 Graph의 어느 단계에서 일어날까?</a:t>
            </a:r>
          </a:p>
        </p:txBody>
      </p:sp>
      <p:sp>
        <p:nvSpPr>
          <p:cNvPr id="2" name="">
            <a:extLst xmlns:a="http://schemas.openxmlformats.org/drawingml/2006/main">
              <a:ext uri="{FF2B5EF4-FFF2-40B4-BE49-F238E27FC236}">
                <a16:creationId xmlns:a16="http://schemas.microsoft.com/office/drawing/2014/main" id="{AC3996D1-63E8-407D-890C-7EC8B6AD209C}"/>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07  G096 정다운</a:t>
            </a:r>
          </a:p>
        </p:txBody>
      </p:sp>
      <p:sp>
        <p:nvSpPr>
          <p:cNvPr id="3" name="">
            <a:extLst xmlns:a="http://schemas.openxmlformats.org/drawingml/2006/main">
              <a:ext uri="{FF2B5EF4-FFF2-40B4-BE49-F238E27FC236}">
                <a16:creationId xmlns:a16="http://schemas.microsoft.com/office/drawing/2014/main" id="{573897AA-5AB2-4E07-AA59-8153764011D4}"/>
              </a:ext>
            </a:extLst>
          </p:cNvPr>
          <p:cNvSpPr>
            <a:spLocks xmlns:a="http://schemas.openxmlformats.org/drawingml/2006/main" noGrp="1"/>
          </p:cNvSpPr>
          <p:nvPr/>
        </p:nvSpPr>
        <p:spPr>
          <a:xfrm xmlns:a="http://schemas.openxmlformats.org/drawingml/2006/main">
            <a:off x="685800" y="1381125"/>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연결은 앱 시작 때 한 번</a:t>
            </a:r>
          </a:p>
        </p:txBody>
      </p:sp>
      <p:sp>
        <p:nvSpPr>
          <p:cNvPr id="4" name="">
            <a:extLst xmlns:a="http://schemas.openxmlformats.org/drawingml/2006/main">
              <a:ext uri="{FF2B5EF4-FFF2-40B4-BE49-F238E27FC236}">
                <a16:creationId xmlns:a16="http://schemas.microsoft.com/office/drawing/2014/main" id="{7A123BF1-2355-43E3-91B4-6BDE47EBFEFA}"/>
              </a:ext>
            </a:extLst>
          </p:cNvPr>
          <p:cNvSpPr>
            <a:spLocks xmlns:a="http://schemas.openxmlformats.org/drawingml/2006/main" noGrp="1"/>
          </p:cNvSpPr>
          <p:nvPr/>
        </p:nvSpPr>
        <p:spPr>
          <a:xfrm xmlns:a="http://schemas.openxmlformats.org/drawingml/2006/main">
            <a:off x="685800" y="178117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mcp = MCPClient()</a:t>
            </a:r>
          </a:p>
        </p:txBody>
      </p:sp>
      <p:sp>
        <p:nvSpPr>
          <p:cNvPr id="5" name="">
            <a:extLst xmlns:a="http://schemas.openxmlformats.org/drawingml/2006/main">
              <a:ext uri="{FF2B5EF4-FFF2-40B4-BE49-F238E27FC236}">
                <a16:creationId xmlns:a16="http://schemas.microsoft.com/office/drawing/2014/main" id="{F4164F77-6EFE-42FC-9141-EFBD1984F409}"/>
              </a:ext>
            </a:extLst>
          </p:cNvPr>
          <p:cNvSpPr>
            <a:spLocks xmlns:a="http://schemas.openxmlformats.org/drawingml/2006/main" noGrp="1"/>
          </p:cNvSpPr>
          <p:nvPr/>
        </p:nvSpPr>
        <p:spPr>
          <a:xfrm xmlns:a="http://schemas.openxmlformats.org/drawingml/2006/main">
            <a:off x="685800" y="215265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await mcp.start()</a:t>
            </a:r>
          </a:p>
        </p:txBody>
      </p:sp>
      <p:sp>
        <p:nvSpPr>
          <p:cNvPr id="6" name="">
            <a:extLst xmlns:a="http://schemas.openxmlformats.org/drawingml/2006/main">
              <a:ext uri="{FF2B5EF4-FFF2-40B4-BE49-F238E27FC236}">
                <a16:creationId xmlns:a16="http://schemas.microsoft.com/office/drawing/2014/main" id="{861EA51E-4D61-4E0A-8634-51CB2598250C}"/>
              </a:ext>
            </a:extLst>
          </p:cNvPr>
          <p:cNvSpPr>
            <a:spLocks xmlns:a="http://schemas.openxmlformats.org/drawingml/2006/main" noGrp="1"/>
          </p:cNvSpPr>
          <p:nvPr/>
        </p:nvSpPr>
        <p:spPr>
          <a:xfrm xmlns:a="http://schemas.openxmlformats.org/drawingml/2006/main">
            <a:off x="685800" y="2524125"/>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 요청마다 세션 재사용</a:t>
            </a:r>
          </a:p>
        </p:txBody>
      </p:sp>
      <p:sp>
        <p:nvSpPr>
          <p:cNvPr id="7" name="">
            <a:extLst xmlns:a="http://schemas.openxmlformats.org/drawingml/2006/main">
              <a:ext uri="{FF2B5EF4-FFF2-40B4-BE49-F238E27FC236}">
                <a16:creationId xmlns:a16="http://schemas.microsoft.com/office/drawing/2014/main" id="{E9F502B2-F924-4E3B-B996-F579C03BCB68}"/>
              </a:ext>
            </a:extLst>
          </p:cNvPr>
          <p:cNvSpPr>
            <a:spLocks xmlns:a="http://schemas.openxmlformats.org/drawingml/2006/main" noGrp="1"/>
          </p:cNvSpPr>
          <p:nvPr/>
        </p:nvSpPr>
        <p:spPr>
          <a:xfrm xmlns:a="http://schemas.openxmlformats.org/drawingml/2006/main">
            <a:off x="685800" y="2895600"/>
            <a:ext cx="4762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await mcp.stop()</a:t>
            </a:r>
          </a:p>
        </p:txBody>
      </p:sp>
      <p:sp>
        <p:nvSpPr>
          <p:cNvPr id="8" name="">
            <a:extLst xmlns:a="http://schemas.openxmlformats.org/drawingml/2006/main">
              <a:ext uri="{FF2B5EF4-FFF2-40B4-BE49-F238E27FC236}">
                <a16:creationId xmlns:a16="http://schemas.microsoft.com/office/drawing/2014/main" id="{2D1E1D96-3ADA-44D9-97C9-F94DEDCD649A}"/>
              </a:ext>
            </a:extLst>
          </p:cNvPr>
          <p:cNvSpPr>
            <a:spLocks xmlns:a="http://schemas.openxmlformats.org/drawingml/2006/main" noGrp="1"/>
          </p:cNvSpPr>
          <p:nvPr/>
        </p:nvSpPr>
        <p:spPr>
          <a:xfrm xmlns:a="http://schemas.openxmlformats.org/drawingml/2006/main">
            <a:off x="685800" y="342900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server.py:90–111 · agent/mcp_client.py:53–62</a:t>
            </a:r>
          </a:p>
        </p:txBody>
      </p:sp>
      <p:sp>
        <p:nvSpPr>
          <p:cNvPr id="9" name="">
            <a:extLst xmlns:a="http://schemas.openxmlformats.org/drawingml/2006/main">
              <a:ext uri="{FF2B5EF4-FFF2-40B4-BE49-F238E27FC236}">
                <a16:creationId xmlns:a16="http://schemas.microsoft.com/office/drawing/2014/main" id="{96062965-A8EC-49AA-A3BB-76700E7773C4}"/>
              </a:ext>
            </a:extLst>
          </p:cNvPr>
          <p:cNvSpPr>
            <a:spLocks xmlns:a="http://schemas.openxmlformats.org/drawingml/2006/main" noGrp="1"/>
          </p:cNvSpPr>
          <p:nvPr/>
        </p:nvSpPr>
        <p:spPr>
          <a:xfrm xmlns:a="http://schemas.openxmlformats.org/drawingml/2006/main">
            <a:off x="5962650" y="1362075"/>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실행 순서</a:t>
            </a:r>
          </a:p>
        </p:txBody>
      </p:sp>
      <p:sp>
        <p:nvSpPr>
          <p:cNvPr id="10" name="">
            <a:extLst xmlns:a="http://schemas.openxmlformats.org/drawingml/2006/main">
              <a:ext uri="{FF2B5EF4-FFF2-40B4-BE49-F238E27FC236}">
                <a16:creationId xmlns:a16="http://schemas.microsoft.com/office/drawing/2014/main" id="{F172896F-D714-4B98-9C51-8963B2C11035}"/>
              </a:ext>
            </a:extLst>
          </p:cNvPr>
          <p:cNvSpPr>
            <a:spLocks xmlns:a="http://schemas.openxmlformats.org/drawingml/2006/main" noGrp="1"/>
          </p:cNvSpPr>
          <p:nvPr/>
        </p:nvSpPr>
        <p:spPr>
          <a:xfrm xmlns:a="http://schemas.openxmlformats.org/drawingml/2006/main">
            <a:off x="5962650" y="1752600"/>
            <a:ext cx="1028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03F11D6A-A4A5-404B-8AB1-EB0FD8604E80}"/>
              </a:ext>
            </a:extLst>
          </p:cNvPr>
          <p:cNvSpPr>
            <a:spLocks xmlns:a="http://schemas.openxmlformats.org/drawingml/2006/main" noGrp="1"/>
          </p:cNvSpPr>
          <p:nvPr/>
        </p:nvSpPr>
        <p:spPr>
          <a:xfrm xmlns:a="http://schemas.openxmlformats.org/drawingml/2006/main">
            <a:off x="7077075" y="1762125"/>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3151A"/>
                </a:solidFill>
                <a:latin typeface="Apple SD Gothic Neo"/>
                <a:ea typeface="Apple SD Gothic Neo"/>
                <a:cs typeface="Apple SD Gothic Neo"/>
              </a:defRPr>
            </a:defPPr>
            <a:lvl1pPr algn="l">
              <a:defRPr sz="1500" b="0">
                <a:solidFill>
                  <a:srgbClr val="13151A"/>
                </a:solidFill>
                <a:latin typeface="Apple SD Gothic Neo"/>
                <a:ea typeface="Apple SD Gothic Neo"/>
                <a:cs typeface="Apple SD Gothic Neo"/>
              </a:defRPr>
            </a:lvl1pPr>
            <a:lvl2pPr algn="l">
              <a:defRPr sz="1500" b="0">
                <a:solidFill>
                  <a:srgbClr val="13151A"/>
                </a:solidFill>
                <a:latin typeface="Apple SD Gothic Neo"/>
                <a:ea typeface="Apple SD Gothic Neo"/>
                <a:cs typeface="Apple SD Gothic Neo"/>
              </a:defRPr>
            </a:lvl2pPr>
            <a:lvl3pPr algn="l">
              <a:defRPr sz="1500" b="0">
                <a:solidFill>
                  <a:srgbClr val="13151A"/>
                </a:solidFill>
                <a:latin typeface="Apple SD Gothic Neo"/>
                <a:ea typeface="Apple SD Gothic Neo"/>
                <a:cs typeface="Apple SD Gothic Neo"/>
              </a:defRPr>
            </a:lvl3pPr>
            <a:lvl4pPr algn="l">
              <a:defRPr sz="1500" b="0">
                <a:solidFill>
                  <a:srgbClr val="13151A"/>
                </a:solidFill>
                <a:latin typeface="Apple SD Gothic Neo"/>
                <a:ea typeface="Apple SD Gothic Neo"/>
                <a:cs typeface="Apple SD Gothic Neo"/>
              </a:defRPr>
            </a:lvl4pPr>
            <a:lvl5pPr algn="l">
              <a:defRPr sz="1500" b="0">
                <a:solidFill>
                  <a:srgbClr val="13151A"/>
                </a:solidFill>
                <a:latin typeface="Apple SD Gothic Neo"/>
                <a:ea typeface="Apple SD Gothic Neo"/>
                <a:cs typeface="Apple SD Gothic Neo"/>
              </a:defRPr>
            </a:lvl5pPr>
            <a:lvl6pPr algn="l">
              <a:defRPr sz="1500" b="0">
                <a:solidFill>
                  <a:srgbClr val="13151A"/>
                </a:solidFill>
                <a:latin typeface="Apple SD Gothic Neo"/>
                <a:ea typeface="Apple SD Gothic Neo"/>
                <a:cs typeface="Apple SD Gothic Neo"/>
              </a:defRPr>
            </a:lvl6pPr>
            <a:lvl7pPr algn="l">
              <a:defRPr sz="1500" b="0">
                <a:solidFill>
                  <a:srgbClr val="13151A"/>
                </a:solidFill>
                <a:latin typeface="Apple SD Gothic Neo"/>
                <a:ea typeface="Apple SD Gothic Neo"/>
                <a:cs typeface="Apple SD Gothic Neo"/>
              </a:defRPr>
            </a:lvl7pPr>
            <a:lvl8pPr algn="l">
              <a:defRPr sz="1500" b="0">
                <a:solidFill>
                  <a:srgbClr val="13151A"/>
                </a:solidFill>
                <a:latin typeface="Apple SD Gothic Neo"/>
                <a:ea typeface="Apple SD Gothic Neo"/>
                <a:cs typeface="Apple SD Gothic Neo"/>
              </a:defRPr>
            </a:lvl8pPr>
            <a:lvl9pPr algn="l">
              <a:defRPr sz="1500" b="0">
                <a:solidFill>
                  <a:srgbClr val="13151A"/>
                </a:solidFill>
                <a:latin typeface="Apple SD Gothic Neo"/>
                <a:ea typeface="Apple SD Gothic Neo"/>
                <a:cs typeface="Apple SD Gothic Neo"/>
              </a:defRPr>
            </a:lvl9pPr>
          </a:lstStyle>
          <a:p xmlns:a="http://schemas.openxmlformats.org/drawingml/2006/main">
            <a:pPr algn="l">
              <a:defRPr sz="1500" b="0">
                <a:solidFill>
                  <a:srgbClr val="13151A"/>
                </a:solidFill>
                <a:latin typeface="Apple SD Gothic Neo"/>
                <a:ea typeface="Apple SD Gothic Neo"/>
                <a:cs typeface="Apple SD Gothic Neo"/>
              </a:defRPr>
            </a:pPr>
            <a:r>
              <a:rPr sz="1500" b="0">
                <a:solidFill>
                  <a:srgbClr val="13151A"/>
                </a:solidFill>
                <a:latin typeface="Apple SD Gothic Neo"/>
                <a:ea typeface="Apple SD Gothic Neo"/>
                <a:cs typeface="Apple SD Gothic Neo"/>
              </a:rPr>
              <a:t>find_prompt → get_prompt → task 작성</a:t>
            </a:r>
          </a:p>
        </p:txBody>
      </p:sp>
      <p:sp>
        <p:nvSpPr>
          <p:cNvPr id="12" name="">
            <a:extLst xmlns:a="http://schemas.openxmlformats.org/drawingml/2006/main">
              <a:ext uri="{FF2B5EF4-FFF2-40B4-BE49-F238E27FC236}">
                <a16:creationId xmlns:a16="http://schemas.microsoft.com/office/drawing/2014/main" id="{2DC99AF9-7102-4505-BF23-F3FFF387ED37}"/>
              </a:ext>
            </a:extLst>
          </p:cNvPr>
          <p:cNvSpPr>
            <a:spLocks xmlns:a="http://schemas.openxmlformats.org/drawingml/2006/main" noGrp="1"/>
          </p:cNvSpPr>
          <p:nvPr/>
        </p:nvSpPr>
        <p:spPr>
          <a:xfrm xmlns:a="http://schemas.openxmlformats.org/drawingml/2006/main">
            <a:off x="5962650" y="248602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1차</a:t>
            </a:r>
          </a:p>
        </p:txBody>
      </p:sp>
      <p:sp>
        <p:nvSpPr>
          <p:cNvPr id="13" name="">
            <a:extLst xmlns:a="http://schemas.openxmlformats.org/drawingml/2006/main">
              <a:ext uri="{FF2B5EF4-FFF2-40B4-BE49-F238E27FC236}">
                <a16:creationId xmlns:a16="http://schemas.microsoft.com/office/drawing/2014/main" id="{DA7C4049-0595-4126-821E-6F4E15A419B0}"/>
              </a:ext>
            </a:extLst>
          </p:cNvPr>
          <p:cNvSpPr>
            <a:spLocks xmlns:a="http://schemas.openxmlformats.org/drawingml/2006/main" noGrp="1"/>
          </p:cNvSpPr>
          <p:nvPr/>
        </p:nvSpPr>
        <p:spPr>
          <a:xfrm xmlns:a="http://schemas.openxmlformats.org/drawingml/2006/main">
            <a:off x="7715250" y="2486025"/>
            <a:ext cx="3857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call_tool("get_monitoring_status")</a:t>
            </a:r>
          </a:p>
        </p:txBody>
      </p:sp>
      <p:sp>
        <p:nvSpPr>
          <p:cNvPr id="14" name="">
            <a:extLst xmlns:a="http://schemas.openxmlformats.org/drawingml/2006/main">
              <a:ext uri="{FF2B5EF4-FFF2-40B4-BE49-F238E27FC236}">
                <a16:creationId xmlns:a16="http://schemas.microsoft.com/office/drawing/2014/main" id="{39D94490-5FC1-481F-94A7-83BE02ED6E4A}"/>
              </a:ext>
            </a:extLst>
          </p:cNvPr>
          <p:cNvSpPr>
            <a:spLocks xmlns:a="http://schemas.openxmlformats.org/drawingml/2006/main" noGrp="1"/>
          </p:cNvSpPr>
          <p:nvPr/>
        </p:nvSpPr>
        <p:spPr>
          <a:xfrm xmlns:a="http://schemas.openxmlformats.org/drawingml/2006/main">
            <a:off x="5962650" y="3219450"/>
            <a:ext cx="1857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replan_check</a:t>
            </a:r>
          </a:p>
        </p:txBody>
      </p:sp>
      <p:sp>
        <p:nvSpPr>
          <p:cNvPr id="15" name="">
            <a:extLst xmlns:a="http://schemas.openxmlformats.org/drawingml/2006/main">
              <a:ext uri="{FF2B5EF4-FFF2-40B4-BE49-F238E27FC236}">
                <a16:creationId xmlns:a16="http://schemas.microsoft.com/office/drawing/2014/main" id="{CC6D03FC-E7D3-406F-B3DE-2B3CF1422109}"/>
              </a:ext>
            </a:extLst>
          </p:cNvPr>
          <p:cNvSpPr>
            <a:spLocks xmlns:a="http://schemas.openxmlformats.org/drawingml/2006/main" noGrp="1"/>
          </p:cNvSpPr>
          <p:nvPr/>
        </p:nvSpPr>
        <p:spPr>
          <a:xfrm xmlns:a="http://schemas.openxmlformats.org/drawingml/2006/main">
            <a:off x="7877175" y="3228975"/>
            <a:ext cx="3667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Apple SD Gothic Neo"/>
                <a:ea typeface="Apple SD Gothic Neo"/>
                <a:cs typeface="Apple SD Gothic Neo"/>
              </a:defRPr>
            </a:defPPr>
            <a:lvl1pPr algn="l">
              <a:defRPr sz="1350" b="0">
                <a:solidFill>
                  <a:srgbClr val="13151A"/>
                </a:solidFill>
                <a:latin typeface="Apple SD Gothic Neo"/>
                <a:ea typeface="Apple SD Gothic Neo"/>
                <a:cs typeface="Apple SD Gothic Neo"/>
              </a:defRPr>
            </a:lvl1pPr>
            <a:lvl2pPr algn="l">
              <a:defRPr sz="1350" b="0">
                <a:solidFill>
                  <a:srgbClr val="13151A"/>
                </a:solidFill>
                <a:latin typeface="Apple SD Gothic Neo"/>
                <a:ea typeface="Apple SD Gothic Neo"/>
                <a:cs typeface="Apple SD Gothic Neo"/>
              </a:defRPr>
            </a:lvl2pPr>
            <a:lvl3pPr algn="l">
              <a:defRPr sz="1350" b="0">
                <a:solidFill>
                  <a:srgbClr val="13151A"/>
                </a:solidFill>
                <a:latin typeface="Apple SD Gothic Neo"/>
                <a:ea typeface="Apple SD Gothic Neo"/>
                <a:cs typeface="Apple SD Gothic Neo"/>
              </a:defRPr>
            </a:lvl3pPr>
            <a:lvl4pPr algn="l">
              <a:defRPr sz="1350" b="0">
                <a:solidFill>
                  <a:srgbClr val="13151A"/>
                </a:solidFill>
                <a:latin typeface="Apple SD Gothic Neo"/>
                <a:ea typeface="Apple SD Gothic Neo"/>
                <a:cs typeface="Apple SD Gothic Neo"/>
              </a:defRPr>
            </a:lvl4pPr>
            <a:lvl5pPr algn="l">
              <a:defRPr sz="1350" b="0">
                <a:solidFill>
                  <a:srgbClr val="13151A"/>
                </a:solidFill>
                <a:latin typeface="Apple SD Gothic Neo"/>
                <a:ea typeface="Apple SD Gothic Neo"/>
                <a:cs typeface="Apple SD Gothic Neo"/>
              </a:defRPr>
            </a:lvl5pPr>
            <a:lvl6pPr algn="l">
              <a:defRPr sz="1350" b="0">
                <a:solidFill>
                  <a:srgbClr val="13151A"/>
                </a:solidFill>
                <a:latin typeface="Apple SD Gothic Neo"/>
                <a:ea typeface="Apple SD Gothic Neo"/>
                <a:cs typeface="Apple SD Gothic Neo"/>
              </a:defRPr>
            </a:lvl6pPr>
            <a:lvl7pPr algn="l">
              <a:defRPr sz="1350" b="0">
                <a:solidFill>
                  <a:srgbClr val="13151A"/>
                </a:solidFill>
                <a:latin typeface="Apple SD Gothic Neo"/>
                <a:ea typeface="Apple SD Gothic Neo"/>
                <a:cs typeface="Apple SD Gothic Neo"/>
              </a:defRPr>
            </a:lvl7pPr>
            <a:lvl8pPr algn="l">
              <a:defRPr sz="1350" b="0">
                <a:solidFill>
                  <a:srgbClr val="13151A"/>
                </a:solidFill>
                <a:latin typeface="Apple SD Gothic Neo"/>
                <a:ea typeface="Apple SD Gothic Neo"/>
                <a:cs typeface="Apple SD Gothic Neo"/>
              </a:defRPr>
            </a:lvl8pPr>
            <a:lvl9pPr algn="l">
              <a:defRPr sz="1350" b="0">
                <a:solidFill>
                  <a:srgbClr val="13151A"/>
                </a:solidFill>
                <a:latin typeface="Apple SD Gothic Neo"/>
                <a:ea typeface="Apple SD Gothic Neo"/>
                <a:cs typeface="Apple SD Gothic Neo"/>
              </a:defRPr>
            </a:lvl9pPr>
          </a:lstStyle>
          <a:p xmlns:a="http://schemas.openxmlformats.org/drawingml/2006/main">
            <a:pPr algn="l">
              <a:defRPr sz="1350" b="0">
                <a:solidFill>
                  <a:srgbClr val="13151A"/>
                </a:solidFill>
                <a:latin typeface="Apple SD Gothic Neo"/>
                <a:ea typeface="Apple SD Gothic Neo"/>
                <a:cs typeface="Apple SD Gothic Neo"/>
              </a:defRPr>
            </a:pPr>
            <a:r>
              <a:rPr sz="1350" b="0">
                <a:solidFill>
                  <a:srgbClr val="13151A"/>
                </a:solidFill>
                <a:latin typeface="Apple SD Gothic Neo"/>
                <a:ea typeface="Apple SD Gothic Neo"/>
                <a:cs typeface="Apple SD Gothic Neo"/>
              </a:rPr>
              <a:t>검색기로 ID 선택 (MCP 호출 아님)</a:t>
            </a:r>
          </a:p>
        </p:txBody>
      </p:sp>
      <p:sp>
        <p:nvSpPr>
          <p:cNvPr id="16" name="">
            <a:extLst xmlns:a="http://schemas.openxmlformats.org/drawingml/2006/main">
              <a:ext uri="{FF2B5EF4-FFF2-40B4-BE49-F238E27FC236}">
                <a16:creationId xmlns:a16="http://schemas.microsoft.com/office/drawing/2014/main" id="{897344BF-103B-4B7C-A3B8-4AF69F531A38}"/>
              </a:ext>
            </a:extLst>
          </p:cNvPr>
          <p:cNvSpPr>
            <a:spLocks xmlns:a="http://schemas.openxmlformats.org/drawingml/2006/main" noGrp="1"/>
          </p:cNvSpPr>
          <p:nvPr/>
        </p:nvSpPr>
        <p:spPr>
          <a:xfrm xmlns:a="http://schemas.openxmlformats.org/drawingml/2006/main">
            <a:off x="5962650" y="3952875"/>
            <a:ext cx="1685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research 2차</a:t>
            </a:r>
          </a:p>
        </p:txBody>
      </p:sp>
      <p:sp>
        <p:nvSpPr>
          <p:cNvPr id="17" name="">
            <a:extLst xmlns:a="http://schemas.openxmlformats.org/drawingml/2006/main">
              <a:ext uri="{FF2B5EF4-FFF2-40B4-BE49-F238E27FC236}">
                <a16:creationId xmlns:a16="http://schemas.microsoft.com/office/drawing/2014/main" id="{32C8752F-60AE-4DF0-BFC3-0EEC338EB73A}"/>
              </a:ext>
            </a:extLst>
          </p:cNvPr>
          <p:cNvSpPr>
            <a:spLocks xmlns:a="http://schemas.openxmlformats.org/drawingml/2006/main" noGrp="1"/>
          </p:cNvSpPr>
          <p:nvPr/>
        </p:nvSpPr>
        <p:spPr>
          <a:xfrm xmlns:a="http://schemas.openxmlformats.org/drawingml/2006/main">
            <a:off x="7715250" y="3952875"/>
            <a:ext cx="39243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Apple SD Gothic Neo"/>
                <a:ea typeface="Apple SD Gothic Neo"/>
                <a:cs typeface="Apple SD Gothic Neo"/>
              </a:defRPr>
            </a:defPPr>
            <a:lvl1pPr algn="l">
              <a:defRPr sz="1425" b="0">
                <a:solidFill>
                  <a:srgbClr val="13151A"/>
                </a:solidFill>
                <a:latin typeface="Apple SD Gothic Neo"/>
                <a:ea typeface="Apple SD Gothic Neo"/>
                <a:cs typeface="Apple SD Gothic Neo"/>
              </a:defRPr>
            </a:lvl1pPr>
            <a:lvl2pPr algn="l">
              <a:defRPr sz="1425" b="0">
                <a:solidFill>
                  <a:srgbClr val="13151A"/>
                </a:solidFill>
                <a:latin typeface="Apple SD Gothic Neo"/>
                <a:ea typeface="Apple SD Gothic Neo"/>
                <a:cs typeface="Apple SD Gothic Neo"/>
              </a:defRPr>
            </a:lvl2pPr>
            <a:lvl3pPr algn="l">
              <a:defRPr sz="1425" b="0">
                <a:solidFill>
                  <a:srgbClr val="13151A"/>
                </a:solidFill>
                <a:latin typeface="Apple SD Gothic Neo"/>
                <a:ea typeface="Apple SD Gothic Neo"/>
                <a:cs typeface="Apple SD Gothic Neo"/>
              </a:defRPr>
            </a:lvl3pPr>
            <a:lvl4pPr algn="l">
              <a:defRPr sz="1425" b="0">
                <a:solidFill>
                  <a:srgbClr val="13151A"/>
                </a:solidFill>
                <a:latin typeface="Apple SD Gothic Neo"/>
                <a:ea typeface="Apple SD Gothic Neo"/>
                <a:cs typeface="Apple SD Gothic Neo"/>
              </a:defRPr>
            </a:lvl4pPr>
            <a:lvl5pPr algn="l">
              <a:defRPr sz="1425" b="0">
                <a:solidFill>
                  <a:srgbClr val="13151A"/>
                </a:solidFill>
                <a:latin typeface="Apple SD Gothic Neo"/>
                <a:ea typeface="Apple SD Gothic Neo"/>
                <a:cs typeface="Apple SD Gothic Neo"/>
              </a:defRPr>
            </a:lvl5pPr>
            <a:lvl6pPr algn="l">
              <a:defRPr sz="1425" b="0">
                <a:solidFill>
                  <a:srgbClr val="13151A"/>
                </a:solidFill>
                <a:latin typeface="Apple SD Gothic Neo"/>
                <a:ea typeface="Apple SD Gothic Neo"/>
                <a:cs typeface="Apple SD Gothic Neo"/>
              </a:defRPr>
            </a:lvl6pPr>
            <a:lvl7pPr algn="l">
              <a:defRPr sz="1425" b="0">
                <a:solidFill>
                  <a:srgbClr val="13151A"/>
                </a:solidFill>
                <a:latin typeface="Apple SD Gothic Neo"/>
                <a:ea typeface="Apple SD Gothic Neo"/>
                <a:cs typeface="Apple SD Gothic Neo"/>
              </a:defRPr>
            </a:lvl7pPr>
            <a:lvl8pPr algn="l">
              <a:defRPr sz="1425" b="0">
                <a:solidFill>
                  <a:srgbClr val="13151A"/>
                </a:solidFill>
                <a:latin typeface="Apple SD Gothic Neo"/>
                <a:ea typeface="Apple SD Gothic Neo"/>
                <a:cs typeface="Apple SD Gothic Neo"/>
              </a:defRPr>
            </a:lvl8pPr>
            <a:lvl9pPr algn="l">
              <a:defRPr sz="1425" b="0">
                <a:solidFill>
                  <a:srgbClr val="13151A"/>
                </a:solidFill>
                <a:latin typeface="Apple SD Gothic Neo"/>
                <a:ea typeface="Apple SD Gothic Neo"/>
                <a:cs typeface="Apple SD Gothic Neo"/>
              </a:defRPr>
            </a:lvl9pPr>
          </a:lstStyle>
          <a:p xmlns:a="http://schemas.openxmlformats.org/drawingml/2006/main">
            <a:pPr algn="l">
              <a:defRPr sz="1425" b="0">
                <a:solidFill>
                  <a:srgbClr val="13151A"/>
                </a:solidFill>
                <a:latin typeface="Apple SD Gothic Neo"/>
                <a:ea typeface="Apple SD Gothic Neo"/>
                <a:cs typeface="Apple SD Gothic Neo"/>
              </a:defRPr>
            </a:pPr>
            <a:r>
              <a:rPr sz="1425" b="0">
                <a:solidFill>
                  <a:srgbClr val="13151A"/>
                </a:solidFill>
                <a:latin typeface="Apple SD Gothic Neo"/>
                <a:ea typeface="Apple SD Gothic Neo"/>
                <a:cs typeface="Apple SD Gothic Neo"/>
              </a:rPr>
              <a:t>find_resource_template → read_resource</a:t>
            </a:r>
          </a:p>
        </p:txBody>
      </p:sp>
      <p:sp>
        <p:nvSpPr>
          <p:cNvPr id="18" name="">
            <a:extLst xmlns:a="http://schemas.openxmlformats.org/drawingml/2006/main">
              <a:ext uri="{FF2B5EF4-FFF2-40B4-BE49-F238E27FC236}">
                <a16:creationId xmlns:a16="http://schemas.microsoft.com/office/drawing/2014/main" id="{E95A3ACC-A7D3-4A62-9550-492689CED998}"/>
              </a:ext>
            </a:extLst>
          </p:cNvPr>
          <p:cNvSpPr>
            <a:spLocks xmlns:a="http://schemas.openxmlformats.org/drawingml/2006/main" noGrp="1"/>
          </p:cNvSpPr>
          <p:nvPr/>
        </p:nvSpPr>
        <p:spPr>
          <a:xfrm xmlns:a="http://schemas.openxmlformats.org/drawingml/2006/main">
            <a:off x="685800" y="5305425"/>
            <a:ext cx="10810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26A73"/>
                </a:solidFill>
                <a:latin typeface="Apple SD Gothic Neo"/>
                <a:ea typeface="Apple SD Gothic Neo"/>
                <a:cs typeface="Apple SD Gothic Neo"/>
              </a:defRPr>
            </a:defPPr>
            <a:lvl1pPr algn="l">
              <a:defRPr sz="1875" b="0">
                <a:solidFill>
                  <a:srgbClr val="626A73"/>
                </a:solidFill>
                <a:latin typeface="Apple SD Gothic Neo"/>
                <a:ea typeface="Apple SD Gothic Neo"/>
                <a:cs typeface="Apple SD Gothic Neo"/>
              </a:defRPr>
            </a:lvl1pPr>
            <a:lvl2pPr algn="l">
              <a:defRPr sz="1875" b="0">
                <a:solidFill>
                  <a:srgbClr val="626A73"/>
                </a:solidFill>
                <a:latin typeface="Apple SD Gothic Neo"/>
                <a:ea typeface="Apple SD Gothic Neo"/>
                <a:cs typeface="Apple SD Gothic Neo"/>
              </a:defRPr>
            </a:lvl2pPr>
            <a:lvl3pPr algn="l">
              <a:defRPr sz="1875" b="0">
                <a:solidFill>
                  <a:srgbClr val="626A73"/>
                </a:solidFill>
                <a:latin typeface="Apple SD Gothic Neo"/>
                <a:ea typeface="Apple SD Gothic Neo"/>
                <a:cs typeface="Apple SD Gothic Neo"/>
              </a:defRPr>
            </a:lvl3pPr>
            <a:lvl4pPr algn="l">
              <a:defRPr sz="1875" b="0">
                <a:solidFill>
                  <a:srgbClr val="626A73"/>
                </a:solidFill>
                <a:latin typeface="Apple SD Gothic Neo"/>
                <a:ea typeface="Apple SD Gothic Neo"/>
                <a:cs typeface="Apple SD Gothic Neo"/>
              </a:defRPr>
            </a:lvl4pPr>
            <a:lvl5pPr algn="l">
              <a:defRPr sz="1875" b="0">
                <a:solidFill>
                  <a:srgbClr val="626A73"/>
                </a:solidFill>
                <a:latin typeface="Apple SD Gothic Neo"/>
                <a:ea typeface="Apple SD Gothic Neo"/>
                <a:cs typeface="Apple SD Gothic Neo"/>
              </a:defRPr>
            </a:lvl5pPr>
            <a:lvl6pPr algn="l">
              <a:defRPr sz="1875" b="0">
                <a:solidFill>
                  <a:srgbClr val="626A73"/>
                </a:solidFill>
                <a:latin typeface="Apple SD Gothic Neo"/>
                <a:ea typeface="Apple SD Gothic Neo"/>
                <a:cs typeface="Apple SD Gothic Neo"/>
              </a:defRPr>
            </a:lvl6pPr>
            <a:lvl7pPr algn="l">
              <a:defRPr sz="1875" b="0">
                <a:solidFill>
                  <a:srgbClr val="626A73"/>
                </a:solidFill>
                <a:latin typeface="Apple SD Gothic Neo"/>
                <a:ea typeface="Apple SD Gothic Neo"/>
                <a:cs typeface="Apple SD Gothic Neo"/>
              </a:defRPr>
            </a:lvl7pPr>
            <a:lvl8pPr algn="l">
              <a:defRPr sz="1875" b="0">
                <a:solidFill>
                  <a:srgbClr val="626A73"/>
                </a:solidFill>
                <a:latin typeface="Apple SD Gothic Neo"/>
                <a:ea typeface="Apple SD Gothic Neo"/>
                <a:cs typeface="Apple SD Gothic Neo"/>
              </a:defRPr>
            </a:lvl8pPr>
            <a:lvl9pPr algn="l">
              <a:defRPr sz="1875" b="0">
                <a:solidFill>
                  <a:srgbClr val="626A73"/>
                </a:solidFill>
                <a:latin typeface="Apple SD Gothic Neo"/>
                <a:ea typeface="Apple SD Gothic Neo"/>
                <a:cs typeface="Apple SD Gothic Neo"/>
              </a:defRPr>
            </a:lvl9pPr>
          </a:lstStyle>
          <a:p xmlns:a="http://schemas.openxmlformats.org/drawingml/2006/main">
            <a:pPr algn="l">
              <a:defRPr sz="1875" b="0">
                <a:solidFill>
                  <a:srgbClr val="626A73"/>
                </a:solidFill>
                <a:latin typeface="Apple SD Gothic Neo"/>
                <a:ea typeface="Apple SD Gothic Neo"/>
                <a:cs typeface="Apple SD Gothic Neo"/>
              </a:defRPr>
            </a:pPr>
            <a:r>
              <a:rPr sz="1875" b="0">
                <a:solidFill>
                  <a:srgbClr val="626A73"/>
                </a:solidFill>
                <a:latin typeface="Apple SD Gothic Neo"/>
                <a:ea typeface="Apple SD Gothic Neo"/>
                <a:cs typeface="Apple SD Gothic Neo"/>
              </a:rPr>
              <a:t>Tool·Resource 결과가 collected에 쌓이고 write가 보고서 근거로 사용</a:t>
            </a:r>
          </a:p>
        </p:txBody>
      </p:sp>
      <p:sp>
        <p:nvSpPr>
          <p:cNvPr id="19" name="">
            <a:extLst xmlns:a="http://schemas.openxmlformats.org/drawingml/2006/main">
              <a:ext uri="{FF2B5EF4-FFF2-40B4-BE49-F238E27FC236}">
                <a16:creationId xmlns:a16="http://schemas.microsoft.com/office/drawing/2014/main" id="{74741A1F-D110-41DE-B0F3-27A40AA7735B}"/>
              </a:ext>
            </a:extLst>
          </p:cNvPr>
          <p:cNvSpPr>
            <a:spLocks xmlns:a="http://schemas.openxmlformats.org/drawingml/2006/main" noGrp="1"/>
          </p:cNvSpPr>
          <p:nvPr/>
        </p:nvSpPr>
        <p:spPr>
          <a:xfrm xmlns:a="http://schemas.openxmlformats.org/drawingml/2006/main">
            <a:off x="685800" y="6257925"/>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graph.py:60–66, 117–151, 175–195 · Tool/Resource 호출은 research</a:t>
            </a:r>
          </a:p>
        </p:txBody>
      </p:sp>
      <p:sp>
        <p:nvSpPr>
          <p:cNvPr id="20" name="">
            <a:extLst xmlns:a="http://schemas.openxmlformats.org/drawingml/2006/main">
              <a:ext uri="{FF2B5EF4-FFF2-40B4-BE49-F238E27FC236}">
                <a16:creationId xmlns:a16="http://schemas.microsoft.com/office/drawing/2014/main" id="{EB3A6650-CC6D-426C-89E2-F3A9EFD34FE7}"/>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35503825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E863787-2E6B-4596-85F0-AB1467CA8CDF}"/>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MCP Tool: 정의부터 화면의 조회 완료까지</a:t>
            </a:r>
          </a:p>
        </p:txBody>
      </p:sp>
      <p:sp>
        <p:nvSpPr>
          <p:cNvPr id="2" name="">
            <a:extLst xmlns:a="http://schemas.openxmlformats.org/drawingml/2006/main">
              <a:ext uri="{FF2B5EF4-FFF2-40B4-BE49-F238E27FC236}">
                <a16:creationId xmlns:a16="http://schemas.microsoft.com/office/drawing/2014/main" id="{E8059155-6326-4904-926F-074CDA380F6D}"/>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08  G096 정다운</a:t>
            </a:r>
          </a:p>
        </p:txBody>
      </p:sp>
      <p:sp>
        <p:nvSpPr>
          <p:cNvPr id="3" name="">
            <a:extLst xmlns:a="http://schemas.openxmlformats.org/drawingml/2006/main">
              <a:ext uri="{FF2B5EF4-FFF2-40B4-BE49-F238E27FC236}">
                <a16:creationId xmlns:a16="http://schemas.microsoft.com/office/drawing/2014/main" id="{0D8EABAE-728A-4CD7-AFD0-4C12FD6FF70C}"/>
              </a:ext>
            </a:extLst>
          </p:cNvPr>
          <p:cNvSpPr>
            <a:spLocks xmlns:a="http://schemas.openxmlformats.org/drawingml/2006/main" noGrp="1"/>
          </p:cNvSpPr>
          <p:nvPr/>
        </p:nvSpPr>
        <p:spPr>
          <a:xfrm xmlns:a="http://schemas.openxmlformats.org/drawingml/2006/main">
            <a:off x="666750" y="141922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① 서버가 Tool 등록 · mcp_server.py:33</a:t>
            </a:r>
          </a:p>
        </p:txBody>
      </p:sp>
      <p:sp>
        <p:nvSpPr>
          <p:cNvPr id="4" name="">
            <a:extLst xmlns:a="http://schemas.openxmlformats.org/drawingml/2006/main">
              <a:ext uri="{FF2B5EF4-FFF2-40B4-BE49-F238E27FC236}">
                <a16:creationId xmlns:a16="http://schemas.microsoft.com/office/drawing/2014/main" id="{C44CBE98-4A2D-4D44-A2CB-BF7F4D74FEBC}"/>
              </a:ext>
            </a:extLst>
          </p:cNvPr>
          <p:cNvSpPr>
            <a:spLocks xmlns:a="http://schemas.openxmlformats.org/drawingml/2006/main" noGrp="1"/>
          </p:cNvSpPr>
          <p:nvPr/>
        </p:nvSpPr>
        <p:spPr>
          <a:xfrm xmlns:a="http://schemas.openxmlformats.org/drawingml/2006/main">
            <a:off x="666750" y="17907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4232D"/>
                </a:solidFill>
                <a:latin typeface="Menlo"/>
                <a:ea typeface="Menlo"/>
                <a:cs typeface="Menlo"/>
              </a:defRPr>
            </a:defPPr>
            <a:lvl1pPr algn="l">
              <a:defRPr sz="1275" b="1">
                <a:solidFill>
                  <a:srgbClr val="B4232D"/>
                </a:solidFill>
                <a:latin typeface="Menlo"/>
                <a:ea typeface="Menlo"/>
                <a:cs typeface="Menlo"/>
              </a:defRPr>
            </a:lvl1pPr>
            <a:lvl2pPr algn="l">
              <a:defRPr sz="1275" b="1">
                <a:solidFill>
                  <a:srgbClr val="B4232D"/>
                </a:solidFill>
                <a:latin typeface="Menlo"/>
                <a:ea typeface="Menlo"/>
                <a:cs typeface="Menlo"/>
              </a:defRPr>
            </a:lvl2pPr>
            <a:lvl3pPr algn="l">
              <a:defRPr sz="1275" b="1">
                <a:solidFill>
                  <a:srgbClr val="B4232D"/>
                </a:solidFill>
                <a:latin typeface="Menlo"/>
                <a:ea typeface="Menlo"/>
                <a:cs typeface="Menlo"/>
              </a:defRPr>
            </a:lvl3pPr>
            <a:lvl4pPr algn="l">
              <a:defRPr sz="1275" b="1">
                <a:solidFill>
                  <a:srgbClr val="B4232D"/>
                </a:solidFill>
                <a:latin typeface="Menlo"/>
                <a:ea typeface="Menlo"/>
                <a:cs typeface="Menlo"/>
              </a:defRPr>
            </a:lvl4pPr>
            <a:lvl5pPr algn="l">
              <a:defRPr sz="1275" b="1">
                <a:solidFill>
                  <a:srgbClr val="B4232D"/>
                </a:solidFill>
                <a:latin typeface="Menlo"/>
                <a:ea typeface="Menlo"/>
                <a:cs typeface="Menlo"/>
              </a:defRPr>
            </a:lvl5pPr>
            <a:lvl6pPr algn="l">
              <a:defRPr sz="1275" b="1">
                <a:solidFill>
                  <a:srgbClr val="B4232D"/>
                </a:solidFill>
                <a:latin typeface="Menlo"/>
                <a:ea typeface="Menlo"/>
                <a:cs typeface="Menlo"/>
              </a:defRPr>
            </a:lvl6pPr>
            <a:lvl7pPr algn="l">
              <a:defRPr sz="1275" b="1">
                <a:solidFill>
                  <a:srgbClr val="B4232D"/>
                </a:solidFill>
                <a:latin typeface="Menlo"/>
                <a:ea typeface="Menlo"/>
                <a:cs typeface="Menlo"/>
              </a:defRPr>
            </a:lvl7pPr>
            <a:lvl8pPr algn="l">
              <a:defRPr sz="1275" b="1">
                <a:solidFill>
                  <a:srgbClr val="B4232D"/>
                </a:solidFill>
                <a:latin typeface="Menlo"/>
                <a:ea typeface="Menlo"/>
                <a:cs typeface="Menlo"/>
              </a:defRPr>
            </a:lvl8pPr>
            <a:lvl9pPr algn="l">
              <a:defRPr sz="1275" b="1">
                <a:solidFill>
                  <a:srgbClr val="B4232D"/>
                </a:solidFill>
                <a:latin typeface="Menlo"/>
                <a:ea typeface="Menlo"/>
                <a:cs typeface="Menlo"/>
              </a:defRPr>
            </a:lvl9pPr>
          </a:lstStyle>
          <a:p xmlns:a="http://schemas.openxmlformats.org/drawingml/2006/main">
            <a:pPr algn="l">
              <a:defRPr sz="1275" b="1">
                <a:solidFill>
                  <a:srgbClr val="B4232D"/>
                </a:solidFill>
                <a:latin typeface="Menlo"/>
                <a:ea typeface="Menlo"/>
                <a:cs typeface="Menlo"/>
              </a:defRPr>
            </a:pPr>
            <a:r>
              <a:rPr sz="1275" b="1">
                <a:solidFill>
                  <a:srgbClr val="B4232D"/>
                </a:solidFill>
                <a:latin typeface="Menlo"/>
                <a:ea typeface="Menlo"/>
                <a:cs typeface="Menlo"/>
              </a:rPr>
              <a:t>@mcp.tool()</a:t>
            </a:r>
          </a:p>
        </p:txBody>
      </p:sp>
      <p:sp>
        <p:nvSpPr>
          <p:cNvPr id="5" name="">
            <a:extLst xmlns:a="http://schemas.openxmlformats.org/drawingml/2006/main">
              <a:ext uri="{FF2B5EF4-FFF2-40B4-BE49-F238E27FC236}">
                <a16:creationId xmlns:a16="http://schemas.microsoft.com/office/drawing/2014/main" id="{AAC6CBEC-AE3E-49A3-9175-764F046660EF}"/>
              </a:ext>
            </a:extLst>
          </p:cNvPr>
          <p:cNvSpPr>
            <a:spLocks xmlns:a="http://schemas.openxmlformats.org/drawingml/2006/main" noGrp="1"/>
          </p:cNvSpPr>
          <p:nvPr/>
        </p:nvSpPr>
        <p:spPr>
          <a:xfrm xmlns:a="http://schemas.openxmlformats.org/drawingml/2006/main">
            <a:off x="666750" y="21145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def get_monitoring_status(system_name: str):</a:t>
            </a:r>
          </a:p>
        </p:txBody>
      </p:sp>
      <p:sp>
        <p:nvSpPr>
          <p:cNvPr id="6" name="">
            <a:extLst xmlns:a="http://schemas.openxmlformats.org/drawingml/2006/main">
              <a:ext uri="{FF2B5EF4-FFF2-40B4-BE49-F238E27FC236}">
                <a16:creationId xmlns:a16="http://schemas.microsoft.com/office/drawing/2014/main" id="{36BFF764-7FD5-4D2E-A935-784B4B2B051C}"/>
              </a:ext>
            </a:extLst>
          </p:cNvPr>
          <p:cNvSpPr>
            <a:spLocks xmlns:a="http://schemas.openxmlformats.org/drawingml/2006/main" noGrp="1"/>
          </p:cNvSpPr>
          <p:nvPr/>
        </p:nvSpPr>
        <p:spPr>
          <a:xfrm xmlns:a="http://schemas.openxmlformats.org/drawingml/2006/main">
            <a:off x="666750" y="243840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monitoring_data = json.loads(...)</a:t>
            </a:r>
          </a:p>
        </p:txBody>
      </p:sp>
      <p:sp>
        <p:nvSpPr>
          <p:cNvPr id="7" name="">
            <a:extLst xmlns:a="http://schemas.openxmlformats.org/drawingml/2006/main">
              <a:ext uri="{FF2B5EF4-FFF2-40B4-BE49-F238E27FC236}">
                <a16:creationId xmlns:a16="http://schemas.microsoft.com/office/drawing/2014/main" id="{1FD702C3-4559-4F30-8A62-896B597E49A9}"/>
              </a:ext>
            </a:extLst>
          </p:cNvPr>
          <p:cNvSpPr>
            <a:spLocks xmlns:a="http://schemas.openxmlformats.org/drawingml/2006/main" noGrp="1"/>
          </p:cNvSpPr>
          <p:nvPr/>
        </p:nvSpPr>
        <p:spPr>
          <a:xfrm xmlns:a="http://schemas.openxmlformats.org/drawingml/2006/main">
            <a:off x="666750" y="2762250"/>
            <a:ext cx="560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3151A"/>
                </a:solidFill>
                <a:latin typeface="Menlo"/>
                <a:ea typeface="Menlo"/>
                <a:cs typeface="Menlo"/>
              </a:defRPr>
            </a:defPPr>
            <a:lvl1pPr algn="l">
              <a:defRPr sz="1275" b="0">
                <a:solidFill>
                  <a:srgbClr val="13151A"/>
                </a:solidFill>
                <a:latin typeface="Menlo"/>
                <a:ea typeface="Menlo"/>
                <a:cs typeface="Menlo"/>
              </a:defRPr>
            </a:lvl1pPr>
            <a:lvl2pPr algn="l">
              <a:defRPr sz="1275" b="0">
                <a:solidFill>
                  <a:srgbClr val="13151A"/>
                </a:solidFill>
                <a:latin typeface="Menlo"/>
                <a:ea typeface="Menlo"/>
                <a:cs typeface="Menlo"/>
              </a:defRPr>
            </a:lvl2pPr>
            <a:lvl3pPr algn="l">
              <a:defRPr sz="1275" b="0">
                <a:solidFill>
                  <a:srgbClr val="13151A"/>
                </a:solidFill>
                <a:latin typeface="Menlo"/>
                <a:ea typeface="Menlo"/>
                <a:cs typeface="Menlo"/>
              </a:defRPr>
            </a:lvl3pPr>
            <a:lvl4pPr algn="l">
              <a:defRPr sz="1275" b="0">
                <a:solidFill>
                  <a:srgbClr val="13151A"/>
                </a:solidFill>
                <a:latin typeface="Menlo"/>
                <a:ea typeface="Menlo"/>
                <a:cs typeface="Menlo"/>
              </a:defRPr>
            </a:lvl4pPr>
            <a:lvl5pPr algn="l">
              <a:defRPr sz="1275" b="0">
                <a:solidFill>
                  <a:srgbClr val="13151A"/>
                </a:solidFill>
                <a:latin typeface="Menlo"/>
                <a:ea typeface="Menlo"/>
                <a:cs typeface="Menlo"/>
              </a:defRPr>
            </a:lvl5pPr>
            <a:lvl6pPr algn="l">
              <a:defRPr sz="1275" b="0">
                <a:solidFill>
                  <a:srgbClr val="13151A"/>
                </a:solidFill>
                <a:latin typeface="Menlo"/>
                <a:ea typeface="Menlo"/>
                <a:cs typeface="Menlo"/>
              </a:defRPr>
            </a:lvl6pPr>
            <a:lvl7pPr algn="l">
              <a:defRPr sz="1275" b="0">
                <a:solidFill>
                  <a:srgbClr val="13151A"/>
                </a:solidFill>
                <a:latin typeface="Menlo"/>
                <a:ea typeface="Menlo"/>
                <a:cs typeface="Menlo"/>
              </a:defRPr>
            </a:lvl7pPr>
            <a:lvl8pPr algn="l">
              <a:defRPr sz="1275" b="0">
                <a:solidFill>
                  <a:srgbClr val="13151A"/>
                </a:solidFill>
                <a:latin typeface="Menlo"/>
                <a:ea typeface="Menlo"/>
                <a:cs typeface="Menlo"/>
              </a:defRPr>
            </a:lvl8pPr>
            <a:lvl9pPr algn="l">
              <a:defRPr sz="1275" b="0">
                <a:solidFill>
                  <a:srgbClr val="13151A"/>
                </a:solidFill>
                <a:latin typeface="Menlo"/>
                <a:ea typeface="Menlo"/>
                <a:cs typeface="Menlo"/>
              </a:defRPr>
            </a:lvl9pPr>
          </a:lstStyle>
          <a:p xmlns:a="http://schemas.openxmlformats.org/drawingml/2006/main">
            <a:pPr algn="l">
              <a:defRPr sz="1275" b="0">
                <a:solidFill>
                  <a:srgbClr val="13151A"/>
                </a:solidFill>
                <a:latin typeface="Menlo"/>
                <a:ea typeface="Menlo"/>
                <a:cs typeface="Menlo"/>
              </a:defRPr>
            </a:pPr>
            <a:r>
              <a:rPr sz="1275" b="0">
                <a:solidFill>
                  <a:srgbClr val="13151A"/>
                </a:solidFill>
                <a:latin typeface="Menlo"/>
                <a:ea typeface="Menlo"/>
                <a:cs typeface="Menlo"/>
              </a:rPr>
              <a:t>    return SystemStatus(...)</a:t>
            </a:r>
          </a:p>
        </p:txBody>
      </p:sp>
      <p:sp>
        <p:nvSpPr>
          <p:cNvPr id="8" name="">
            <a:extLst xmlns:a="http://schemas.openxmlformats.org/drawingml/2006/main">
              <a:ext uri="{FF2B5EF4-FFF2-40B4-BE49-F238E27FC236}">
                <a16:creationId xmlns:a16="http://schemas.microsoft.com/office/drawing/2014/main" id="{6D97E0C2-3654-4031-9CB1-29611B91A0B2}"/>
              </a:ext>
            </a:extLst>
          </p:cNvPr>
          <p:cNvSpPr>
            <a:spLocks xmlns:a="http://schemas.openxmlformats.org/drawingml/2006/main" noGrp="1"/>
          </p:cNvSpPr>
          <p:nvPr/>
        </p:nvSpPr>
        <p:spPr>
          <a:xfrm xmlns:a="http://schemas.openxmlformats.org/drawingml/2006/main">
            <a:off x="666750" y="3324225"/>
            <a:ext cx="5667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② research가 호출 · agent/graph.py:117</a:t>
            </a:r>
          </a:p>
        </p:txBody>
      </p:sp>
      <p:sp>
        <p:nvSpPr>
          <p:cNvPr id="9" name="">
            <a:extLst xmlns:a="http://schemas.openxmlformats.org/drawingml/2006/main">
              <a:ext uri="{FF2B5EF4-FFF2-40B4-BE49-F238E27FC236}">
                <a16:creationId xmlns:a16="http://schemas.microsoft.com/office/drawing/2014/main" id="{A6133409-AB3A-40BB-A3F8-F86DC09F6BB0}"/>
              </a:ext>
            </a:extLst>
          </p:cNvPr>
          <p:cNvSpPr>
            <a:spLocks xmlns:a="http://schemas.openxmlformats.org/drawingml/2006/main" noGrp="1"/>
          </p:cNvSpPr>
          <p:nvPr/>
        </p:nvSpPr>
        <p:spPr>
          <a:xfrm xmlns:a="http://schemas.openxmlformats.org/drawingml/2006/main">
            <a:off x="666750" y="370522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data, retries = await with_retry(</a:t>
            </a:r>
          </a:p>
        </p:txBody>
      </p:sp>
      <p:sp>
        <p:nvSpPr>
          <p:cNvPr id="10" name="">
            <a:extLst xmlns:a="http://schemas.openxmlformats.org/drawingml/2006/main">
              <a:ext uri="{FF2B5EF4-FFF2-40B4-BE49-F238E27FC236}">
                <a16:creationId xmlns:a16="http://schemas.microsoft.com/office/drawing/2014/main" id="{3A445920-79A6-45F0-8FC1-8625525F4D9A}"/>
              </a:ext>
            </a:extLst>
          </p:cNvPr>
          <p:cNvSpPr>
            <a:spLocks xmlns:a="http://schemas.openxmlformats.org/drawingml/2006/main" noGrp="1"/>
          </p:cNvSpPr>
          <p:nvPr/>
        </p:nvSpPr>
        <p:spPr>
          <a:xfrm xmlns:a="http://schemas.openxmlformats.org/drawingml/2006/main">
            <a:off x="666750" y="4019550"/>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    deps.mcp.call_tool, "get_monitoring_status",</a:t>
            </a:r>
          </a:p>
        </p:txBody>
      </p:sp>
      <p:sp>
        <p:nvSpPr>
          <p:cNvPr id="11" name="">
            <a:extLst xmlns:a="http://schemas.openxmlformats.org/drawingml/2006/main">
              <a:ext uri="{FF2B5EF4-FFF2-40B4-BE49-F238E27FC236}">
                <a16:creationId xmlns:a16="http://schemas.microsoft.com/office/drawing/2014/main" id="{FBC6E0D8-3598-4359-BAC3-B48E68528D7E}"/>
              </a:ext>
            </a:extLst>
          </p:cNvPr>
          <p:cNvSpPr>
            <a:spLocks xmlns:a="http://schemas.openxmlformats.org/drawingml/2006/main" noGrp="1"/>
          </p:cNvSpPr>
          <p:nvPr/>
        </p:nvSpPr>
        <p:spPr>
          <a:xfrm xmlns:a="http://schemas.openxmlformats.org/drawingml/2006/main">
            <a:off x="666750" y="4333875"/>
            <a:ext cx="56578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{"system_name": task["target"]})</a:t>
            </a:r>
          </a:p>
        </p:txBody>
      </p:sp>
      <p:sp>
        <p:nvSpPr>
          <p:cNvPr id="12" name="">
            <a:extLst xmlns:a="http://schemas.openxmlformats.org/drawingml/2006/main">
              <a:ext uri="{FF2B5EF4-FFF2-40B4-BE49-F238E27FC236}">
                <a16:creationId xmlns:a16="http://schemas.microsoft.com/office/drawing/2014/main" id="{F1FB5194-E90C-4F40-BEBC-471060C1702D}"/>
              </a:ext>
            </a:extLst>
          </p:cNvPr>
          <p:cNvSpPr>
            <a:spLocks xmlns:a="http://schemas.openxmlformats.org/drawingml/2006/main" noGrp="1"/>
          </p:cNvSpPr>
          <p:nvPr/>
        </p:nvSpPr>
        <p:spPr>
          <a:xfrm xmlns:a="http://schemas.openxmlformats.org/drawingml/2006/main">
            <a:off x="666750" y="5000625"/>
            <a:ext cx="561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③ 세션 전송 · agent/mcp_client.py:76</a:t>
            </a:r>
          </a:p>
        </p:txBody>
      </p:sp>
      <p:sp>
        <p:nvSpPr>
          <p:cNvPr id="13" name="">
            <a:extLst xmlns:a="http://schemas.openxmlformats.org/drawingml/2006/main">
              <a:ext uri="{FF2B5EF4-FFF2-40B4-BE49-F238E27FC236}">
                <a16:creationId xmlns:a16="http://schemas.microsoft.com/office/drawing/2014/main" id="{0C3F0B11-E005-487A-969D-E6BEB93A2B1A}"/>
              </a:ext>
            </a:extLst>
          </p:cNvPr>
          <p:cNvSpPr>
            <a:spLocks xmlns:a="http://schemas.openxmlformats.org/drawingml/2006/main" noGrp="1"/>
          </p:cNvSpPr>
          <p:nvPr/>
        </p:nvSpPr>
        <p:spPr>
          <a:xfrm xmlns:a="http://schemas.openxmlformats.org/drawingml/2006/main">
            <a:off x="666750" y="5362575"/>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B4232D"/>
                </a:solidFill>
                <a:latin typeface="Menlo"/>
                <a:ea typeface="Menlo"/>
                <a:cs typeface="Menlo"/>
              </a:defRPr>
            </a:defPPr>
            <a:lvl1pPr algn="l">
              <a:defRPr sz="1200" b="0">
                <a:solidFill>
                  <a:srgbClr val="B4232D"/>
                </a:solidFill>
                <a:latin typeface="Menlo"/>
                <a:ea typeface="Menlo"/>
                <a:cs typeface="Menlo"/>
              </a:defRPr>
            </a:lvl1pPr>
            <a:lvl2pPr algn="l">
              <a:defRPr sz="1200" b="0">
                <a:solidFill>
                  <a:srgbClr val="B4232D"/>
                </a:solidFill>
                <a:latin typeface="Menlo"/>
                <a:ea typeface="Menlo"/>
                <a:cs typeface="Menlo"/>
              </a:defRPr>
            </a:lvl2pPr>
            <a:lvl3pPr algn="l">
              <a:defRPr sz="1200" b="0">
                <a:solidFill>
                  <a:srgbClr val="B4232D"/>
                </a:solidFill>
                <a:latin typeface="Menlo"/>
                <a:ea typeface="Menlo"/>
                <a:cs typeface="Menlo"/>
              </a:defRPr>
            </a:lvl3pPr>
            <a:lvl4pPr algn="l">
              <a:defRPr sz="1200" b="0">
                <a:solidFill>
                  <a:srgbClr val="B4232D"/>
                </a:solidFill>
                <a:latin typeface="Menlo"/>
                <a:ea typeface="Menlo"/>
                <a:cs typeface="Menlo"/>
              </a:defRPr>
            </a:lvl4pPr>
            <a:lvl5pPr algn="l">
              <a:defRPr sz="1200" b="0">
                <a:solidFill>
                  <a:srgbClr val="B4232D"/>
                </a:solidFill>
                <a:latin typeface="Menlo"/>
                <a:ea typeface="Menlo"/>
                <a:cs typeface="Menlo"/>
              </a:defRPr>
            </a:lvl5pPr>
            <a:lvl6pPr algn="l">
              <a:defRPr sz="1200" b="0">
                <a:solidFill>
                  <a:srgbClr val="B4232D"/>
                </a:solidFill>
                <a:latin typeface="Menlo"/>
                <a:ea typeface="Menlo"/>
                <a:cs typeface="Menlo"/>
              </a:defRPr>
            </a:lvl6pPr>
            <a:lvl7pPr algn="l">
              <a:defRPr sz="1200" b="0">
                <a:solidFill>
                  <a:srgbClr val="B4232D"/>
                </a:solidFill>
                <a:latin typeface="Menlo"/>
                <a:ea typeface="Menlo"/>
                <a:cs typeface="Menlo"/>
              </a:defRPr>
            </a:lvl7pPr>
            <a:lvl8pPr algn="l">
              <a:defRPr sz="1200" b="0">
                <a:solidFill>
                  <a:srgbClr val="B4232D"/>
                </a:solidFill>
                <a:latin typeface="Menlo"/>
                <a:ea typeface="Menlo"/>
                <a:cs typeface="Menlo"/>
              </a:defRPr>
            </a:lvl8pPr>
            <a:lvl9pPr algn="l">
              <a:defRPr sz="1200" b="0">
                <a:solidFill>
                  <a:srgbClr val="B4232D"/>
                </a:solidFill>
                <a:latin typeface="Menlo"/>
                <a:ea typeface="Menlo"/>
                <a:cs typeface="Menlo"/>
              </a:defRPr>
            </a:lvl9pPr>
          </a:lstStyle>
          <a:p xmlns:a="http://schemas.openxmlformats.org/drawingml/2006/main">
            <a:pPr algn="l">
              <a:defRPr sz="1200" b="0">
                <a:solidFill>
                  <a:srgbClr val="B4232D"/>
                </a:solidFill>
                <a:latin typeface="Menlo"/>
                <a:ea typeface="Menlo"/>
                <a:cs typeface="Menlo"/>
              </a:defRPr>
            </a:pPr>
            <a:r>
              <a:rPr sz="1200" b="0">
                <a:solidFill>
                  <a:srgbClr val="B4232D"/>
                </a:solidFill>
                <a:latin typeface="Menlo"/>
                <a:ea typeface="Menlo"/>
                <a:cs typeface="Menlo"/>
              </a:rPr>
              <a:t>result = await self.sessions[server].call_tool(</a:t>
            </a:r>
          </a:p>
        </p:txBody>
      </p:sp>
      <p:sp>
        <p:nvSpPr>
          <p:cNvPr id="14" name="">
            <a:extLst xmlns:a="http://schemas.openxmlformats.org/drawingml/2006/main">
              <a:ext uri="{FF2B5EF4-FFF2-40B4-BE49-F238E27FC236}">
                <a16:creationId xmlns:a16="http://schemas.microsoft.com/office/drawing/2014/main" id="{D5DB2682-48CD-4AA4-95A2-F0DFB2F8C24B}"/>
              </a:ext>
            </a:extLst>
          </p:cNvPr>
          <p:cNvSpPr>
            <a:spLocks xmlns:a="http://schemas.openxmlformats.org/drawingml/2006/main" noGrp="1"/>
          </p:cNvSpPr>
          <p:nvPr/>
        </p:nvSpPr>
        <p:spPr>
          <a:xfrm xmlns:a="http://schemas.openxmlformats.org/drawingml/2006/main">
            <a:off x="666750" y="5657850"/>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3151A"/>
                </a:solidFill>
                <a:latin typeface="Menlo"/>
                <a:ea typeface="Menlo"/>
                <a:cs typeface="Menlo"/>
              </a:defRPr>
            </a:defPPr>
            <a:lvl1pPr algn="l">
              <a:defRPr sz="1200" b="0">
                <a:solidFill>
                  <a:srgbClr val="13151A"/>
                </a:solidFill>
                <a:latin typeface="Menlo"/>
                <a:ea typeface="Menlo"/>
                <a:cs typeface="Menlo"/>
              </a:defRPr>
            </a:lvl1pPr>
            <a:lvl2pPr algn="l">
              <a:defRPr sz="1200" b="0">
                <a:solidFill>
                  <a:srgbClr val="13151A"/>
                </a:solidFill>
                <a:latin typeface="Menlo"/>
                <a:ea typeface="Menlo"/>
                <a:cs typeface="Menlo"/>
              </a:defRPr>
            </a:lvl2pPr>
            <a:lvl3pPr algn="l">
              <a:defRPr sz="1200" b="0">
                <a:solidFill>
                  <a:srgbClr val="13151A"/>
                </a:solidFill>
                <a:latin typeface="Menlo"/>
                <a:ea typeface="Menlo"/>
                <a:cs typeface="Menlo"/>
              </a:defRPr>
            </a:lvl3pPr>
            <a:lvl4pPr algn="l">
              <a:defRPr sz="1200" b="0">
                <a:solidFill>
                  <a:srgbClr val="13151A"/>
                </a:solidFill>
                <a:latin typeface="Menlo"/>
                <a:ea typeface="Menlo"/>
                <a:cs typeface="Menlo"/>
              </a:defRPr>
            </a:lvl4pPr>
            <a:lvl5pPr algn="l">
              <a:defRPr sz="1200" b="0">
                <a:solidFill>
                  <a:srgbClr val="13151A"/>
                </a:solidFill>
                <a:latin typeface="Menlo"/>
                <a:ea typeface="Menlo"/>
                <a:cs typeface="Menlo"/>
              </a:defRPr>
            </a:lvl5pPr>
            <a:lvl6pPr algn="l">
              <a:defRPr sz="1200" b="0">
                <a:solidFill>
                  <a:srgbClr val="13151A"/>
                </a:solidFill>
                <a:latin typeface="Menlo"/>
                <a:ea typeface="Menlo"/>
                <a:cs typeface="Menlo"/>
              </a:defRPr>
            </a:lvl6pPr>
            <a:lvl7pPr algn="l">
              <a:defRPr sz="1200" b="0">
                <a:solidFill>
                  <a:srgbClr val="13151A"/>
                </a:solidFill>
                <a:latin typeface="Menlo"/>
                <a:ea typeface="Menlo"/>
                <a:cs typeface="Menlo"/>
              </a:defRPr>
            </a:lvl7pPr>
            <a:lvl8pPr algn="l">
              <a:defRPr sz="1200" b="0">
                <a:solidFill>
                  <a:srgbClr val="13151A"/>
                </a:solidFill>
                <a:latin typeface="Menlo"/>
                <a:ea typeface="Menlo"/>
                <a:cs typeface="Menlo"/>
              </a:defRPr>
            </a:lvl8pPr>
            <a:lvl9pPr algn="l">
              <a:defRPr sz="1200" b="0">
                <a:solidFill>
                  <a:srgbClr val="13151A"/>
                </a:solidFill>
                <a:latin typeface="Menlo"/>
                <a:ea typeface="Menlo"/>
                <a:cs typeface="Menlo"/>
              </a:defRPr>
            </a:lvl9pPr>
          </a:lstStyle>
          <a:p xmlns:a="http://schemas.openxmlformats.org/drawingml/2006/main">
            <a:pPr algn="l">
              <a:defRPr sz="1200" b="0">
                <a:solidFill>
                  <a:srgbClr val="13151A"/>
                </a:solidFill>
                <a:latin typeface="Menlo"/>
                <a:ea typeface="Menlo"/>
                <a:cs typeface="Menlo"/>
              </a:defRPr>
            </a:pPr>
            <a:r>
              <a:rPr sz="1200" b="0">
                <a:solidFill>
                  <a:srgbClr val="13151A"/>
                </a:solidFill>
                <a:latin typeface="Menlo"/>
                <a:ea typeface="Menlo"/>
                <a:cs typeface="Menlo"/>
              </a:rPr>
              <a:t>    name, arguments)</a:t>
            </a:r>
          </a:p>
        </p:txBody>
      </p:sp>
      <p:pic>
        <p:nvPicPr>
          <p:cNvPr id="15" name="">
            <a:extLst xmlns:a="http://schemas.openxmlformats.org/drawingml/2006/main">
              <a:ext uri="{FF2B5EF4-FFF2-40B4-BE49-F238E27FC236}">
                <a16:creationId xmlns:a16="http://schemas.microsoft.com/office/drawing/2014/main" id="{AA69CB56-A495-4BA8-82A3-14F422CE1FC8}"/>
              </a:ext>
            </a:extLst>
          </p:cNvPr>
          <p:cNvPicPr>
            <a:picLocks xmlns:a="http://schemas.openxmlformats.org/drawingml/2006/main" noChangeAspect="1"/>
          </p:cNvPicPr>
          <p:nvPr/>
        </p:nvPicPr>
        <p:blipFill>
          <a:blip xmlns:r="http://schemas.openxmlformats.org/officeDocument/2006/relationships" xmlns:a="http://schemas.openxmlformats.org/drawingml/2006/main" r:embed="R7aeba87b361443b2"/>
          <a:srcRect xmlns:a="http://schemas.openxmlformats.org/drawingml/2006/main" l="1500" t="15000" r="30000" b="30000"/>
          <a:stretch xmlns:a="http://schemas.openxmlformats.org/drawingml/2006/main"/>
        </p:blipFill>
        <p:spPr>
          <a:xfrm xmlns:a="http://schemas.openxmlformats.org/drawingml/2006/main">
            <a:off x="6572250" y="1362075"/>
            <a:ext cx="4695825" cy="4457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9B949733-81B8-4F02-9FB2-3FB696A5BFCC}"/>
              </a:ext>
            </a:extLst>
          </p:cNvPr>
          <p:cNvSpPr>
            <a:spLocks xmlns:a="http://schemas.openxmlformats.org/drawingml/2006/main" noGrp="1"/>
          </p:cNvSpPr>
          <p:nvPr/>
        </p:nvSpPr>
        <p:spPr>
          <a:xfrm xmlns:a="http://schemas.openxmlformats.org/drawingml/2006/main">
            <a:off x="6572250" y="5953125"/>
            <a:ext cx="4905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4232D"/>
                </a:solidFill>
                <a:latin typeface="Apple SD Gothic Neo"/>
                <a:ea typeface="Apple SD Gothic Neo"/>
                <a:cs typeface="Apple SD Gothic Neo"/>
              </a:defRPr>
            </a:defPPr>
            <a:lvl1pPr algn="l">
              <a:defRPr sz="1575" b="1">
                <a:solidFill>
                  <a:srgbClr val="B4232D"/>
                </a:solidFill>
                <a:latin typeface="Apple SD Gothic Neo"/>
                <a:ea typeface="Apple SD Gothic Neo"/>
                <a:cs typeface="Apple SD Gothic Neo"/>
              </a:defRPr>
            </a:lvl1pPr>
            <a:lvl2pPr algn="l">
              <a:defRPr sz="1575" b="1">
                <a:solidFill>
                  <a:srgbClr val="B4232D"/>
                </a:solidFill>
                <a:latin typeface="Apple SD Gothic Neo"/>
                <a:ea typeface="Apple SD Gothic Neo"/>
                <a:cs typeface="Apple SD Gothic Neo"/>
              </a:defRPr>
            </a:lvl2pPr>
            <a:lvl3pPr algn="l">
              <a:defRPr sz="1575" b="1">
                <a:solidFill>
                  <a:srgbClr val="B4232D"/>
                </a:solidFill>
                <a:latin typeface="Apple SD Gothic Neo"/>
                <a:ea typeface="Apple SD Gothic Neo"/>
                <a:cs typeface="Apple SD Gothic Neo"/>
              </a:defRPr>
            </a:lvl3pPr>
            <a:lvl4pPr algn="l">
              <a:defRPr sz="1575" b="1">
                <a:solidFill>
                  <a:srgbClr val="B4232D"/>
                </a:solidFill>
                <a:latin typeface="Apple SD Gothic Neo"/>
                <a:ea typeface="Apple SD Gothic Neo"/>
                <a:cs typeface="Apple SD Gothic Neo"/>
              </a:defRPr>
            </a:lvl4pPr>
            <a:lvl5pPr algn="l">
              <a:defRPr sz="1575" b="1">
                <a:solidFill>
                  <a:srgbClr val="B4232D"/>
                </a:solidFill>
                <a:latin typeface="Apple SD Gothic Neo"/>
                <a:ea typeface="Apple SD Gothic Neo"/>
                <a:cs typeface="Apple SD Gothic Neo"/>
              </a:defRPr>
            </a:lvl5pPr>
            <a:lvl6pPr algn="l">
              <a:defRPr sz="1575" b="1">
                <a:solidFill>
                  <a:srgbClr val="B4232D"/>
                </a:solidFill>
                <a:latin typeface="Apple SD Gothic Neo"/>
                <a:ea typeface="Apple SD Gothic Neo"/>
                <a:cs typeface="Apple SD Gothic Neo"/>
              </a:defRPr>
            </a:lvl6pPr>
            <a:lvl7pPr algn="l">
              <a:defRPr sz="1575" b="1">
                <a:solidFill>
                  <a:srgbClr val="B4232D"/>
                </a:solidFill>
                <a:latin typeface="Apple SD Gothic Neo"/>
                <a:ea typeface="Apple SD Gothic Neo"/>
                <a:cs typeface="Apple SD Gothic Neo"/>
              </a:defRPr>
            </a:lvl7pPr>
            <a:lvl8pPr algn="l">
              <a:defRPr sz="1575" b="1">
                <a:solidFill>
                  <a:srgbClr val="B4232D"/>
                </a:solidFill>
                <a:latin typeface="Apple SD Gothic Neo"/>
                <a:ea typeface="Apple SD Gothic Neo"/>
                <a:cs typeface="Apple SD Gothic Neo"/>
              </a:defRPr>
            </a:lvl8pPr>
            <a:lvl9pPr algn="l">
              <a:defRPr sz="1575" b="1">
                <a:solidFill>
                  <a:srgbClr val="B4232D"/>
                </a:solidFill>
                <a:latin typeface="Apple SD Gothic Neo"/>
                <a:ea typeface="Apple SD Gothic Neo"/>
                <a:cs typeface="Apple SD Gothic Neo"/>
              </a:defRPr>
            </a:lvl9pPr>
          </a:lstStyle>
          <a:p xmlns:a="http://schemas.openxmlformats.org/drawingml/2006/main">
            <a:pPr algn="l">
              <a:defRPr sz="1575" b="1">
                <a:solidFill>
                  <a:srgbClr val="B4232D"/>
                </a:solidFill>
                <a:latin typeface="Apple SD Gothic Neo"/>
                <a:ea typeface="Apple SD Gothic Neo"/>
                <a:cs typeface="Apple SD Gothic Neo"/>
              </a:defRPr>
            </a:pPr>
            <a:r>
              <a:rPr sz="1575" b="1">
                <a:solidFill>
                  <a:srgbClr val="B4232D"/>
                </a:solidFill>
                <a:latin typeface="Apple SD Gothic Neo"/>
                <a:ea typeface="Apple SD Gothic Neo"/>
                <a:cs typeface="Apple SD Gothic Neo"/>
              </a:rPr>
              <a:t>조회 성공 → collected에 저장 → 보고서의 확인된 사실</a:t>
            </a:r>
          </a:p>
        </p:txBody>
      </p:sp>
      <p:sp>
        <p:nvSpPr>
          <p:cNvPr id="17" name="">
            <a:extLst xmlns:a="http://schemas.openxmlformats.org/drawingml/2006/main">
              <a:ext uri="{FF2B5EF4-FFF2-40B4-BE49-F238E27FC236}">
                <a16:creationId xmlns:a16="http://schemas.microsoft.com/office/drawing/2014/main" id="{85302EDD-A177-4DE9-B40E-DD350AFBC921}"/>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21124481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F3F546E-AD39-4CA6-86F0-0896FA3CB5C6}"/>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RAG: 문서를 고르고 원문을 답변에 연결</a:t>
            </a:r>
          </a:p>
        </p:txBody>
      </p:sp>
      <p:sp>
        <p:nvSpPr>
          <p:cNvPr id="2" name="">
            <a:extLst xmlns:a="http://schemas.openxmlformats.org/drawingml/2006/main">
              <a:ext uri="{FF2B5EF4-FFF2-40B4-BE49-F238E27FC236}">
                <a16:creationId xmlns:a16="http://schemas.microsoft.com/office/drawing/2014/main" id="{08DC4AC8-F173-442C-A180-EDF61F5B2734}"/>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09  G096 정다운</a:t>
            </a:r>
          </a:p>
        </p:txBody>
      </p:sp>
      <p:sp>
        <p:nvSpPr>
          <p:cNvPr id="3" name="">
            <a:extLst xmlns:a="http://schemas.openxmlformats.org/drawingml/2006/main">
              <a:ext uri="{FF2B5EF4-FFF2-40B4-BE49-F238E27FC236}">
                <a16:creationId xmlns:a16="http://schemas.microsoft.com/office/drawing/2014/main" id="{220EF90A-2710-4003-8322-89DEB55B68C4}"/>
              </a:ext>
            </a:extLst>
          </p:cNvPr>
          <p:cNvSpPr>
            <a:spLocks xmlns:a="http://schemas.openxmlformats.org/drawingml/2006/main" noGrp="1"/>
          </p:cNvSpPr>
          <p:nvPr/>
        </p:nvSpPr>
        <p:spPr>
          <a:xfrm xmlns:a="http://schemas.openxmlformats.org/drawingml/2006/main">
            <a:off x="685800" y="1457325"/>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agent/runbook_retrieval.py:49–133</a:t>
            </a:r>
          </a:p>
        </p:txBody>
      </p:sp>
      <p:sp>
        <p:nvSpPr>
          <p:cNvPr id="4" name="">
            <a:extLst xmlns:a="http://schemas.openxmlformats.org/drawingml/2006/main">
              <a:ext uri="{FF2B5EF4-FFF2-40B4-BE49-F238E27FC236}">
                <a16:creationId xmlns:a16="http://schemas.microsoft.com/office/drawing/2014/main" id="{30DEFDFF-96C5-4100-9803-927748988DBF}"/>
              </a:ext>
            </a:extLst>
          </p:cNvPr>
          <p:cNvSpPr>
            <a:spLocks xmlns:a="http://schemas.openxmlformats.org/drawingml/2006/main" noGrp="1"/>
          </p:cNvSpPr>
          <p:nvPr/>
        </p:nvSpPr>
        <p:spPr>
          <a:xfrm xmlns:a="http://schemas.openxmlformats.org/drawingml/2006/main">
            <a:off x="685800" y="194310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self._embedding_search(</a:t>
            </a:r>
          </a:p>
        </p:txBody>
      </p:sp>
      <p:sp>
        <p:nvSpPr>
          <p:cNvPr id="5" name="">
            <a:extLst xmlns:a="http://schemas.openxmlformats.org/drawingml/2006/main">
              <a:ext uri="{FF2B5EF4-FFF2-40B4-BE49-F238E27FC236}">
                <a16:creationId xmlns:a16="http://schemas.microsoft.com/office/drawing/2014/main" id="{00A83E1A-2DB4-4F9B-906A-E0D272280595}"/>
              </a:ext>
            </a:extLst>
          </p:cNvPr>
          <p:cNvSpPr>
            <a:spLocks xmlns:a="http://schemas.openxmlformats.org/drawingml/2006/main" noGrp="1"/>
          </p:cNvSpPr>
          <p:nvPr/>
        </p:nvSpPr>
        <p:spPr>
          <a:xfrm xmlns:a="http://schemas.openxmlformats.org/drawingml/2006/main">
            <a:off x="685800" y="235267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    [query] + alerts[:10])</a:t>
            </a:r>
          </a:p>
        </p:txBody>
      </p:sp>
      <p:sp>
        <p:nvSpPr>
          <p:cNvPr id="6" name="">
            <a:extLst xmlns:a="http://schemas.openxmlformats.org/drawingml/2006/main">
              <a:ext uri="{FF2B5EF4-FFF2-40B4-BE49-F238E27FC236}">
                <a16:creationId xmlns:a16="http://schemas.microsoft.com/office/drawing/2014/main" id="{DE1734F5-D771-46DC-8DAC-AA8FAEA17023}"/>
              </a:ext>
            </a:extLst>
          </p:cNvPr>
          <p:cNvSpPr>
            <a:spLocks xmlns:a="http://schemas.openxmlformats.org/drawingml/2006/main" noGrp="1"/>
          </p:cNvSpPr>
          <p:nvPr/>
        </p:nvSpPr>
        <p:spPr>
          <a:xfrm xmlns:a="http://schemas.openxmlformats.org/drawingml/2006/main">
            <a:off x="685800" y="276225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query_vectors, spent = self.embedder.embed(</a:t>
            </a:r>
          </a:p>
        </p:txBody>
      </p:sp>
      <p:sp>
        <p:nvSpPr>
          <p:cNvPr id="7" name="">
            <a:extLst xmlns:a="http://schemas.openxmlformats.org/drawingml/2006/main">
              <a:ext uri="{FF2B5EF4-FFF2-40B4-BE49-F238E27FC236}">
                <a16:creationId xmlns:a16="http://schemas.microsoft.com/office/drawing/2014/main" id="{9800EBFE-4B5B-4552-8BAA-DE59F212A76C}"/>
              </a:ext>
            </a:extLst>
          </p:cNvPr>
          <p:cNvSpPr>
            <a:spLocks xmlns:a="http://schemas.openxmlformats.org/drawingml/2006/main" noGrp="1"/>
          </p:cNvSpPr>
          <p:nvPr/>
        </p:nvSpPr>
        <p:spPr>
          <a:xfrm xmlns:a="http://schemas.openxmlformats.org/drawingml/2006/main">
            <a:off x="685800" y="3171825"/>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3151A"/>
                </a:solidFill>
                <a:latin typeface="Menlo"/>
                <a:ea typeface="Menlo"/>
                <a:cs typeface="Menlo"/>
              </a:defRPr>
            </a:defPPr>
            <a:lvl1pPr algn="l">
              <a:defRPr sz="1425" b="0">
                <a:solidFill>
                  <a:srgbClr val="13151A"/>
                </a:solidFill>
                <a:latin typeface="Menlo"/>
                <a:ea typeface="Menlo"/>
                <a:cs typeface="Menlo"/>
              </a:defRPr>
            </a:lvl1pPr>
            <a:lvl2pPr algn="l">
              <a:defRPr sz="1425" b="0">
                <a:solidFill>
                  <a:srgbClr val="13151A"/>
                </a:solidFill>
                <a:latin typeface="Menlo"/>
                <a:ea typeface="Menlo"/>
                <a:cs typeface="Menlo"/>
              </a:defRPr>
            </a:lvl2pPr>
            <a:lvl3pPr algn="l">
              <a:defRPr sz="1425" b="0">
                <a:solidFill>
                  <a:srgbClr val="13151A"/>
                </a:solidFill>
                <a:latin typeface="Menlo"/>
                <a:ea typeface="Menlo"/>
                <a:cs typeface="Menlo"/>
              </a:defRPr>
            </a:lvl3pPr>
            <a:lvl4pPr algn="l">
              <a:defRPr sz="1425" b="0">
                <a:solidFill>
                  <a:srgbClr val="13151A"/>
                </a:solidFill>
                <a:latin typeface="Menlo"/>
                <a:ea typeface="Menlo"/>
                <a:cs typeface="Menlo"/>
              </a:defRPr>
            </a:lvl4pPr>
            <a:lvl5pPr algn="l">
              <a:defRPr sz="1425" b="0">
                <a:solidFill>
                  <a:srgbClr val="13151A"/>
                </a:solidFill>
                <a:latin typeface="Menlo"/>
                <a:ea typeface="Menlo"/>
                <a:cs typeface="Menlo"/>
              </a:defRPr>
            </a:lvl5pPr>
            <a:lvl6pPr algn="l">
              <a:defRPr sz="1425" b="0">
                <a:solidFill>
                  <a:srgbClr val="13151A"/>
                </a:solidFill>
                <a:latin typeface="Menlo"/>
                <a:ea typeface="Menlo"/>
                <a:cs typeface="Menlo"/>
              </a:defRPr>
            </a:lvl6pPr>
            <a:lvl7pPr algn="l">
              <a:defRPr sz="1425" b="0">
                <a:solidFill>
                  <a:srgbClr val="13151A"/>
                </a:solidFill>
                <a:latin typeface="Menlo"/>
                <a:ea typeface="Menlo"/>
                <a:cs typeface="Menlo"/>
              </a:defRPr>
            </a:lvl7pPr>
            <a:lvl8pPr algn="l">
              <a:defRPr sz="1425" b="0">
                <a:solidFill>
                  <a:srgbClr val="13151A"/>
                </a:solidFill>
                <a:latin typeface="Menlo"/>
                <a:ea typeface="Menlo"/>
                <a:cs typeface="Menlo"/>
              </a:defRPr>
            </a:lvl8pPr>
            <a:lvl9pPr algn="l">
              <a:defRPr sz="1425" b="0">
                <a:solidFill>
                  <a:srgbClr val="13151A"/>
                </a:solidFill>
                <a:latin typeface="Menlo"/>
                <a:ea typeface="Menlo"/>
                <a:cs typeface="Menlo"/>
              </a:defRPr>
            </a:lvl9pPr>
          </a:lstStyle>
          <a:p xmlns:a="http://schemas.openxmlformats.org/drawingml/2006/main">
            <a:pPr algn="l">
              <a:defRPr sz="1425" b="0">
                <a:solidFill>
                  <a:srgbClr val="13151A"/>
                </a:solidFill>
                <a:latin typeface="Menlo"/>
                <a:ea typeface="Menlo"/>
                <a:cs typeface="Menlo"/>
              </a:defRPr>
            </a:pPr>
            <a:r>
              <a:rPr sz="1425" b="0">
                <a:solidFill>
                  <a:srgbClr val="13151A"/>
                </a:solidFill>
                <a:latin typeface="Menlo"/>
                <a:ea typeface="Menlo"/>
                <a:cs typeface="Menlo"/>
              </a:rPr>
              <a:t>    search_queries)</a:t>
            </a:r>
          </a:p>
        </p:txBody>
      </p:sp>
      <p:sp>
        <p:nvSpPr>
          <p:cNvPr id="8" name="">
            <a:extLst xmlns:a="http://schemas.openxmlformats.org/drawingml/2006/main">
              <a:ext uri="{FF2B5EF4-FFF2-40B4-BE49-F238E27FC236}">
                <a16:creationId xmlns:a16="http://schemas.microsoft.com/office/drawing/2014/main" id="{9BC68254-B2EF-4311-90A8-D199D2A53BC6}"/>
              </a:ext>
            </a:extLst>
          </p:cNvPr>
          <p:cNvSpPr>
            <a:spLocks xmlns:a="http://schemas.openxmlformats.org/drawingml/2006/main" noGrp="1"/>
          </p:cNvSpPr>
          <p:nvPr/>
        </p:nvSpPr>
        <p:spPr>
          <a:xfrm xmlns:a="http://schemas.openxmlformats.org/drawingml/2006/main">
            <a:off x="685800" y="39814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agent/graph.py:112–145</a:t>
            </a:r>
          </a:p>
        </p:txBody>
      </p:sp>
      <p:sp>
        <p:nvSpPr>
          <p:cNvPr id="9" name="">
            <a:extLst xmlns:a="http://schemas.openxmlformats.org/drawingml/2006/main">
              <a:ext uri="{FF2B5EF4-FFF2-40B4-BE49-F238E27FC236}">
                <a16:creationId xmlns:a16="http://schemas.microsoft.com/office/drawing/2014/main" id="{EA9CB934-AAC6-4C51-B467-ACC2B9F9C86C}"/>
              </a:ext>
            </a:extLst>
          </p:cNvPr>
          <p:cNvSpPr>
            <a:spLocks xmlns:a="http://schemas.openxmlformats.org/drawingml/2006/main" noGrp="1"/>
          </p:cNvSpPr>
          <p:nvPr/>
        </p:nvSpPr>
        <p:spPr>
          <a:xfrm xmlns:a="http://schemas.openxmlformats.org/drawingml/2006/main">
            <a:off x="685800" y="436245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uri = runbook_uri_template.format(</a:t>
            </a:r>
          </a:p>
        </p:txBody>
      </p:sp>
      <p:sp>
        <p:nvSpPr>
          <p:cNvPr id="10" name="">
            <a:extLst xmlns:a="http://schemas.openxmlformats.org/drawingml/2006/main">
              <a:ext uri="{FF2B5EF4-FFF2-40B4-BE49-F238E27FC236}">
                <a16:creationId xmlns:a16="http://schemas.microsoft.com/office/drawing/2014/main" id="{2100034F-9768-41C9-AA52-4F63A5B4C20E}"/>
              </a:ext>
            </a:extLst>
          </p:cNvPr>
          <p:cNvSpPr>
            <a:spLocks xmlns:a="http://schemas.openxmlformats.org/drawingml/2006/main" noGrp="1"/>
          </p:cNvSpPr>
          <p:nvPr/>
        </p:nvSpPr>
        <p:spPr>
          <a:xfrm xmlns:a="http://schemas.openxmlformats.org/drawingml/2006/main">
            <a:off x="685800" y="471487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incident_type=task["target"])</a:t>
            </a:r>
          </a:p>
        </p:txBody>
      </p:sp>
      <p:sp>
        <p:nvSpPr>
          <p:cNvPr id="11" name="">
            <a:extLst xmlns:a="http://schemas.openxmlformats.org/drawingml/2006/main">
              <a:ext uri="{FF2B5EF4-FFF2-40B4-BE49-F238E27FC236}">
                <a16:creationId xmlns:a16="http://schemas.microsoft.com/office/drawing/2014/main" id="{BF31EFD3-D393-40F7-9966-8788083A5146}"/>
              </a:ext>
            </a:extLst>
          </p:cNvPr>
          <p:cNvSpPr>
            <a:spLocks xmlns:a="http://schemas.openxmlformats.org/drawingml/2006/main" noGrp="1"/>
          </p:cNvSpPr>
          <p:nvPr/>
        </p:nvSpPr>
        <p:spPr>
          <a:xfrm xmlns:a="http://schemas.openxmlformats.org/drawingml/2006/main">
            <a:off x="685800" y="5067300"/>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data = await deps.mcp.read_resource(</a:t>
            </a:r>
          </a:p>
        </p:txBody>
      </p:sp>
      <p:sp>
        <p:nvSpPr>
          <p:cNvPr id="12" name="">
            <a:extLst xmlns:a="http://schemas.openxmlformats.org/drawingml/2006/main">
              <a:ext uri="{FF2B5EF4-FFF2-40B4-BE49-F238E27FC236}">
                <a16:creationId xmlns:a16="http://schemas.microsoft.com/office/drawing/2014/main" id="{778113FC-2925-4A45-ACCD-0991110168F6}"/>
              </a:ext>
            </a:extLst>
          </p:cNvPr>
          <p:cNvSpPr>
            <a:spLocks xmlns:a="http://schemas.openxmlformats.org/drawingml/2006/main" noGrp="1"/>
          </p:cNvSpPr>
          <p:nvPr/>
        </p:nvSpPr>
        <p:spPr>
          <a:xfrm xmlns:a="http://schemas.openxmlformats.org/drawingml/2006/main">
            <a:off x="685800" y="5419725"/>
            <a:ext cx="6381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uri, server=runbook_server)</a:t>
            </a:r>
          </a:p>
        </p:txBody>
      </p:sp>
      <p:sp>
        <p:nvSpPr>
          <p:cNvPr id="13" name="">
            <a:extLst xmlns:a="http://schemas.openxmlformats.org/drawingml/2006/main">
              <a:ext uri="{FF2B5EF4-FFF2-40B4-BE49-F238E27FC236}">
                <a16:creationId xmlns:a16="http://schemas.microsoft.com/office/drawing/2014/main" id="{4E72D127-B99E-4F66-9C1A-AA8C2F72CC6A}"/>
              </a:ext>
            </a:extLst>
          </p:cNvPr>
          <p:cNvSpPr>
            <a:spLocks xmlns:a="http://schemas.openxmlformats.org/drawingml/2006/main" noGrp="1"/>
          </p:cNvSpPr>
          <p:nvPr/>
        </p:nvSpPr>
        <p:spPr>
          <a:xfrm xmlns:a="http://schemas.openxmlformats.org/drawingml/2006/main">
            <a:off x="7372350" y="1457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data/runbooks/network-timeout.md</a:t>
            </a:r>
          </a:p>
        </p:txBody>
      </p:sp>
      <p:sp>
        <p:nvSpPr>
          <p:cNvPr id="14" name="">
            <a:extLst xmlns:a="http://schemas.openxmlformats.org/drawingml/2006/main">
              <a:ext uri="{FF2B5EF4-FFF2-40B4-BE49-F238E27FC236}">
                <a16:creationId xmlns:a16="http://schemas.microsoft.com/office/drawing/2014/main" id="{4661D171-D6DE-40FE-AEC6-35234A21DBC8}"/>
              </a:ext>
            </a:extLst>
          </p:cNvPr>
          <p:cNvSpPr>
            <a:spLocks xmlns:a="http://schemas.openxmlformats.org/drawingml/2006/main" noGrp="1"/>
          </p:cNvSpPr>
          <p:nvPr/>
        </p:nvSpPr>
        <p:spPr>
          <a:xfrm xmlns:a="http://schemas.openxmlformats.org/drawingml/2006/main">
            <a:off x="7372350" y="2066925"/>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1. 어떤 시스템 간 호출에서</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   타임아웃이 발생했는지 확인</a:t>
            </a:r>
          </a:p>
        </p:txBody>
      </p:sp>
      <p:sp>
        <p:nvSpPr>
          <p:cNvPr id="15" name="">
            <a:extLst xmlns:a="http://schemas.openxmlformats.org/drawingml/2006/main">
              <a:ext uri="{FF2B5EF4-FFF2-40B4-BE49-F238E27FC236}">
                <a16:creationId xmlns:a16="http://schemas.microsoft.com/office/drawing/2014/main" id="{65845D2D-6CC1-4170-8236-944DCCD121F5}"/>
              </a:ext>
            </a:extLst>
          </p:cNvPr>
          <p:cNvSpPr>
            <a:spLocks xmlns:a="http://schemas.openxmlformats.org/drawingml/2006/main" noGrp="1"/>
          </p:cNvSpPr>
          <p:nvPr/>
        </p:nvSpPr>
        <p:spPr>
          <a:xfrm xmlns:a="http://schemas.openxmlformats.org/drawingml/2006/main">
            <a:off x="7372350" y="3390900"/>
            <a:ext cx="4067175"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2. DNS · 방화벽 · 로드밸런서</a:t>
            </a:r>
          </a:p>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   변경 이력을 점검</a:t>
            </a:r>
          </a:p>
        </p:txBody>
      </p:sp>
      <p:sp>
        <p:nvSpPr>
          <p:cNvPr id="16" name="">
            <a:extLst xmlns:a="http://schemas.openxmlformats.org/drawingml/2006/main">
              <a:ext uri="{FF2B5EF4-FFF2-40B4-BE49-F238E27FC236}">
                <a16:creationId xmlns:a16="http://schemas.microsoft.com/office/drawing/2014/main" id="{83699A38-56DE-4017-8629-AC7FD94B8D01}"/>
              </a:ext>
            </a:extLst>
          </p:cNvPr>
          <p:cNvSpPr>
            <a:spLocks xmlns:a="http://schemas.openxmlformats.org/drawingml/2006/main" noGrp="1"/>
          </p:cNvSpPr>
          <p:nvPr/>
        </p:nvSpPr>
        <p:spPr>
          <a:xfrm xmlns:a="http://schemas.openxmlformats.org/drawingml/2006/main">
            <a:off x="7372350" y="4914900"/>
            <a:ext cx="4000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26A73"/>
                </a:solidFill>
                <a:latin typeface="Apple SD Gothic Neo"/>
                <a:ea typeface="Apple SD Gothic Neo"/>
                <a:cs typeface="Apple SD Gothic Neo"/>
              </a:defRPr>
            </a:defPPr>
            <a:lvl1pPr algn="l">
              <a:defRPr sz="1725" b="0">
                <a:solidFill>
                  <a:srgbClr val="626A73"/>
                </a:solidFill>
                <a:latin typeface="Apple SD Gothic Neo"/>
                <a:ea typeface="Apple SD Gothic Neo"/>
                <a:cs typeface="Apple SD Gothic Neo"/>
              </a:defRPr>
            </a:lvl1pPr>
            <a:lvl2pPr algn="l">
              <a:defRPr sz="1725" b="0">
                <a:solidFill>
                  <a:srgbClr val="626A73"/>
                </a:solidFill>
                <a:latin typeface="Apple SD Gothic Neo"/>
                <a:ea typeface="Apple SD Gothic Neo"/>
                <a:cs typeface="Apple SD Gothic Neo"/>
              </a:defRPr>
            </a:lvl2pPr>
            <a:lvl3pPr algn="l">
              <a:defRPr sz="1725" b="0">
                <a:solidFill>
                  <a:srgbClr val="626A73"/>
                </a:solidFill>
                <a:latin typeface="Apple SD Gothic Neo"/>
                <a:ea typeface="Apple SD Gothic Neo"/>
                <a:cs typeface="Apple SD Gothic Neo"/>
              </a:defRPr>
            </a:lvl3pPr>
            <a:lvl4pPr algn="l">
              <a:defRPr sz="1725" b="0">
                <a:solidFill>
                  <a:srgbClr val="626A73"/>
                </a:solidFill>
                <a:latin typeface="Apple SD Gothic Neo"/>
                <a:ea typeface="Apple SD Gothic Neo"/>
                <a:cs typeface="Apple SD Gothic Neo"/>
              </a:defRPr>
            </a:lvl4pPr>
            <a:lvl5pPr algn="l">
              <a:defRPr sz="1725" b="0">
                <a:solidFill>
                  <a:srgbClr val="626A73"/>
                </a:solidFill>
                <a:latin typeface="Apple SD Gothic Neo"/>
                <a:ea typeface="Apple SD Gothic Neo"/>
                <a:cs typeface="Apple SD Gothic Neo"/>
              </a:defRPr>
            </a:lvl5pPr>
            <a:lvl6pPr algn="l">
              <a:defRPr sz="1725" b="0">
                <a:solidFill>
                  <a:srgbClr val="626A73"/>
                </a:solidFill>
                <a:latin typeface="Apple SD Gothic Neo"/>
                <a:ea typeface="Apple SD Gothic Neo"/>
                <a:cs typeface="Apple SD Gothic Neo"/>
              </a:defRPr>
            </a:lvl6pPr>
            <a:lvl7pPr algn="l">
              <a:defRPr sz="1725" b="0">
                <a:solidFill>
                  <a:srgbClr val="626A73"/>
                </a:solidFill>
                <a:latin typeface="Apple SD Gothic Neo"/>
                <a:ea typeface="Apple SD Gothic Neo"/>
                <a:cs typeface="Apple SD Gothic Neo"/>
              </a:defRPr>
            </a:lvl7pPr>
            <a:lvl8pPr algn="l">
              <a:defRPr sz="1725" b="0">
                <a:solidFill>
                  <a:srgbClr val="626A73"/>
                </a:solidFill>
                <a:latin typeface="Apple SD Gothic Neo"/>
                <a:ea typeface="Apple SD Gothic Neo"/>
                <a:cs typeface="Apple SD Gothic Neo"/>
              </a:defRPr>
            </a:lvl8pPr>
            <a:lvl9pPr algn="l">
              <a:defRPr sz="1725" b="0">
                <a:solidFill>
                  <a:srgbClr val="626A73"/>
                </a:solidFill>
                <a:latin typeface="Apple SD Gothic Neo"/>
                <a:ea typeface="Apple SD Gothic Neo"/>
                <a:cs typeface="Apple SD Gothic Neo"/>
              </a:defRPr>
            </a:lvl9pPr>
          </a:lstStyle>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선택한 ID의 원문을 MCP로 읽고</a:t>
            </a:r>
          </a:p>
          <a:p xmlns:a="http://schemas.openxmlformats.org/drawingml/2006/main">
            <a:pPr algn="l">
              <a:defRPr sz="1725" b="0">
                <a:solidFill>
                  <a:srgbClr val="626A73"/>
                </a:solidFill>
                <a:latin typeface="Apple SD Gothic Neo"/>
                <a:ea typeface="Apple SD Gothic Neo"/>
                <a:cs typeface="Apple SD Gothic Neo"/>
              </a:defRPr>
            </a:pPr>
            <a:r>
              <a:rPr sz="1725" b="0">
                <a:solidFill>
                  <a:srgbClr val="626A73"/>
                </a:solidFill>
                <a:latin typeface="Apple SD Gothic Neo"/>
                <a:ea typeface="Apple SD Gothic Neo"/>
                <a:cs typeface="Apple SD Gothic Neo"/>
              </a:rPr>
              <a:t>보고서의 권장 조치에 반영</a:t>
            </a:r>
          </a:p>
        </p:txBody>
      </p:sp>
      <p:sp>
        <p:nvSpPr>
          <p:cNvPr id="17" name="">
            <a:extLst xmlns:a="http://schemas.openxmlformats.org/drawingml/2006/main">
              <a:ext uri="{FF2B5EF4-FFF2-40B4-BE49-F238E27FC236}">
                <a16:creationId xmlns:a16="http://schemas.microsoft.com/office/drawing/2014/main" id="{082AD5D6-B532-49AF-9AE3-1B0AFEC27233}"/>
              </a:ext>
            </a:extLst>
          </p:cNvPr>
          <p:cNvSpPr>
            <a:spLocks xmlns:a="http://schemas.openxmlformats.org/drawingml/2006/main" noGrp="1"/>
          </p:cNvSpPr>
          <p:nvPr/>
        </p:nvSpPr>
        <p:spPr>
          <a:xfrm xmlns:a="http://schemas.openxmlformats.org/drawingml/2006/main">
            <a:off x="685800" y="6267450"/>
            <a:ext cx="1076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별도 벡터 DB 없이 6개 문서의 제목 벡터를 메모리에 캐시</a:t>
            </a:r>
          </a:p>
        </p:txBody>
      </p:sp>
      <p:sp>
        <p:nvSpPr>
          <p:cNvPr id="18" name="">
            <a:extLst xmlns:a="http://schemas.openxmlformats.org/drawingml/2006/main">
              <a:ext uri="{FF2B5EF4-FFF2-40B4-BE49-F238E27FC236}">
                <a16:creationId xmlns:a16="http://schemas.microsoft.com/office/drawing/2014/main" id="{FECF4834-EC41-48A8-BC23-96DF738DD789}"/>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20502750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87E36CD-F65B-4082-9CFB-103C12B428C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임베딩 검색의 첫 시도와 수정 결과</a:t>
            </a:r>
          </a:p>
        </p:txBody>
      </p:sp>
      <p:sp>
        <p:nvSpPr>
          <p:cNvPr id="2" name="">
            <a:extLst xmlns:a="http://schemas.openxmlformats.org/drawingml/2006/main">
              <a:ext uri="{FF2B5EF4-FFF2-40B4-BE49-F238E27FC236}">
                <a16:creationId xmlns:a16="http://schemas.microsoft.com/office/drawing/2014/main" id="{BD3EDFFD-4177-4A28-A5F0-51059DD03494}"/>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10  G096 정다운</a:t>
            </a:r>
          </a:p>
        </p:txBody>
      </p:sp>
      <p:sp>
        <p:nvSpPr>
          <p:cNvPr id="3" name="">
            <a:extLst xmlns:a="http://schemas.openxmlformats.org/drawingml/2006/main">
              <a:ext uri="{FF2B5EF4-FFF2-40B4-BE49-F238E27FC236}">
                <a16:creationId xmlns:a16="http://schemas.microsoft.com/office/drawing/2014/main" id="{A8AF35A1-35E8-439D-96D6-53DD95731BE1}"/>
              </a:ext>
            </a:extLst>
          </p:cNvPr>
          <p:cNvSpPr>
            <a:spLocks xmlns:a="http://schemas.openxmlformats.org/drawingml/2006/main" noGrp="1"/>
          </p:cNvSpPr>
          <p:nvPr/>
        </p:nvSpPr>
        <p:spPr>
          <a:xfrm xmlns:a="http://schemas.openxmlformats.org/drawingml/2006/main">
            <a:off x="685800" y="1400175"/>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Runbook 6개 · 고정 질문 5개 · 검색 단계 정밀도</a:t>
            </a:r>
          </a:p>
        </p:txBody>
      </p:sp>
      <p:sp>
        <p:nvSpPr>
          <p:cNvPr id="4" name="">
            <a:extLst xmlns:a="http://schemas.openxmlformats.org/drawingml/2006/main">
              <a:ext uri="{FF2B5EF4-FFF2-40B4-BE49-F238E27FC236}">
                <a16:creationId xmlns:a16="http://schemas.microsoft.com/office/drawing/2014/main" id="{81BF25FC-8F6A-40F7-B883-82BA9459031F}"/>
              </a:ext>
            </a:extLst>
          </p:cNvPr>
          <p:cNvSpPr>
            <a:spLocks xmlns:a="http://schemas.openxmlformats.org/drawingml/2006/main" noGrp="1"/>
          </p:cNvSpPr>
          <p:nvPr/>
        </p:nvSpPr>
        <p:spPr>
          <a:xfrm xmlns:a="http://schemas.openxmlformats.org/drawingml/2006/main">
            <a:off x="685800" y="20002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 문서 랭킹</a:t>
            </a:r>
          </a:p>
        </p:txBody>
      </p:sp>
      <p:sp>
        <p:nvSpPr>
          <p:cNvPr id="5" name="">
            <a:extLst xmlns:a="http://schemas.openxmlformats.org/drawingml/2006/main">
              <a:ext uri="{FF2B5EF4-FFF2-40B4-BE49-F238E27FC236}">
                <a16:creationId xmlns:a16="http://schemas.microsoft.com/office/drawing/2014/main" id="{FF4C9A64-D0DD-46CE-9065-E8E636E5AB36}"/>
              </a:ext>
            </a:extLst>
          </p:cNvPr>
          <p:cNvSpPr>
            <a:spLocks xmlns:a="http://schemas.openxmlformats.org/drawingml/2006/main" noGrp="1"/>
          </p:cNvSpPr>
          <p:nvPr/>
        </p:nvSpPr>
        <p:spPr>
          <a:xfrm xmlns:a="http://schemas.openxmlformats.org/drawingml/2006/main">
            <a:off x="4905375" y="198120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3151A"/>
                </a:solidFill>
                <a:latin typeface="Apple SD Gothic Neo"/>
                <a:ea typeface="Apple SD Gothic Neo"/>
                <a:cs typeface="Apple SD Gothic Neo"/>
              </a:defRPr>
            </a:defPPr>
            <a:lvl1pPr algn="l">
              <a:defRPr sz="2775" b="1">
                <a:solidFill>
                  <a:srgbClr val="13151A"/>
                </a:solidFill>
                <a:latin typeface="Apple SD Gothic Neo"/>
                <a:ea typeface="Apple SD Gothic Neo"/>
                <a:cs typeface="Apple SD Gothic Neo"/>
              </a:defRPr>
            </a:lvl1pPr>
            <a:lvl2pPr algn="l">
              <a:defRPr sz="2775" b="1">
                <a:solidFill>
                  <a:srgbClr val="13151A"/>
                </a:solidFill>
                <a:latin typeface="Apple SD Gothic Neo"/>
                <a:ea typeface="Apple SD Gothic Neo"/>
                <a:cs typeface="Apple SD Gothic Neo"/>
              </a:defRPr>
            </a:lvl2pPr>
            <a:lvl3pPr algn="l">
              <a:defRPr sz="2775" b="1">
                <a:solidFill>
                  <a:srgbClr val="13151A"/>
                </a:solidFill>
                <a:latin typeface="Apple SD Gothic Neo"/>
                <a:ea typeface="Apple SD Gothic Neo"/>
                <a:cs typeface="Apple SD Gothic Neo"/>
              </a:defRPr>
            </a:lvl3pPr>
            <a:lvl4pPr algn="l">
              <a:defRPr sz="2775" b="1">
                <a:solidFill>
                  <a:srgbClr val="13151A"/>
                </a:solidFill>
                <a:latin typeface="Apple SD Gothic Neo"/>
                <a:ea typeface="Apple SD Gothic Neo"/>
                <a:cs typeface="Apple SD Gothic Neo"/>
              </a:defRPr>
            </a:lvl4pPr>
            <a:lvl5pPr algn="l">
              <a:defRPr sz="2775" b="1">
                <a:solidFill>
                  <a:srgbClr val="13151A"/>
                </a:solidFill>
                <a:latin typeface="Apple SD Gothic Neo"/>
                <a:ea typeface="Apple SD Gothic Neo"/>
                <a:cs typeface="Apple SD Gothic Neo"/>
              </a:defRPr>
            </a:lvl5pPr>
            <a:lvl6pPr algn="l">
              <a:defRPr sz="2775" b="1">
                <a:solidFill>
                  <a:srgbClr val="13151A"/>
                </a:solidFill>
                <a:latin typeface="Apple SD Gothic Neo"/>
                <a:ea typeface="Apple SD Gothic Neo"/>
                <a:cs typeface="Apple SD Gothic Neo"/>
              </a:defRPr>
            </a:lvl6pPr>
            <a:lvl7pPr algn="l">
              <a:defRPr sz="2775" b="1">
                <a:solidFill>
                  <a:srgbClr val="13151A"/>
                </a:solidFill>
                <a:latin typeface="Apple SD Gothic Neo"/>
                <a:ea typeface="Apple SD Gothic Neo"/>
                <a:cs typeface="Apple SD Gothic Neo"/>
              </a:defRPr>
            </a:lvl7pPr>
            <a:lvl8pPr algn="l">
              <a:defRPr sz="2775" b="1">
                <a:solidFill>
                  <a:srgbClr val="13151A"/>
                </a:solidFill>
                <a:latin typeface="Apple SD Gothic Neo"/>
                <a:ea typeface="Apple SD Gothic Neo"/>
                <a:cs typeface="Apple SD Gothic Neo"/>
              </a:defRPr>
            </a:lvl8pPr>
            <a:lvl9pPr algn="l">
              <a:defRPr sz="2775" b="1">
                <a:solidFill>
                  <a:srgbClr val="13151A"/>
                </a:solidFill>
                <a:latin typeface="Apple SD Gothic Neo"/>
                <a:ea typeface="Apple SD Gothic Neo"/>
                <a:cs typeface="Apple SD Gothic Neo"/>
              </a:defRPr>
            </a:lvl9pPr>
          </a:lstStyle>
          <a:p xmlns:a="http://schemas.openxmlformats.org/drawingml/2006/main">
            <a:pPr algn="l">
              <a:defRPr sz="2775" b="1">
                <a:solidFill>
                  <a:srgbClr val="13151A"/>
                </a:solidFill>
                <a:latin typeface="Apple SD Gothic Neo"/>
                <a:ea typeface="Apple SD Gothic Neo"/>
                <a:cs typeface="Apple SD Gothic Neo"/>
              </a:defRPr>
            </a:pPr>
            <a:r>
              <a:rPr sz="2775" b="1">
                <a:solidFill>
                  <a:srgbClr val="13151A"/>
                </a:solidFill>
                <a:latin typeface="Apple SD Gothic Neo"/>
                <a:ea typeface="Apple SD Gothic Neo"/>
                <a:cs typeface="Apple SD Gothic Neo"/>
              </a:rPr>
              <a:t>85.7%</a:t>
            </a:r>
          </a:p>
        </p:txBody>
      </p:sp>
      <p:sp>
        <p:nvSpPr>
          <p:cNvPr id="6" name="">
            <a:extLst xmlns:a="http://schemas.openxmlformats.org/drawingml/2006/main">
              <a:ext uri="{FF2B5EF4-FFF2-40B4-BE49-F238E27FC236}">
                <a16:creationId xmlns:a16="http://schemas.microsoft.com/office/drawing/2014/main" id="{7DB8C41E-4BB2-4913-B40E-F770E0CE3E5A}"/>
              </a:ext>
            </a:extLst>
          </p:cNvPr>
          <p:cNvSpPr>
            <a:spLocks xmlns:a="http://schemas.openxmlformats.org/drawingml/2006/main" noGrp="1"/>
          </p:cNvSpPr>
          <p:nvPr/>
        </p:nvSpPr>
        <p:spPr>
          <a:xfrm xmlns:a="http://schemas.openxmlformats.org/drawingml/2006/main">
            <a:off x="685800" y="2895600"/>
            <a:ext cx="400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첫 임베딩: 본문 전체</a:t>
            </a:r>
          </a:p>
        </p:txBody>
      </p:sp>
      <p:sp>
        <p:nvSpPr>
          <p:cNvPr id="7" name="">
            <a:extLst xmlns:a="http://schemas.openxmlformats.org/drawingml/2006/main">
              <a:ext uri="{FF2B5EF4-FFF2-40B4-BE49-F238E27FC236}">
                <a16:creationId xmlns:a16="http://schemas.microsoft.com/office/drawing/2014/main" id="{83A02026-98D8-4CD1-BA95-676F8D124AB0}"/>
              </a:ext>
            </a:extLst>
          </p:cNvPr>
          <p:cNvSpPr>
            <a:spLocks xmlns:a="http://schemas.openxmlformats.org/drawingml/2006/main" noGrp="1"/>
          </p:cNvSpPr>
          <p:nvPr/>
        </p:nvSpPr>
        <p:spPr>
          <a:xfrm xmlns:a="http://schemas.openxmlformats.org/drawingml/2006/main">
            <a:off x="4905375" y="2876550"/>
            <a:ext cx="1809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B4232D"/>
                </a:solidFill>
                <a:latin typeface="Apple SD Gothic Neo"/>
                <a:ea typeface="Apple SD Gothic Neo"/>
                <a:cs typeface="Apple SD Gothic Neo"/>
              </a:defRPr>
            </a:defPPr>
            <a:lvl1pPr algn="l">
              <a:defRPr sz="2775" b="1">
                <a:solidFill>
                  <a:srgbClr val="B4232D"/>
                </a:solidFill>
                <a:latin typeface="Apple SD Gothic Neo"/>
                <a:ea typeface="Apple SD Gothic Neo"/>
                <a:cs typeface="Apple SD Gothic Neo"/>
              </a:defRPr>
            </a:lvl1pPr>
            <a:lvl2pPr algn="l">
              <a:defRPr sz="2775" b="1">
                <a:solidFill>
                  <a:srgbClr val="B4232D"/>
                </a:solidFill>
                <a:latin typeface="Apple SD Gothic Neo"/>
                <a:ea typeface="Apple SD Gothic Neo"/>
                <a:cs typeface="Apple SD Gothic Neo"/>
              </a:defRPr>
            </a:lvl2pPr>
            <a:lvl3pPr algn="l">
              <a:defRPr sz="2775" b="1">
                <a:solidFill>
                  <a:srgbClr val="B4232D"/>
                </a:solidFill>
                <a:latin typeface="Apple SD Gothic Neo"/>
                <a:ea typeface="Apple SD Gothic Neo"/>
                <a:cs typeface="Apple SD Gothic Neo"/>
              </a:defRPr>
            </a:lvl3pPr>
            <a:lvl4pPr algn="l">
              <a:defRPr sz="2775" b="1">
                <a:solidFill>
                  <a:srgbClr val="B4232D"/>
                </a:solidFill>
                <a:latin typeface="Apple SD Gothic Neo"/>
                <a:ea typeface="Apple SD Gothic Neo"/>
                <a:cs typeface="Apple SD Gothic Neo"/>
              </a:defRPr>
            </a:lvl4pPr>
            <a:lvl5pPr algn="l">
              <a:defRPr sz="2775" b="1">
                <a:solidFill>
                  <a:srgbClr val="B4232D"/>
                </a:solidFill>
                <a:latin typeface="Apple SD Gothic Neo"/>
                <a:ea typeface="Apple SD Gothic Neo"/>
                <a:cs typeface="Apple SD Gothic Neo"/>
              </a:defRPr>
            </a:lvl5pPr>
            <a:lvl6pPr algn="l">
              <a:defRPr sz="2775" b="1">
                <a:solidFill>
                  <a:srgbClr val="B4232D"/>
                </a:solidFill>
                <a:latin typeface="Apple SD Gothic Neo"/>
                <a:ea typeface="Apple SD Gothic Neo"/>
                <a:cs typeface="Apple SD Gothic Neo"/>
              </a:defRPr>
            </a:lvl6pPr>
            <a:lvl7pPr algn="l">
              <a:defRPr sz="2775" b="1">
                <a:solidFill>
                  <a:srgbClr val="B4232D"/>
                </a:solidFill>
                <a:latin typeface="Apple SD Gothic Neo"/>
                <a:ea typeface="Apple SD Gothic Neo"/>
                <a:cs typeface="Apple SD Gothic Neo"/>
              </a:defRPr>
            </a:lvl7pPr>
            <a:lvl8pPr algn="l">
              <a:defRPr sz="2775" b="1">
                <a:solidFill>
                  <a:srgbClr val="B4232D"/>
                </a:solidFill>
                <a:latin typeface="Apple SD Gothic Neo"/>
                <a:ea typeface="Apple SD Gothic Neo"/>
                <a:cs typeface="Apple SD Gothic Neo"/>
              </a:defRPr>
            </a:lvl8pPr>
            <a:lvl9pPr algn="l">
              <a:defRPr sz="2775" b="1">
                <a:solidFill>
                  <a:srgbClr val="B4232D"/>
                </a:solidFill>
                <a:latin typeface="Apple SD Gothic Neo"/>
                <a:ea typeface="Apple SD Gothic Neo"/>
                <a:cs typeface="Apple SD Gothic Neo"/>
              </a:defRPr>
            </a:lvl9pPr>
          </a:lstStyle>
          <a:p xmlns:a="http://schemas.openxmlformats.org/drawingml/2006/main">
            <a:pPr algn="l">
              <a:defRPr sz="2775" b="1">
                <a:solidFill>
                  <a:srgbClr val="B4232D"/>
                </a:solidFill>
                <a:latin typeface="Apple SD Gothic Neo"/>
                <a:ea typeface="Apple SD Gothic Neo"/>
                <a:cs typeface="Apple SD Gothic Neo"/>
              </a:defRPr>
            </a:pPr>
            <a:r>
              <a:rPr sz="2775" b="1">
                <a:solidFill>
                  <a:srgbClr val="B4232D"/>
                </a:solidFill>
                <a:latin typeface="Apple SD Gothic Neo"/>
                <a:ea typeface="Apple SD Gothic Neo"/>
                <a:cs typeface="Apple SD Gothic Neo"/>
              </a:rPr>
              <a:t>66.7%</a:t>
            </a:r>
          </a:p>
        </p:txBody>
      </p:sp>
      <p:sp>
        <p:nvSpPr>
          <p:cNvPr id="8" name="">
            <a:extLst xmlns:a="http://schemas.openxmlformats.org/drawingml/2006/main">
              <a:ext uri="{FF2B5EF4-FFF2-40B4-BE49-F238E27FC236}">
                <a16:creationId xmlns:a16="http://schemas.microsoft.com/office/drawing/2014/main" id="{E52E6087-8BD3-4534-B52F-3B1CFC6286B1}"/>
              </a:ext>
            </a:extLst>
          </p:cNvPr>
          <p:cNvSpPr>
            <a:spLocks xmlns:a="http://schemas.openxmlformats.org/drawingml/2006/main" noGrp="1"/>
          </p:cNvSpPr>
          <p:nvPr/>
        </p:nvSpPr>
        <p:spPr>
          <a:xfrm xmlns:a="http://schemas.openxmlformats.org/drawingml/2006/main">
            <a:off x="685800" y="3819525"/>
            <a:ext cx="4048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수정: 제목 + 알림별 검색</a:t>
            </a:r>
          </a:p>
        </p:txBody>
      </p:sp>
      <p:sp>
        <p:nvSpPr>
          <p:cNvPr id="9" name="">
            <a:extLst xmlns:a="http://schemas.openxmlformats.org/drawingml/2006/main">
              <a:ext uri="{FF2B5EF4-FFF2-40B4-BE49-F238E27FC236}">
                <a16:creationId xmlns:a16="http://schemas.microsoft.com/office/drawing/2014/main" id="{D8AD397D-7000-4724-90F2-AB55ED2F2E5B}"/>
              </a:ext>
            </a:extLst>
          </p:cNvPr>
          <p:cNvSpPr>
            <a:spLocks xmlns:a="http://schemas.openxmlformats.org/drawingml/2006/main" noGrp="1"/>
          </p:cNvSpPr>
          <p:nvPr/>
        </p:nvSpPr>
        <p:spPr>
          <a:xfrm xmlns:a="http://schemas.openxmlformats.org/drawingml/2006/main">
            <a:off x="4905375" y="3781425"/>
            <a:ext cx="1809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B4232D"/>
                </a:solidFill>
                <a:latin typeface="Apple SD Gothic Neo"/>
                <a:ea typeface="Apple SD Gothic Neo"/>
                <a:cs typeface="Apple SD Gothic Neo"/>
              </a:defRPr>
            </a:defPPr>
            <a:lvl1pPr algn="l">
              <a:defRPr sz="2925" b="1">
                <a:solidFill>
                  <a:srgbClr val="B4232D"/>
                </a:solidFill>
                <a:latin typeface="Apple SD Gothic Neo"/>
                <a:ea typeface="Apple SD Gothic Neo"/>
                <a:cs typeface="Apple SD Gothic Neo"/>
              </a:defRPr>
            </a:lvl1pPr>
            <a:lvl2pPr algn="l">
              <a:defRPr sz="2925" b="1">
                <a:solidFill>
                  <a:srgbClr val="B4232D"/>
                </a:solidFill>
                <a:latin typeface="Apple SD Gothic Neo"/>
                <a:ea typeface="Apple SD Gothic Neo"/>
                <a:cs typeface="Apple SD Gothic Neo"/>
              </a:defRPr>
            </a:lvl2pPr>
            <a:lvl3pPr algn="l">
              <a:defRPr sz="2925" b="1">
                <a:solidFill>
                  <a:srgbClr val="B4232D"/>
                </a:solidFill>
                <a:latin typeface="Apple SD Gothic Neo"/>
                <a:ea typeface="Apple SD Gothic Neo"/>
                <a:cs typeface="Apple SD Gothic Neo"/>
              </a:defRPr>
            </a:lvl3pPr>
            <a:lvl4pPr algn="l">
              <a:defRPr sz="2925" b="1">
                <a:solidFill>
                  <a:srgbClr val="B4232D"/>
                </a:solidFill>
                <a:latin typeface="Apple SD Gothic Neo"/>
                <a:ea typeface="Apple SD Gothic Neo"/>
                <a:cs typeface="Apple SD Gothic Neo"/>
              </a:defRPr>
            </a:lvl4pPr>
            <a:lvl5pPr algn="l">
              <a:defRPr sz="2925" b="1">
                <a:solidFill>
                  <a:srgbClr val="B4232D"/>
                </a:solidFill>
                <a:latin typeface="Apple SD Gothic Neo"/>
                <a:ea typeface="Apple SD Gothic Neo"/>
                <a:cs typeface="Apple SD Gothic Neo"/>
              </a:defRPr>
            </a:lvl5pPr>
            <a:lvl6pPr algn="l">
              <a:defRPr sz="2925" b="1">
                <a:solidFill>
                  <a:srgbClr val="B4232D"/>
                </a:solidFill>
                <a:latin typeface="Apple SD Gothic Neo"/>
                <a:ea typeface="Apple SD Gothic Neo"/>
                <a:cs typeface="Apple SD Gothic Neo"/>
              </a:defRPr>
            </a:lvl6pPr>
            <a:lvl7pPr algn="l">
              <a:defRPr sz="2925" b="1">
                <a:solidFill>
                  <a:srgbClr val="B4232D"/>
                </a:solidFill>
                <a:latin typeface="Apple SD Gothic Neo"/>
                <a:ea typeface="Apple SD Gothic Neo"/>
                <a:cs typeface="Apple SD Gothic Neo"/>
              </a:defRPr>
            </a:lvl7pPr>
            <a:lvl8pPr algn="l">
              <a:defRPr sz="2925" b="1">
                <a:solidFill>
                  <a:srgbClr val="B4232D"/>
                </a:solidFill>
                <a:latin typeface="Apple SD Gothic Neo"/>
                <a:ea typeface="Apple SD Gothic Neo"/>
                <a:cs typeface="Apple SD Gothic Neo"/>
              </a:defRPr>
            </a:lvl8pPr>
            <a:lvl9pPr algn="l">
              <a:defRPr sz="2925" b="1">
                <a:solidFill>
                  <a:srgbClr val="B4232D"/>
                </a:solidFill>
                <a:latin typeface="Apple SD Gothic Neo"/>
                <a:ea typeface="Apple SD Gothic Neo"/>
                <a:cs typeface="Apple SD Gothic Neo"/>
              </a:defRPr>
            </a:lvl9pPr>
          </a:lstStyle>
          <a:p xmlns:a="http://schemas.openxmlformats.org/drawingml/2006/main">
            <a:pPr algn="l">
              <a:defRPr sz="2925" b="1">
                <a:solidFill>
                  <a:srgbClr val="B4232D"/>
                </a:solidFill>
                <a:latin typeface="Apple SD Gothic Neo"/>
                <a:ea typeface="Apple SD Gothic Neo"/>
                <a:cs typeface="Apple SD Gothic Neo"/>
              </a:defRPr>
            </a:pPr>
            <a:r>
              <a:rPr sz="2925" b="1">
                <a:solidFill>
                  <a:srgbClr val="B4232D"/>
                </a:solidFill>
                <a:latin typeface="Apple SD Gothic Neo"/>
                <a:ea typeface="Apple SD Gothic Neo"/>
                <a:cs typeface="Apple SD Gothic Neo"/>
              </a:rPr>
              <a:t>100%</a:t>
            </a:r>
          </a:p>
        </p:txBody>
      </p:sp>
      <p:sp>
        <p:nvSpPr>
          <p:cNvPr id="10" name="">
            <a:extLst xmlns:a="http://schemas.openxmlformats.org/drawingml/2006/main">
              <a:ext uri="{FF2B5EF4-FFF2-40B4-BE49-F238E27FC236}">
                <a16:creationId xmlns:a16="http://schemas.microsoft.com/office/drawing/2014/main" id="{637247E7-1D6B-4F36-8586-40525FED7819}"/>
              </a:ext>
            </a:extLst>
          </p:cNvPr>
          <p:cNvSpPr>
            <a:spLocks xmlns:a="http://schemas.openxmlformats.org/drawingml/2006/main" noGrp="1"/>
          </p:cNvSpPr>
          <p:nvPr/>
        </p:nvSpPr>
        <p:spPr>
          <a:xfrm xmlns:a="http://schemas.openxmlformats.org/drawingml/2006/main">
            <a:off x="7391400" y="18669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문제 판단</a:t>
            </a:r>
          </a:p>
        </p:txBody>
      </p:sp>
      <p:sp>
        <p:nvSpPr>
          <p:cNvPr id="11" name="">
            <a:extLst xmlns:a="http://schemas.openxmlformats.org/drawingml/2006/main">
              <a:ext uri="{FF2B5EF4-FFF2-40B4-BE49-F238E27FC236}">
                <a16:creationId xmlns:a16="http://schemas.microsoft.com/office/drawing/2014/main" id="{D203454F-8E6C-497C-84CB-008D8AE38C01}"/>
              </a:ext>
            </a:extLst>
          </p:cNvPr>
          <p:cNvSpPr>
            <a:spLocks xmlns:a="http://schemas.openxmlformats.org/drawingml/2006/main" noGrp="1"/>
          </p:cNvSpPr>
          <p:nvPr/>
        </p:nvSpPr>
        <p:spPr>
          <a:xfrm xmlns:a="http://schemas.openxmlformats.org/drawingml/2006/main">
            <a:off x="7391400" y="22669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3151A"/>
                </a:solidFill>
                <a:latin typeface="Apple SD Gothic Neo"/>
                <a:ea typeface="Apple SD Gothic Neo"/>
                <a:cs typeface="Apple SD Gothic Neo"/>
              </a:defRPr>
            </a:defPPr>
            <a:lvl1pPr algn="l">
              <a:defRPr sz="1725" b="0">
                <a:solidFill>
                  <a:srgbClr val="13151A"/>
                </a:solidFill>
                <a:latin typeface="Apple SD Gothic Neo"/>
                <a:ea typeface="Apple SD Gothic Neo"/>
                <a:cs typeface="Apple SD Gothic Neo"/>
              </a:defRPr>
            </a:lvl1pPr>
            <a:lvl2pPr algn="l">
              <a:defRPr sz="1725" b="0">
                <a:solidFill>
                  <a:srgbClr val="13151A"/>
                </a:solidFill>
                <a:latin typeface="Apple SD Gothic Neo"/>
                <a:ea typeface="Apple SD Gothic Neo"/>
                <a:cs typeface="Apple SD Gothic Neo"/>
              </a:defRPr>
            </a:lvl2pPr>
            <a:lvl3pPr algn="l">
              <a:defRPr sz="1725" b="0">
                <a:solidFill>
                  <a:srgbClr val="13151A"/>
                </a:solidFill>
                <a:latin typeface="Apple SD Gothic Neo"/>
                <a:ea typeface="Apple SD Gothic Neo"/>
                <a:cs typeface="Apple SD Gothic Neo"/>
              </a:defRPr>
            </a:lvl3pPr>
            <a:lvl4pPr algn="l">
              <a:defRPr sz="1725" b="0">
                <a:solidFill>
                  <a:srgbClr val="13151A"/>
                </a:solidFill>
                <a:latin typeface="Apple SD Gothic Neo"/>
                <a:ea typeface="Apple SD Gothic Neo"/>
                <a:cs typeface="Apple SD Gothic Neo"/>
              </a:defRPr>
            </a:lvl4pPr>
            <a:lvl5pPr algn="l">
              <a:defRPr sz="1725" b="0">
                <a:solidFill>
                  <a:srgbClr val="13151A"/>
                </a:solidFill>
                <a:latin typeface="Apple SD Gothic Neo"/>
                <a:ea typeface="Apple SD Gothic Neo"/>
                <a:cs typeface="Apple SD Gothic Neo"/>
              </a:defRPr>
            </a:lvl5pPr>
            <a:lvl6pPr algn="l">
              <a:defRPr sz="1725" b="0">
                <a:solidFill>
                  <a:srgbClr val="13151A"/>
                </a:solidFill>
                <a:latin typeface="Apple SD Gothic Neo"/>
                <a:ea typeface="Apple SD Gothic Neo"/>
                <a:cs typeface="Apple SD Gothic Neo"/>
              </a:defRPr>
            </a:lvl6pPr>
            <a:lvl7pPr algn="l">
              <a:defRPr sz="1725" b="0">
                <a:solidFill>
                  <a:srgbClr val="13151A"/>
                </a:solidFill>
                <a:latin typeface="Apple SD Gothic Neo"/>
                <a:ea typeface="Apple SD Gothic Neo"/>
                <a:cs typeface="Apple SD Gothic Neo"/>
              </a:defRPr>
            </a:lvl7pPr>
            <a:lvl8pPr algn="l">
              <a:defRPr sz="1725" b="0">
                <a:solidFill>
                  <a:srgbClr val="13151A"/>
                </a:solidFill>
                <a:latin typeface="Apple SD Gothic Neo"/>
                <a:ea typeface="Apple SD Gothic Neo"/>
                <a:cs typeface="Apple SD Gothic Neo"/>
              </a:defRPr>
            </a:lvl8pPr>
            <a:lvl9pPr algn="l">
              <a:defRPr sz="1725" b="0">
                <a:solidFill>
                  <a:srgbClr val="13151A"/>
                </a:solidFill>
                <a:latin typeface="Apple SD Gothic Neo"/>
                <a:ea typeface="Apple SD Gothic Neo"/>
                <a:cs typeface="Apple SD Gothic Neo"/>
              </a:defRPr>
            </a:lvl9pPr>
          </a:lstStyle>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공통 절차 문장이 많고</a:t>
            </a:r>
          </a:p>
          <a:p xmlns:a="http://schemas.openxmlformats.org/drawingml/2006/main">
            <a:pPr algn="l">
              <a:defRPr sz="1725" b="0">
                <a:solidFill>
                  <a:srgbClr val="13151A"/>
                </a:solidFill>
                <a:latin typeface="Apple SD Gothic Neo"/>
                <a:ea typeface="Apple SD Gothic Neo"/>
                <a:cs typeface="Apple SD Gothic Neo"/>
              </a:defRPr>
            </a:pPr>
            <a:r>
              <a:rPr sz="1725" b="0">
                <a:solidFill>
                  <a:srgbClr val="13151A"/>
                </a:solidFill>
                <a:latin typeface="Apple SD Gothic Neo"/>
                <a:ea typeface="Apple SD Gothic Neo"/>
                <a:cs typeface="Apple SD Gothic Neo"/>
              </a:rPr>
              <a:t>복합 증상이 한 벡터에 섞임</a:t>
            </a:r>
          </a:p>
        </p:txBody>
      </p:sp>
      <p:sp>
        <p:nvSpPr>
          <p:cNvPr id="12" name="">
            <a:extLst xmlns:a="http://schemas.openxmlformats.org/drawingml/2006/main">
              <a:ext uri="{FF2B5EF4-FFF2-40B4-BE49-F238E27FC236}">
                <a16:creationId xmlns:a16="http://schemas.microsoft.com/office/drawing/2014/main" id="{5276D960-B804-4F60-8B9A-DF2B34D62A50}"/>
              </a:ext>
            </a:extLst>
          </p:cNvPr>
          <p:cNvSpPr>
            <a:spLocks xmlns:a="http://schemas.openxmlformats.org/drawingml/2006/main" noGrp="1"/>
          </p:cNvSpPr>
          <p:nvPr/>
        </p:nvSpPr>
        <p:spPr>
          <a:xfrm xmlns:a="http://schemas.openxmlformats.org/drawingml/2006/main">
            <a:off x="7391400" y="34671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수정</a:t>
            </a:r>
          </a:p>
        </p:txBody>
      </p:sp>
      <p:sp>
        <p:nvSpPr>
          <p:cNvPr id="13" name="">
            <a:extLst xmlns:a="http://schemas.openxmlformats.org/drawingml/2006/main">
              <a:ext uri="{FF2B5EF4-FFF2-40B4-BE49-F238E27FC236}">
                <a16:creationId xmlns:a16="http://schemas.microsoft.com/office/drawing/2014/main" id="{D5801703-A4D7-46C8-B398-B29C432446A2}"/>
              </a:ext>
            </a:extLst>
          </p:cNvPr>
          <p:cNvSpPr>
            <a:spLocks xmlns:a="http://schemas.openxmlformats.org/drawingml/2006/main" noGrp="1"/>
          </p:cNvSpPr>
          <p:nvPr/>
        </p:nvSpPr>
        <p:spPr>
          <a:xfrm xmlns:a="http://schemas.openxmlformats.org/drawingml/2006/main">
            <a:off x="7391400" y="3867150"/>
            <a:ext cx="3810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제목만 임베딩</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질문과 각 알림을 따로 비교</a:t>
            </a:r>
          </a:p>
        </p:txBody>
      </p:sp>
      <p:sp>
        <p:nvSpPr>
          <p:cNvPr id="14" name="">
            <a:extLst xmlns:a="http://schemas.openxmlformats.org/drawingml/2006/main">
              <a:ext uri="{FF2B5EF4-FFF2-40B4-BE49-F238E27FC236}">
                <a16:creationId xmlns:a16="http://schemas.microsoft.com/office/drawing/2014/main" id="{1BA4B32B-5E8C-4B17-840D-8C95E0F96C63}"/>
              </a:ext>
            </a:extLst>
          </p:cNvPr>
          <p:cNvSpPr>
            <a:spLocks xmlns:a="http://schemas.openxmlformats.org/drawingml/2006/main" noGrp="1"/>
          </p:cNvSpPr>
          <p:nvPr/>
        </p:nvSpPr>
        <p:spPr>
          <a:xfrm xmlns:a="http://schemas.openxmlformats.org/drawingml/2006/main">
            <a:off x="695325" y="5286375"/>
            <a:ext cx="1062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3151A"/>
                </a:solidFill>
                <a:latin typeface="Apple SD Gothic Neo"/>
                <a:ea typeface="Apple SD Gothic Neo"/>
                <a:cs typeface="Apple SD Gothic Neo"/>
              </a:defRPr>
            </a:defPPr>
            <a:lvl1pPr algn="l">
              <a:defRPr sz="1800" b="1">
                <a:solidFill>
                  <a:srgbClr val="13151A"/>
                </a:solidFill>
                <a:latin typeface="Apple SD Gothic Neo"/>
                <a:ea typeface="Apple SD Gothic Neo"/>
                <a:cs typeface="Apple SD Gothic Neo"/>
              </a:defRPr>
            </a:lvl1pPr>
            <a:lvl2pPr algn="l">
              <a:defRPr sz="1800" b="1">
                <a:solidFill>
                  <a:srgbClr val="13151A"/>
                </a:solidFill>
                <a:latin typeface="Apple SD Gothic Neo"/>
                <a:ea typeface="Apple SD Gothic Neo"/>
                <a:cs typeface="Apple SD Gothic Neo"/>
              </a:defRPr>
            </a:lvl2pPr>
            <a:lvl3pPr algn="l">
              <a:defRPr sz="1800" b="1">
                <a:solidFill>
                  <a:srgbClr val="13151A"/>
                </a:solidFill>
                <a:latin typeface="Apple SD Gothic Neo"/>
                <a:ea typeface="Apple SD Gothic Neo"/>
                <a:cs typeface="Apple SD Gothic Neo"/>
              </a:defRPr>
            </a:lvl3pPr>
            <a:lvl4pPr algn="l">
              <a:defRPr sz="1800" b="1">
                <a:solidFill>
                  <a:srgbClr val="13151A"/>
                </a:solidFill>
                <a:latin typeface="Apple SD Gothic Neo"/>
                <a:ea typeface="Apple SD Gothic Neo"/>
                <a:cs typeface="Apple SD Gothic Neo"/>
              </a:defRPr>
            </a:lvl4pPr>
            <a:lvl5pPr algn="l">
              <a:defRPr sz="1800" b="1">
                <a:solidFill>
                  <a:srgbClr val="13151A"/>
                </a:solidFill>
                <a:latin typeface="Apple SD Gothic Neo"/>
                <a:ea typeface="Apple SD Gothic Neo"/>
                <a:cs typeface="Apple SD Gothic Neo"/>
              </a:defRPr>
            </a:lvl5pPr>
            <a:lvl6pPr algn="l">
              <a:defRPr sz="1800" b="1">
                <a:solidFill>
                  <a:srgbClr val="13151A"/>
                </a:solidFill>
                <a:latin typeface="Apple SD Gothic Neo"/>
                <a:ea typeface="Apple SD Gothic Neo"/>
                <a:cs typeface="Apple SD Gothic Neo"/>
              </a:defRPr>
            </a:lvl6pPr>
            <a:lvl7pPr algn="l">
              <a:defRPr sz="1800" b="1">
                <a:solidFill>
                  <a:srgbClr val="13151A"/>
                </a:solidFill>
                <a:latin typeface="Apple SD Gothic Neo"/>
                <a:ea typeface="Apple SD Gothic Neo"/>
                <a:cs typeface="Apple SD Gothic Neo"/>
              </a:defRPr>
            </a:lvl7pPr>
            <a:lvl8pPr algn="l">
              <a:defRPr sz="1800" b="1">
                <a:solidFill>
                  <a:srgbClr val="13151A"/>
                </a:solidFill>
                <a:latin typeface="Apple SD Gothic Neo"/>
                <a:ea typeface="Apple SD Gothic Neo"/>
                <a:cs typeface="Apple SD Gothic Neo"/>
              </a:defRPr>
            </a:lvl8pPr>
            <a:lvl9pPr algn="l">
              <a:defRPr sz="1800" b="1">
                <a:solidFill>
                  <a:srgbClr val="13151A"/>
                </a:solidFill>
                <a:latin typeface="Apple SD Gothic Neo"/>
                <a:ea typeface="Apple SD Gothic Neo"/>
                <a:cs typeface="Apple SD Gothic Neo"/>
              </a:defRPr>
            </a:lvl9pPr>
          </a:lstStyle>
          <a:p xmlns:a="http://schemas.openxmlformats.org/drawingml/2006/main">
            <a:pPr algn="l">
              <a:defRPr sz="1800" b="1">
                <a:solidFill>
                  <a:srgbClr val="13151A"/>
                </a:solidFill>
                <a:latin typeface="Apple SD Gothic Neo"/>
                <a:ea typeface="Apple SD Gothic Neo"/>
                <a:cs typeface="Apple SD Gothic Neo"/>
              </a:defRPr>
            </a:pPr>
            <a:r>
              <a:rPr sz="1800" b="1">
                <a:solidFill>
                  <a:srgbClr val="13151A"/>
                </a:solidFill>
                <a:latin typeface="Apple SD Gothic Neo"/>
                <a:ea typeface="Apple SD Gothic Neo"/>
                <a:cs typeface="Apple SD Gothic Neo"/>
              </a:rPr>
              <a:t>5건 검색 시간  LLM 9.12초   수정 임베딩 1.51초</a:t>
            </a:r>
          </a:p>
        </p:txBody>
      </p:sp>
      <p:sp>
        <p:nvSpPr>
          <p:cNvPr id="15" name="">
            <a:extLst xmlns:a="http://schemas.openxmlformats.org/drawingml/2006/main">
              <a:ext uri="{FF2B5EF4-FFF2-40B4-BE49-F238E27FC236}">
                <a16:creationId xmlns:a16="http://schemas.microsoft.com/office/drawing/2014/main" id="{212DEB46-5EAB-4668-8E4E-A52F5A733673}"/>
              </a:ext>
            </a:extLst>
          </p:cNvPr>
          <p:cNvSpPr>
            <a:spLocks xmlns:a="http://schemas.openxmlformats.org/drawingml/2006/main" noGrp="1"/>
          </p:cNvSpPr>
          <p:nvPr/>
        </p:nvSpPr>
        <p:spPr>
          <a:xfrm xmlns:a="http://schemas.openxmlformats.org/drawingml/2006/main">
            <a:off x="695325" y="61626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26A73"/>
                </a:solidFill>
                <a:latin typeface="Apple SD Gothic Neo"/>
                <a:ea typeface="Apple SD Gothic Neo"/>
                <a:cs typeface="Apple SD Gothic Neo"/>
              </a:defRPr>
            </a:defPPr>
            <a:lvl1pPr algn="l">
              <a:defRPr sz="1350" b="0">
                <a:solidFill>
                  <a:srgbClr val="626A73"/>
                </a:solidFill>
                <a:latin typeface="Apple SD Gothic Neo"/>
                <a:ea typeface="Apple SD Gothic Neo"/>
                <a:cs typeface="Apple SD Gothic Neo"/>
              </a:defRPr>
            </a:lvl1pPr>
            <a:lvl2pPr algn="l">
              <a:defRPr sz="1350" b="0">
                <a:solidFill>
                  <a:srgbClr val="626A73"/>
                </a:solidFill>
                <a:latin typeface="Apple SD Gothic Neo"/>
                <a:ea typeface="Apple SD Gothic Neo"/>
                <a:cs typeface="Apple SD Gothic Neo"/>
              </a:defRPr>
            </a:lvl2pPr>
            <a:lvl3pPr algn="l">
              <a:defRPr sz="1350" b="0">
                <a:solidFill>
                  <a:srgbClr val="626A73"/>
                </a:solidFill>
                <a:latin typeface="Apple SD Gothic Neo"/>
                <a:ea typeface="Apple SD Gothic Neo"/>
                <a:cs typeface="Apple SD Gothic Neo"/>
              </a:defRPr>
            </a:lvl3pPr>
            <a:lvl4pPr algn="l">
              <a:defRPr sz="1350" b="0">
                <a:solidFill>
                  <a:srgbClr val="626A73"/>
                </a:solidFill>
                <a:latin typeface="Apple SD Gothic Neo"/>
                <a:ea typeface="Apple SD Gothic Neo"/>
                <a:cs typeface="Apple SD Gothic Neo"/>
              </a:defRPr>
            </a:lvl4pPr>
            <a:lvl5pPr algn="l">
              <a:defRPr sz="1350" b="0">
                <a:solidFill>
                  <a:srgbClr val="626A73"/>
                </a:solidFill>
                <a:latin typeface="Apple SD Gothic Neo"/>
                <a:ea typeface="Apple SD Gothic Neo"/>
                <a:cs typeface="Apple SD Gothic Neo"/>
              </a:defRPr>
            </a:lvl5pPr>
            <a:lvl6pPr algn="l">
              <a:defRPr sz="1350" b="0">
                <a:solidFill>
                  <a:srgbClr val="626A73"/>
                </a:solidFill>
                <a:latin typeface="Apple SD Gothic Neo"/>
                <a:ea typeface="Apple SD Gothic Neo"/>
                <a:cs typeface="Apple SD Gothic Neo"/>
              </a:defRPr>
            </a:lvl6pPr>
            <a:lvl7pPr algn="l">
              <a:defRPr sz="1350" b="0">
                <a:solidFill>
                  <a:srgbClr val="626A73"/>
                </a:solidFill>
                <a:latin typeface="Apple SD Gothic Neo"/>
                <a:ea typeface="Apple SD Gothic Neo"/>
                <a:cs typeface="Apple SD Gothic Neo"/>
              </a:defRPr>
            </a:lvl7pPr>
            <a:lvl8pPr algn="l">
              <a:defRPr sz="1350" b="0">
                <a:solidFill>
                  <a:srgbClr val="626A73"/>
                </a:solidFill>
                <a:latin typeface="Apple SD Gothic Neo"/>
                <a:ea typeface="Apple SD Gothic Neo"/>
                <a:cs typeface="Apple SD Gothic Neo"/>
              </a:defRPr>
            </a:lvl8pPr>
            <a:lvl9pPr algn="l">
              <a:defRPr sz="1350" b="0">
                <a:solidFill>
                  <a:srgbClr val="626A73"/>
                </a:solidFill>
                <a:latin typeface="Apple SD Gothic Neo"/>
                <a:ea typeface="Apple SD Gothic Neo"/>
                <a:cs typeface="Apple SD Gothic Neo"/>
              </a:defRPr>
            </a:lvl9pPr>
          </a:lstStyle>
          <a:p xmlns:a="http://schemas.openxmlformats.org/drawingml/2006/main">
            <a:pPr algn="l">
              <a:defRPr sz="1350" b="0">
                <a:solidFill>
                  <a:srgbClr val="626A73"/>
                </a:solidFill>
                <a:latin typeface="Apple SD Gothic Neo"/>
                <a:ea typeface="Apple SD Gothic Neo"/>
                <a:cs typeface="Apple SD Gothic Neo"/>
              </a:defRPr>
            </a:pPr>
            <a:r>
              <a:rPr sz="1350" b="0">
                <a:solidFill>
                  <a:srgbClr val="626A73"/>
                </a:solidFill>
                <a:latin typeface="Apple SD Gothic Neo"/>
                <a:ea typeface="Apple SD Gothic Neo"/>
                <a:cs typeface="Apple SD Gothic Neo"/>
              </a:rPr>
              <a:t>※ 조정에 사용한 5문항의 한 번 측정. 독립 평가나 전체 응답 시간은 아님.</a:t>
            </a:r>
          </a:p>
        </p:txBody>
      </p:sp>
      <p:sp>
        <p:nvSpPr>
          <p:cNvPr id="16" name="">
            <a:extLst xmlns:a="http://schemas.openxmlformats.org/drawingml/2006/main">
              <a:ext uri="{FF2B5EF4-FFF2-40B4-BE49-F238E27FC236}">
                <a16:creationId xmlns:a16="http://schemas.microsoft.com/office/drawing/2014/main" id="{B2F70701-74C7-4CBE-81BF-8C9D7C0EC550}"/>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8753700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CE345D4-0666-4637-BF0E-25792F8A14C6}"/>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벡터 DB 없이 임베딩 검색을 택한 이유</a:t>
            </a:r>
          </a:p>
        </p:txBody>
      </p:sp>
      <p:sp>
        <p:nvSpPr>
          <p:cNvPr id="2" name="">
            <a:extLst xmlns:a="http://schemas.openxmlformats.org/drawingml/2006/main">
              <a:ext uri="{FF2B5EF4-FFF2-40B4-BE49-F238E27FC236}">
                <a16:creationId xmlns:a16="http://schemas.microsoft.com/office/drawing/2014/main" id="{56094BDB-09A6-438C-85C3-00AFB3783295}"/>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11  G096 정다운</a:t>
            </a:r>
          </a:p>
        </p:txBody>
      </p:sp>
      <p:sp>
        <p:nvSpPr>
          <p:cNvPr id="3" name="">
            <a:extLst xmlns:a="http://schemas.openxmlformats.org/drawingml/2006/main">
              <a:ext uri="{FF2B5EF4-FFF2-40B4-BE49-F238E27FC236}">
                <a16:creationId xmlns:a16="http://schemas.microsoft.com/office/drawing/2014/main" id="{175E6AF6-CBC1-40F6-92A8-3252EA7AF680}"/>
              </a:ext>
            </a:extLst>
          </p:cNvPr>
          <p:cNvSpPr>
            <a:spLocks xmlns:a="http://schemas.openxmlformats.org/drawingml/2006/main" noGrp="1"/>
          </p:cNvSpPr>
          <p:nvPr/>
        </p:nvSpPr>
        <p:spPr>
          <a:xfrm xmlns:a="http://schemas.openxmlformats.org/drawingml/2006/main">
            <a:off x="695325" y="14382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현재 규모</a:t>
            </a:r>
          </a:p>
        </p:txBody>
      </p:sp>
      <p:sp>
        <p:nvSpPr>
          <p:cNvPr id="4" name="">
            <a:extLst xmlns:a="http://schemas.openxmlformats.org/drawingml/2006/main">
              <a:ext uri="{FF2B5EF4-FFF2-40B4-BE49-F238E27FC236}">
                <a16:creationId xmlns:a16="http://schemas.microsoft.com/office/drawing/2014/main" id="{1BB2FE4A-8FFF-40EE-B703-4C8914C737C4}"/>
              </a:ext>
            </a:extLst>
          </p:cNvPr>
          <p:cNvSpPr>
            <a:spLocks xmlns:a="http://schemas.openxmlformats.org/drawingml/2006/main" noGrp="1"/>
          </p:cNvSpPr>
          <p:nvPr/>
        </p:nvSpPr>
        <p:spPr>
          <a:xfrm xmlns:a="http://schemas.openxmlformats.org/drawingml/2006/main">
            <a:off x="695325" y="1828800"/>
            <a:ext cx="4619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75" b="1">
                <a:solidFill>
                  <a:srgbClr val="B4232D"/>
                </a:solidFill>
                <a:latin typeface="Apple SD Gothic Neo"/>
                <a:ea typeface="Apple SD Gothic Neo"/>
                <a:cs typeface="Apple SD Gothic Neo"/>
              </a:defRPr>
            </a:defPPr>
            <a:lvl1pPr algn="l">
              <a:defRPr sz="3075" b="1">
                <a:solidFill>
                  <a:srgbClr val="B4232D"/>
                </a:solidFill>
                <a:latin typeface="Apple SD Gothic Neo"/>
                <a:ea typeface="Apple SD Gothic Neo"/>
                <a:cs typeface="Apple SD Gothic Neo"/>
              </a:defRPr>
            </a:lvl1pPr>
            <a:lvl2pPr algn="l">
              <a:defRPr sz="3075" b="1">
                <a:solidFill>
                  <a:srgbClr val="B4232D"/>
                </a:solidFill>
                <a:latin typeface="Apple SD Gothic Neo"/>
                <a:ea typeface="Apple SD Gothic Neo"/>
                <a:cs typeface="Apple SD Gothic Neo"/>
              </a:defRPr>
            </a:lvl2pPr>
            <a:lvl3pPr algn="l">
              <a:defRPr sz="3075" b="1">
                <a:solidFill>
                  <a:srgbClr val="B4232D"/>
                </a:solidFill>
                <a:latin typeface="Apple SD Gothic Neo"/>
                <a:ea typeface="Apple SD Gothic Neo"/>
                <a:cs typeface="Apple SD Gothic Neo"/>
              </a:defRPr>
            </a:lvl3pPr>
            <a:lvl4pPr algn="l">
              <a:defRPr sz="3075" b="1">
                <a:solidFill>
                  <a:srgbClr val="B4232D"/>
                </a:solidFill>
                <a:latin typeface="Apple SD Gothic Neo"/>
                <a:ea typeface="Apple SD Gothic Neo"/>
                <a:cs typeface="Apple SD Gothic Neo"/>
              </a:defRPr>
            </a:lvl4pPr>
            <a:lvl5pPr algn="l">
              <a:defRPr sz="3075" b="1">
                <a:solidFill>
                  <a:srgbClr val="B4232D"/>
                </a:solidFill>
                <a:latin typeface="Apple SD Gothic Neo"/>
                <a:ea typeface="Apple SD Gothic Neo"/>
                <a:cs typeface="Apple SD Gothic Neo"/>
              </a:defRPr>
            </a:lvl5pPr>
            <a:lvl6pPr algn="l">
              <a:defRPr sz="3075" b="1">
                <a:solidFill>
                  <a:srgbClr val="B4232D"/>
                </a:solidFill>
                <a:latin typeface="Apple SD Gothic Neo"/>
                <a:ea typeface="Apple SD Gothic Neo"/>
                <a:cs typeface="Apple SD Gothic Neo"/>
              </a:defRPr>
            </a:lvl6pPr>
            <a:lvl7pPr algn="l">
              <a:defRPr sz="3075" b="1">
                <a:solidFill>
                  <a:srgbClr val="B4232D"/>
                </a:solidFill>
                <a:latin typeface="Apple SD Gothic Neo"/>
                <a:ea typeface="Apple SD Gothic Neo"/>
                <a:cs typeface="Apple SD Gothic Neo"/>
              </a:defRPr>
            </a:lvl7pPr>
            <a:lvl8pPr algn="l">
              <a:defRPr sz="3075" b="1">
                <a:solidFill>
                  <a:srgbClr val="B4232D"/>
                </a:solidFill>
                <a:latin typeface="Apple SD Gothic Neo"/>
                <a:ea typeface="Apple SD Gothic Neo"/>
                <a:cs typeface="Apple SD Gothic Neo"/>
              </a:defRPr>
            </a:lvl8pPr>
            <a:lvl9pPr algn="l">
              <a:defRPr sz="3075" b="1">
                <a:solidFill>
                  <a:srgbClr val="B4232D"/>
                </a:solidFill>
                <a:latin typeface="Apple SD Gothic Neo"/>
                <a:ea typeface="Apple SD Gothic Neo"/>
                <a:cs typeface="Apple SD Gothic Neo"/>
              </a:defRPr>
            </a:lvl9pPr>
          </a:lstStyle>
          <a:p xmlns:a="http://schemas.openxmlformats.org/drawingml/2006/main">
            <a:pPr algn="l">
              <a:defRPr sz="3075" b="1">
                <a:solidFill>
                  <a:srgbClr val="B4232D"/>
                </a:solidFill>
                <a:latin typeface="Apple SD Gothic Neo"/>
                <a:ea typeface="Apple SD Gothic Neo"/>
                <a:cs typeface="Apple SD Gothic Neo"/>
              </a:defRPr>
            </a:pPr>
            <a:r>
              <a:rPr sz="3075" b="1">
                <a:solidFill>
                  <a:srgbClr val="B4232D"/>
                </a:solidFill>
                <a:latin typeface="Apple SD Gothic Neo"/>
                <a:ea typeface="Apple SD Gothic Neo"/>
                <a:cs typeface="Apple SD Gothic Neo"/>
              </a:rPr>
              <a:t>Runbook 6개</a:t>
            </a:r>
          </a:p>
        </p:txBody>
      </p:sp>
      <p:sp>
        <p:nvSpPr>
          <p:cNvPr id="5" name="">
            <a:extLst xmlns:a="http://schemas.openxmlformats.org/drawingml/2006/main">
              <a:ext uri="{FF2B5EF4-FFF2-40B4-BE49-F238E27FC236}">
                <a16:creationId xmlns:a16="http://schemas.microsoft.com/office/drawing/2014/main" id="{7513DEF1-1164-47AB-BB13-3C5BD242F70E}"/>
              </a:ext>
            </a:extLst>
          </p:cNvPr>
          <p:cNvSpPr>
            <a:spLocks xmlns:a="http://schemas.openxmlformats.org/drawingml/2006/main" noGrp="1"/>
          </p:cNvSpPr>
          <p:nvPr/>
        </p:nvSpPr>
        <p:spPr>
          <a:xfrm xmlns:a="http://schemas.openxmlformats.org/drawingml/2006/main">
            <a:off x="695325" y="272415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3151A"/>
                </a:solidFill>
                <a:latin typeface="Apple SD Gothic Neo"/>
                <a:ea typeface="Apple SD Gothic Neo"/>
                <a:cs typeface="Apple SD Gothic Neo"/>
              </a:defRPr>
            </a:defPPr>
            <a:lvl1pPr algn="l">
              <a:defRPr sz="1950" b="0">
                <a:solidFill>
                  <a:srgbClr val="13151A"/>
                </a:solidFill>
                <a:latin typeface="Apple SD Gothic Neo"/>
                <a:ea typeface="Apple SD Gothic Neo"/>
                <a:cs typeface="Apple SD Gothic Neo"/>
              </a:defRPr>
            </a:lvl1pPr>
            <a:lvl2pPr algn="l">
              <a:defRPr sz="1950" b="0">
                <a:solidFill>
                  <a:srgbClr val="13151A"/>
                </a:solidFill>
                <a:latin typeface="Apple SD Gothic Neo"/>
                <a:ea typeface="Apple SD Gothic Neo"/>
                <a:cs typeface="Apple SD Gothic Neo"/>
              </a:defRPr>
            </a:lvl2pPr>
            <a:lvl3pPr algn="l">
              <a:defRPr sz="1950" b="0">
                <a:solidFill>
                  <a:srgbClr val="13151A"/>
                </a:solidFill>
                <a:latin typeface="Apple SD Gothic Neo"/>
                <a:ea typeface="Apple SD Gothic Neo"/>
                <a:cs typeface="Apple SD Gothic Neo"/>
              </a:defRPr>
            </a:lvl3pPr>
            <a:lvl4pPr algn="l">
              <a:defRPr sz="1950" b="0">
                <a:solidFill>
                  <a:srgbClr val="13151A"/>
                </a:solidFill>
                <a:latin typeface="Apple SD Gothic Neo"/>
                <a:ea typeface="Apple SD Gothic Neo"/>
                <a:cs typeface="Apple SD Gothic Neo"/>
              </a:defRPr>
            </a:lvl4pPr>
            <a:lvl5pPr algn="l">
              <a:defRPr sz="1950" b="0">
                <a:solidFill>
                  <a:srgbClr val="13151A"/>
                </a:solidFill>
                <a:latin typeface="Apple SD Gothic Neo"/>
                <a:ea typeface="Apple SD Gothic Neo"/>
                <a:cs typeface="Apple SD Gothic Neo"/>
              </a:defRPr>
            </a:lvl5pPr>
            <a:lvl6pPr algn="l">
              <a:defRPr sz="1950" b="0">
                <a:solidFill>
                  <a:srgbClr val="13151A"/>
                </a:solidFill>
                <a:latin typeface="Apple SD Gothic Neo"/>
                <a:ea typeface="Apple SD Gothic Neo"/>
                <a:cs typeface="Apple SD Gothic Neo"/>
              </a:defRPr>
            </a:lvl6pPr>
            <a:lvl7pPr algn="l">
              <a:defRPr sz="1950" b="0">
                <a:solidFill>
                  <a:srgbClr val="13151A"/>
                </a:solidFill>
                <a:latin typeface="Apple SD Gothic Neo"/>
                <a:ea typeface="Apple SD Gothic Neo"/>
                <a:cs typeface="Apple SD Gothic Neo"/>
              </a:defRPr>
            </a:lvl7pPr>
            <a:lvl8pPr algn="l">
              <a:defRPr sz="1950" b="0">
                <a:solidFill>
                  <a:srgbClr val="13151A"/>
                </a:solidFill>
                <a:latin typeface="Apple SD Gothic Neo"/>
                <a:ea typeface="Apple SD Gothic Neo"/>
                <a:cs typeface="Apple SD Gothic Neo"/>
              </a:defRPr>
            </a:lvl8pPr>
            <a:lvl9pPr algn="l">
              <a:defRPr sz="1950" b="0">
                <a:solidFill>
                  <a:srgbClr val="13151A"/>
                </a:solidFill>
                <a:latin typeface="Apple SD Gothic Neo"/>
                <a:ea typeface="Apple SD Gothic Neo"/>
                <a:cs typeface="Apple SD Gothic Neo"/>
              </a:defRPr>
            </a:lvl9pPr>
          </a:lstStyle>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별도 DB 설치·운영 없이</a:t>
            </a:r>
          </a:p>
          <a:p xmlns:a="http://schemas.openxmlformats.org/drawingml/2006/main">
            <a:pPr algn="l">
              <a:defRPr sz="1950" b="0">
                <a:solidFill>
                  <a:srgbClr val="13151A"/>
                </a:solidFill>
                <a:latin typeface="Apple SD Gothic Neo"/>
                <a:ea typeface="Apple SD Gothic Neo"/>
                <a:cs typeface="Apple SD Gothic Neo"/>
              </a:defRPr>
            </a:pPr>
            <a:r>
              <a:rPr sz="1950" b="0">
                <a:solidFill>
                  <a:srgbClr val="13151A"/>
                </a:solidFill>
                <a:latin typeface="Apple SD Gothic Neo"/>
                <a:ea typeface="Apple SD Gothic Neo"/>
                <a:cs typeface="Apple SD Gothic Neo"/>
              </a:rPr>
              <a:t>메모리에서 6개 벡터 비교</a:t>
            </a:r>
          </a:p>
        </p:txBody>
      </p:sp>
      <p:sp>
        <p:nvSpPr>
          <p:cNvPr id="6" name="">
            <a:extLst xmlns:a="http://schemas.openxmlformats.org/drawingml/2006/main">
              <a:ext uri="{FF2B5EF4-FFF2-40B4-BE49-F238E27FC236}">
                <a16:creationId xmlns:a16="http://schemas.microsoft.com/office/drawing/2014/main" id="{5B87A83F-D95D-4FBA-8D82-F24780C56855}"/>
              </a:ext>
            </a:extLst>
          </p:cNvPr>
          <p:cNvSpPr>
            <a:spLocks xmlns:a="http://schemas.openxmlformats.org/drawingml/2006/main" noGrp="1"/>
          </p:cNvSpPr>
          <p:nvPr/>
        </p:nvSpPr>
        <p:spPr>
          <a:xfrm xmlns:a="http://schemas.openxmlformats.org/drawingml/2006/main">
            <a:off x="5943600" y="14287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실제 코드 발췌 · agent/runbook_retrieval.py</a:t>
            </a:r>
          </a:p>
        </p:txBody>
      </p:sp>
      <p:sp>
        <p:nvSpPr>
          <p:cNvPr id="7" name="">
            <a:extLst xmlns:a="http://schemas.openxmlformats.org/drawingml/2006/main">
              <a:ext uri="{FF2B5EF4-FFF2-40B4-BE49-F238E27FC236}">
                <a16:creationId xmlns:a16="http://schemas.microsoft.com/office/drawing/2014/main" id="{026A046B-2038-4233-AE4B-C5DF373974E3}"/>
              </a:ext>
            </a:extLst>
          </p:cNvPr>
          <p:cNvSpPr>
            <a:spLocks xmlns:a="http://schemas.openxmlformats.org/drawingml/2006/main" noGrp="1"/>
          </p:cNvSpPr>
          <p:nvPr/>
        </p:nvSpPr>
        <p:spPr>
          <a:xfrm xmlns:a="http://schemas.openxmlformats.org/drawingml/2006/main">
            <a:off x="5943600" y="19716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self._vectors: dict[str, tuple[str, list[float]]] = {}</a:t>
            </a:r>
          </a:p>
        </p:txBody>
      </p:sp>
      <p:sp>
        <p:nvSpPr>
          <p:cNvPr id="8" name="">
            <a:extLst xmlns:a="http://schemas.openxmlformats.org/drawingml/2006/main">
              <a:ext uri="{FF2B5EF4-FFF2-40B4-BE49-F238E27FC236}">
                <a16:creationId xmlns:a16="http://schemas.microsoft.com/office/drawing/2014/main" id="{9328A4ED-25F0-4BDA-87C3-E0183D6F90CF}"/>
              </a:ext>
            </a:extLst>
          </p:cNvPr>
          <p:cNvSpPr>
            <a:spLocks xmlns:a="http://schemas.openxmlformats.org/drawingml/2006/main" noGrp="1"/>
          </p:cNvSpPr>
          <p:nvPr/>
        </p:nvSpPr>
        <p:spPr>
          <a:xfrm xmlns:a="http://schemas.openxmlformats.org/drawingml/2006/main">
            <a:off x="5943600" y="249555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digest = hashlib.sha256(body.encode("utf-8")).hexdigest()</a:t>
            </a:r>
          </a:p>
        </p:txBody>
      </p:sp>
      <p:sp>
        <p:nvSpPr>
          <p:cNvPr id="9" name="">
            <a:extLst xmlns:a="http://schemas.openxmlformats.org/drawingml/2006/main">
              <a:ext uri="{FF2B5EF4-FFF2-40B4-BE49-F238E27FC236}">
                <a16:creationId xmlns:a16="http://schemas.microsoft.com/office/drawing/2014/main" id="{3B26F280-B8BA-45F0-8A19-A1C5A4B5BED8}"/>
              </a:ext>
            </a:extLst>
          </p:cNvPr>
          <p:cNvSpPr>
            <a:spLocks xmlns:a="http://schemas.openxmlformats.org/drawingml/2006/main" noGrp="1"/>
          </p:cNvSpPr>
          <p:nvPr/>
        </p:nvSpPr>
        <p:spPr>
          <a:xfrm xmlns:a="http://schemas.openxmlformats.org/drawingml/2006/main">
            <a:off x="5943600" y="301942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B4232D"/>
                </a:solidFill>
                <a:latin typeface="Menlo"/>
                <a:ea typeface="Menlo"/>
                <a:cs typeface="Menlo"/>
              </a:defRPr>
            </a:defPPr>
            <a:lvl1pPr algn="l">
              <a:defRPr sz="1125" b="0">
                <a:solidFill>
                  <a:srgbClr val="B4232D"/>
                </a:solidFill>
                <a:latin typeface="Menlo"/>
                <a:ea typeface="Menlo"/>
                <a:cs typeface="Menlo"/>
              </a:defRPr>
            </a:lvl1pPr>
            <a:lvl2pPr algn="l">
              <a:defRPr sz="1125" b="0">
                <a:solidFill>
                  <a:srgbClr val="B4232D"/>
                </a:solidFill>
                <a:latin typeface="Menlo"/>
                <a:ea typeface="Menlo"/>
                <a:cs typeface="Menlo"/>
              </a:defRPr>
            </a:lvl2pPr>
            <a:lvl3pPr algn="l">
              <a:defRPr sz="1125" b="0">
                <a:solidFill>
                  <a:srgbClr val="B4232D"/>
                </a:solidFill>
                <a:latin typeface="Menlo"/>
                <a:ea typeface="Menlo"/>
                <a:cs typeface="Menlo"/>
              </a:defRPr>
            </a:lvl3pPr>
            <a:lvl4pPr algn="l">
              <a:defRPr sz="1125" b="0">
                <a:solidFill>
                  <a:srgbClr val="B4232D"/>
                </a:solidFill>
                <a:latin typeface="Menlo"/>
                <a:ea typeface="Menlo"/>
                <a:cs typeface="Menlo"/>
              </a:defRPr>
            </a:lvl4pPr>
            <a:lvl5pPr algn="l">
              <a:defRPr sz="1125" b="0">
                <a:solidFill>
                  <a:srgbClr val="B4232D"/>
                </a:solidFill>
                <a:latin typeface="Menlo"/>
                <a:ea typeface="Menlo"/>
                <a:cs typeface="Menlo"/>
              </a:defRPr>
            </a:lvl5pPr>
            <a:lvl6pPr algn="l">
              <a:defRPr sz="1125" b="0">
                <a:solidFill>
                  <a:srgbClr val="B4232D"/>
                </a:solidFill>
                <a:latin typeface="Menlo"/>
                <a:ea typeface="Menlo"/>
                <a:cs typeface="Menlo"/>
              </a:defRPr>
            </a:lvl6pPr>
            <a:lvl7pPr algn="l">
              <a:defRPr sz="1125" b="0">
                <a:solidFill>
                  <a:srgbClr val="B4232D"/>
                </a:solidFill>
                <a:latin typeface="Menlo"/>
                <a:ea typeface="Menlo"/>
                <a:cs typeface="Menlo"/>
              </a:defRPr>
            </a:lvl7pPr>
            <a:lvl8pPr algn="l">
              <a:defRPr sz="1125" b="0">
                <a:solidFill>
                  <a:srgbClr val="B4232D"/>
                </a:solidFill>
                <a:latin typeface="Menlo"/>
                <a:ea typeface="Menlo"/>
                <a:cs typeface="Menlo"/>
              </a:defRPr>
            </a:lvl8pPr>
            <a:lvl9pPr algn="l">
              <a:defRPr sz="1125" b="0">
                <a:solidFill>
                  <a:srgbClr val="B4232D"/>
                </a:solidFill>
                <a:latin typeface="Menlo"/>
                <a:ea typeface="Menlo"/>
                <a:cs typeface="Menlo"/>
              </a:defRPr>
            </a:lvl9pPr>
          </a:lstStyle>
          <a:p xmlns:a="http://schemas.openxmlformats.org/drawingml/2006/main">
            <a:pPr algn="l">
              <a:defRPr sz="1125" b="0">
                <a:solidFill>
                  <a:srgbClr val="B4232D"/>
                </a:solidFill>
                <a:latin typeface="Menlo"/>
                <a:ea typeface="Menlo"/>
                <a:cs typeface="Menlo"/>
              </a:defRPr>
            </a:pPr>
            <a:r>
              <a:rPr sz="1125" b="0">
                <a:solidFill>
                  <a:srgbClr val="B4232D"/>
                </a:solidFill>
                <a:latin typeface="Menlo"/>
                <a:ea typeface="Menlo"/>
                <a:cs typeface="Menlo"/>
              </a:rPr>
              <a:t>vectors, spent = self.embedder.embed(titles)</a:t>
            </a:r>
          </a:p>
        </p:txBody>
      </p:sp>
      <p:sp>
        <p:nvSpPr>
          <p:cNvPr id="10" name="">
            <a:extLst xmlns:a="http://schemas.openxmlformats.org/drawingml/2006/main">
              <a:ext uri="{FF2B5EF4-FFF2-40B4-BE49-F238E27FC236}">
                <a16:creationId xmlns:a16="http://schemas.microsoft.com/office/drawing/2014/main" id="{5FB1737C-8195-43D2-A152-3820616EA29D}"/>
              </a:ext>
            </a:extLst>
          </p:cNvPr>
          <p:cNvSpPr>
            <a:spLocks xmlns:a="http://schemas.openxmlformats.org/drawingml/2006/main" noGrp="1"/>
          </p:cNvSpPr>
          <p:nvPr/>
        </p:nvSpPr>
        <p:spPr>
          <a:xfrm xmlns:a="http://schemas.openxmlformats.org/drawingml/2006/main">
            <a:off x="5943600" y="3543300"/>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query_vectors, spent = self.embedder.embed(search_queries)</a:t>
            </a:r>
          </a:p>
        </p:txBody>
      </p:sp>
      <p:sp>
        <p:nvSpPr>
          <p:cNvPr id="11" name="">
            <a:extLst xmlns:a="http://schemas.openxmlformats.org/drawingml/2006/main">
              <a:ext uri="{FF2B5EF4-FFF2-40B4-BE49-F238E27FC236}">
                <a16:creationId xmlns:a16="http://schemas.microsoft.com/office/drawing/2014/main" id="{F91FA109-E492-4ABA-A550-A20BB8877560}"/>
              </a:ext>
            </a:extLst>
          </p:cNvPr>
          <p:cNvSpPr>
            <a:spLocks xmlns:a="http://schemas.openxmlformats.org/drawingml/2006/main" noGrp="1"/>
          </p:cNvSpPr>
          <p:nvPr/>
        </p:nvSpPr>
        <p:spPr>
          <a:xfrm xmlns:a="http://schemas.openxmlformats.org/drawingml/2006/main">
            <a:off x="5943600" y="4067175"/>
            <a:ext cx="5619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13151A"/>
                </a:solidFill>
                <a:latin typeface="Menlo"/>
                <a:ea typeface="Menlo"/>
                <a:cs typeface="Menlo"/>
              </a:defRPr>
            </a:defPPr>
            <a:lvl1pPr algn="l">
              <a:defRPr sz="1125" b="0">
                <a:solidFill>
                  <a:srgbClr val="13151A"/>
                </a:solidFill>
                <a:latin typeface="Menlo"/>
                <a:ea typeface="Menlo"/>
                <a:cs typeface="Menlo"/>
              </a:defRPr>
            </a:lvl1pPr>
            <a:lvl2pPr algn="l">
              <a:defRPr sz="1125" b="0">
                <a:solidFill>
                  <a:srgbClr val="13151A"/>
                </a:solidFill>
                <a:latin typeface="Menlo"/>
                <a:ea typeface="Menlo"/>
                <a:cs typeface="Menlo"/>
              </a:defRPr>
            </a:lvl2pPr>
            <a:lvl3pPr algn="l">
              <a:defRPr sz="1125" b="0">
                <a:solidFill>
                  <a:srgbClr val="13151A"/>
                </a:solidFill>
                <a:latin typeface="Menlo"/>
                <a:ea typeface="Menlo"/>
                <a:cs typeface="Menlo"/>
              </a:defRPr>
            </a:lvl3pPr>
            <a:lvl4pPr algn="l">
              <a:defRPr sz="1125" b="0">
                <a:solidFill>
                  <a:srgbClr val="13151A"/>
                </a:solidFill>
                <a:latin typeface="Menlo"/>
                <a:ea typeface="Menlo"/>
                <a:cs typeface="Menlo"/>
              </a:defRPr>
            </a:lvl4pPr>
            <a:lvl5pPr algn="l">
              <a:defRPr sz="1125" b="0">
                <a:solidFill>
                  <a:srgbClr val="13151A"/>
                </a:solidFill>
                <a:latin typeface="Menlo"/>
                <a:ea typeface="Menlo"/>
                <a:cs typeface="Menlo"/>
              </a:defRPr>
            </a:lvl5pPr>
            <a:lvl6pPr algn="l">
              <a:defRPr sz="1125" b="0">
                <a:solidFill>
                  <a:srgbClr val="13151A"/>
                </a:solidFill>
                <a:latin typeface="Menlo"/>
                <a:ea typeface="Menlo"/>
                <a:cs typeface="Menlo"/>
              </a:defRPr>
            </a:lvl6pPr>
            <a:lvl7pPr algn="l">
              <a:defRPr sz="1125" b="0">
                <a:solidFill>
                  <a:srgbClr val="13151A"/>
                </a:solidFill>
                <a:latin typeface="Menlo"/>
                <a:ea typeface="Menlo"/>
                <a:cs typeface="Menlo"/>
              </a:defRPr>
            </a:lvl7pPr>
            <a:lvl8pPr algn="l">
              <a:defRPr sz="1125" b="0">
                <a:solidFill>
                  <a:srgbClr val="13151A"/>
                </a:solidFill>
                <a:latin typeface="Menlo"/>
                <a:ea typeface="Menlo"/>
                <a:cs typeface="Menlo"/>
              </a:defRPr>
            </a:lvl8pPr>
            <a:lvl9pPr algn="l">
              <a:defRPr sz="1125" b="0">
                <a:solidFill>
                  <a:srgbClr val="13151A"/>
                </a:solidFill>
                <a:latin typeface="Menlo"/>
                <a:ea typeface="Menlo"/>
                <a:cs typeface="Menlo"/>
              </a:defRPr>
            </a:lvl9pPr>
          </a:lstStyle>
          <a:p xmlns:a="http://schemas.openxmlformats.org/drawingml/2006/main">
            <a:pPr algn="l">
              <a:defRPr sz="1125" b="0">
                <a:solidFill>
                  <a:srgbClr val="13151A"/>
                </a:solidFill>
                <a:latin typeface="Menlo"/>
                <a:ea typeface="Menlo"/>
                <a:cs typeface="Menlo"/>
              </a:defRPr>
            </a:pPr>
            <a:r>
              <a:rPr sz="1125" b="0">
                <a:solidFill>
                  <a:srgbClr val="13151A"/>
                </a:solidFill>
                <a:latin typeface="Menlo"/>
                <a:ea typeface="Menlo"/>
                <a:cs typeface="Menlo"/>
              </a:rPr>
              <a:t>self._cosine(query_vector, self._vectors[doc_id][1])</a:t>
            </a:r>
          </a:p>
        </p:txBody>
      </p:sp>
      <p:sp>
        <p:nvSpPr>
          <p:cNvPr id="12" name="">
            <a:extLst xmlns:a="http://schemas.openxmlformats.org/drawingml/2006/main">
              <a:ext uri="{FF2B5EF4-FFF2-40B4-BE49-F238E27FC236}">
                <a16:creationId xmlns:a16="http://schemas.microsoft.com/office/drawing/2014/main" id="{713EB0BA-0ACA-49B7-B113-7EC1278D0F32}"/>
              </a:ext>
            </a:extLst>
          </p:cNvPr>
          <p:cNvSpPr>
            <a:spLocks xmlns:a="http://schemas.openxmlformats.org/drawingml/2006/main" noGrp="1"/>
          </p:cNvSpPr>
          <p:nvPr/>
        </p:nvSpPr>
        <p:spPr>
          <a:xfrm xmlns:a="http://schemas.openxmlformats.org/drawingml/2006/main">
            <a:off x="695325" y="43910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트레이드오프</a:t>
            </a:r>
          </a:p>
        </p:txBody>
      </p:sp>
      <p:sp>
        <p:nvSpPr>
          <p:cNvPr id="13" name="">
            <a:extLst xmlns:a="http://schemas.openxmlformats.org/drawingml/2006/main">
              <a:ext uri="{FF2B5EF4-FFF2-40B4-BE49-F238E27FC236}">
                <a16:creationId xmlns:a16="http://schemas.microsoft.com/office/drawing/2014/main" id="{DA062050-E4C3-4F0C-8993-B64178021216}"/>
              </a:ext>
            </a:extLst>
          </p:cNvPr>
          <p:cNvSpPr>
            <a:spLocks xmlns:a="http://schemas.openxmlformats.org/drawingml/2006/main" noGrp="1"/>
          </p:cNvSpPr>
          <p:nvPr/>
        </p:nvSpPr>
        <p:spPr>
          <a:xfrm xmlns:a="http://schemas.openxmlformats.org/drawingml/2006/main">
            <a:off x="695325" y="4810125"/>
            <a:ext cx="104775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26A73"/>
                </a:solidFill>
                <a:latin typeface="Apple SD Gothic Neo"/>
                <a:ea typeface="Apple SD Gothic Neo"/>
                <a:cs typeface="Apple SD Gothic Neo"/>
              </a:defRPr>
            </a:defPPr>
            <a:lvl1pPr algn="l">
              <a:defRPr sz="1800" b="0">
                <a:solidFill>
                  <a:srgbClr val="626A73"/>
                </a:solidFill>
                <a:latin typeface="Apple SD Gothic Neo"/>
                <a:ea typeface="Apple SD Gothic Neo"/>
                <a:cs typeface="Apple SD Gothic Neo"/>
              </a:defRPr>
            </a:lvl1pPr>
            <a:lvl2pPr algn="l">
              <a:defRPr sz="1800" b="0">
                <a:solidFill>
                  <a:srgbClr val="626A73"/>
                </a:solidFill>
                <a:latin typeface="Apple SD Gothic Neo"/>
                <a:ea typeface="Apple SD Gothic Neo"/>
                <a:cs typeface="Apple SD Gothic Neo"/>
              </a:defRPr>
            </a:lvl2pPr>
            <a:lvl3pPr algn="l">
              <a:defRPr sz="1800" b="0">
                <a:solidFill>
                  <a:srgbClr val="626A73"/>
                </a:solidFill>
                <a:latin typeface="Apple SD Gothic Neo"/>
                <a:ea typeface="Apple SD Gothic Neo"/>
                <a:cs typeface="Apple SD Gothic Neo"/>
              </a:defRPr>
            </a:lvl3pPr>
            <a:lvl4pPr algn="l">
              <a:defRPr sz="1800" b="0">
                <a:solidFill>
                  <a:srgbClr val="626A73"/>
                </a:solidFill>
                <a:latin typeface="Apple SD Gothic Neo"/>
                <a:ea typeface="Apple SD Gothic Neo"/>
                <a:cs typeface="Apple SD Gothic Neo"/>
              </a:defRPr>
            </a:lvl4pPr>
            <a:lvl5pPr algn="l">
              <a:defRPr sz="1800" b="0">
                <a:solidFill>
                  <a:srgbClr val="626A73"/>
                </a:solidFill>
                <a:latin typeface="Apple SD Gothic Neo"/>
                <a:ea typeface="Apple SD Gothic Neo"/>
                <a:cs typeface="Apple SD Gothic Neo"/>
              </a:defRPr>
            </a:lvl5pPr>
            <a:lvl6pPr algn="l">
              <a:defRPr sz="1800" b="0">
                <a:solidFill>
                  <a:srgbClr val="626A73"/>
                </a:solidFill>
                <a:latin typeface="Apple SD Gothic Neo"/>
                <a:ea typeface="Apple SD Gothic Neo"/>
                <a:cs typeface="Apple SD Gothic Neo"/>
              </a:defRPr>
            </a:lvl6pPr>
            <a:lvl7pPr algn="l">
              <a:defRPr sz="1800" b="0">
                <a:solidFill>
                  <a:srgbClr val="626A73"/>
                </a:solidFill>
                <a:latin typeface="Apple SD Gothic Neo"/>
                <a:ea typeface="Apple SD Gothic Neo"/>
                <a:cs typeface="Apple SD Gothic Neo"/>
              </a:defRPr>
            </a:lvl7pPr>
            <a:lvl8pPr algn="l">
              <a:defRPr sz="1800" b="0">
                <a:solidFill>
                  <a:srgbClr val="626A73"/>
                </a:solidFill>
                <a:latin typeface="Apple SD Gothic Neo"/>
                <a:ea typeface="Apple SD Gothic Neo"/>
                <a:cs typeface="Apple SD Gothic Neo"/>
              </a:defRPr>
            </a:lvl8pPr>
            <a:lvl9pPr algn="l">
              <a:defRPr sz="1800" b="0">
                <a:solidFill>
                  <a:srgbClr val="626A73"/>
                </a:solidFill>
                <a:latin typeface="Apple SD Gothic Neo"/>
                <a:ea typeface="Apple SD Gothic Neo"/>
                <a:cs typeface="Apple SD Gothic Neo"/>
              </a:defRPr>
            </a:lvl9pPr>
          </a:lstStyle>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재시작하면 메모리 캐시 재생성</a:t>
            </a:r>
          </a:p>
          <a:p xmlns:a="http://schemas.openxmlformats.org/drawingml/2006/main">
            <a:pPr algn="l">
              <a:defRPr sz="1800" b="0">
                <a:solidFill>
                  <a:srgbClr val="626A73"/>
                </a:solidFill>
                <a:latin typeface="Apple SD Gothic Neo"/>
                <a:ea typeface="Apple SD Gothic Neo"/>
                <a:cs typeface="Apple SD Gothic Neo"/>
              </a:defRPr>
            </a:pPr>
            <a:r>
              <a:rPr sz="1800" b="0">
                <a:solidFill>
                  <a:srgbClr val="626A73"/>
                </a:solidFill>
                <a:latin typeface="Apple SD Gothic Neo"/>
                <a:ea typeface="Apple SD Gothic Neo"/>
                <a:cs typeface="Apple SD Gothic Neo"/>
              </a:rPr>
              <a:t>매 질문·알림마다 임베딩 API 호출</a:t>
            </a:r>
          </a:p>
        </p:txBody>
      </p:sp>
      <p:sp>
        <p:nvSpPr>
          <p:cNvPr id="14" name="">
            <a:extLst xmlns:a="http://schemas.openxmlformats.org/drawingml/2006/main">
              <a:ext uri="{FF2B5EF4-FFF2-40B4-BE49-F238E27FC236}">
                <a16:creationId xmlns:a16="http://schemas.microsoft.com/office/drawing/2014/main" id="{EEF75272-3BF1-415B-BA9A-274BB77E92A0}"/>
              </a:ext>
            </a:extLst>
          </p:cNvPr>
          <p:cNvSpPr>
            <a:spLocks xmlns:a="http://schemas.openxmlformats.org/drawingml/2006/main" noGrp="1"/>
          </p:cNvSpPr>
          <p:nvPr/>
        </p:nvSpPr>
        <p:spPr>
          <a:xfrm xmlns:a="http://schemas.openxmlformats.org/drawingml/2006/main">
            <a:off x="695325" y="6257925"/>
            <a:ext cx="1066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규모가 커지면 영속 인덱스·벡터 DB·하이브리드 검색 검토</a:t>
            </a:r>
          </a:p>
        </p:txBody>
      </p:sp>
      <p:sp>
        <p:nvSpPr>
          <p:cNvPr id="15" name="">
            <a:extLst xmlns:a="http://schemas.openxmlformats.org/drawingml/2006/main">
              <a:ext uri="{FF2B5EF4-FFF2-40B4-BE49-F238E27FC236}">
                <a16:creationId xmlns:a16="http://schemas.microsoft.com/office/drawing/2014/main" id="{47307845-0935-4CE6-9A2A-53064015C9C1}"/>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02 · 다중 Runbook 검색</a:t>
            </a:r>
          </a:p>
        </p:txBody>
      </p:sp>
    </p:spTree>
    <p:extLst>
      <p:ext uri="{BB962C8B-B14F-4D97-AF65-F5344CB8AC3E}">
        <p14:creationId xmlns:p14="http://schemas.microsoft.com/office/powerpoint/2010/main" val="208304259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BDC1451-60DE-4901-9959-68C1B2734BF2}"/>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검증 실패는 재작성, 3회 실패는 미통과 안내</a:t>
            </a:r>
          </a:p>
        </p:txBody>
      </p:sp>
      <p:sp>
        <p:nvSpPr>
          <p:cNvPr id="2" name="">
            <a:extLst xmlns:a="http://schemas.openxmlformats.org/drawingml/2006/main">
              <a:ext uri="{FF2B5EF4-FFF2-40B4-BE49-F238E27FC236}">
                <a16:creationId xmlns:a16="http://schemas.microsoft.com/office/drawing/2014/main" id="{A35E8504-FC4E-48E3-AE43-E4FB4D7B58D8}"/>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12  G096 정다운</a:t>
            </a:r>
          </a:p>
        </p:txBody>
      </p:sp>
      <p:sp>
        <p:nvSpPr>
          <p:cNvPr id="3" name="">
            <a:extLst xmlns:a="http://schemas.openxmlformats.org/drawingml/2006/main">
              <a:ext uri="{FF2B5EF4-FFF2-40B4-BE49-F238E27FC236}">
                <a16:creationId xmlns:a16="http://schemas.microsoft.com/office/drawing/2014/main" id="{814F8BB3-6859-43EE-BE3E-5929B9F37EA9}"/>
              </a:ext>
            </a:extLst>
          </p:cNvPr>
          <p:cNvSpPr>
            <a:spLocks xmlns:a="http://schemas.openxmlformats.org/drawingml/2006/main" noGrp="1"/>
          </p:cNvSpPr>
          <p:nvPr/>
        </p:nvSpPr>
        <p:spPr>
          <a:xfrm xmlns:a="http://schemas.openxmlformats.org/drawingml/2006/main">
            <a:off x="666750" y="15240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agent/report_nodes.py:31–55</a:t>
            </a:r>
          </a:p>
        </p:txBody>
      </p:sp>
      <p:sp>
        <p:nvSpPr>
          <p:cNvPr id="4" name="">
            <a:extLst xmlns:a="http://schemas.openxmlformats.org/drawingml/2006/main">
              <a:ext uri="{FF2B5EF4-FFF2-40B4-BE49-F238E27FC236}">
                <a16:creationId xmlns:a16="http://schemas.microsoft.com/office/drawing/2014/main" id="{5891C893-E6DD-4DDD-B5F3-D8566B70B92F}"/>
              </a:ext>
            </a:extLst>
          </p:cNvPr>
          <p:cNvSpPr>
            <a:spLocks xmlns:a="http://schemas.openxmlformats.org/drawingml/2006/main" noGrp="1"/>
          </p:cNvSpPr>
          <p:nvPr/>
        </p:nvSpPr>
        <p:spPr>
          <a:xfrm xmlns:a="http://schemas.openxmlformats.org/drawingml/2006/main">
            <a:off x="666750" y="195262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result, usage = validate_report(</a:t>
            </a:r>
          </a:p>
        </p:txBody>
      </p:sp>
      <p:sp>
        <p:nvSpPr>
          <p:cNvPr id="5" name="">
            <a:extLst xmlns:a="http://schemas.openxmlformats.org/drawingml/2006/main">
              <a:ext uri="{FF2B5EF4-FFF2-40B4-BE49-F238E27FC236}">
                <a16:creationId xmlns:a16="http://schemas.microsoft.com/office/drawing/2014/main" id="{CDB21CE8-CB51-4F4B-BF2D-0F6B371DAC53}"/>
              </a:ext>
            </a:extLst>
          </p:cNvPr>
          <p:cNvSpPr>
            <a:spLocks xmlns:a="http://schemas.openxmlformats.org/drawingml/2006/main" noGrp="1"/>
          </p:cNvSpPr>
          <p:nvPr/>
        </p:nvSpPr>
        <p:spPr>
          <a:xfrm xmlns:a="http://schemas.openxmlformats.org/drawingml/2006/main">
            <a:off x="666750" y="238125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3151A"/>
                </a:solidFill>
                <a:latin typeface="Menlo"/>
                <a:ea typeface="Menlo"/>
                <a:cs typeface="Menlo"/>
              </a:defRPr>
            </a:defPPr>
            <a:lvl1pPr algn="l">
              <a:defRPr sz="1350" b="0">
                <a:solidFill>
                  <a:srgbClr val="13151A"/>
                </a:solidFill>
                <a:latin typeface="Menlo"/>
                <a:ea typeface="Menlo"/>
                <a:cs typeface="Menlo"/>
              </a:defRPr>
            </a:lvl1pPr>
            <a:lvl2pPr algn="l">
              <a:defRPr sz="1350" b="0">
                <a:solidFill>
                  <a:srgbClr val="13151A"/>
                </a:solidFill>
                <a:latin typeface="Menlo"/>
                <a:ea typeface="Menlo"/>
                <a:cs typeface="Menlo"/>
              </a:defRPr>
            </a:lvl2pPr>
            <a:lvl3pPr algn="l">
              <a:defRPr sz="1350" b="0">
                <a:solidFill>
                  <a:srgbClr val="13151A"/>
                </a:solidFill>
                <a:latin typeface="Menlo"/>
                <a:ea typeface="Menlo"/>
                <a:cs typeface="Menlo"/>
              </a:defRPr>
            </a:lvl3pPr>
            <a:lvl4pPr algn="l">
              <a:defRPr sz="1350" b="0">
                <a:solidFill>
                  <a:srgbClr val="13151A"/>
                </a:solidFill>
                <a:latin typeface="Menlo"/>
                <a:ea typeface="Menlo"/>
                <a:cs typeface="Menlo"/>
              </a:defRPr>
            </a:lvl4pPr>
            <a:lvl5pPr algn="l">
              <a:defRPr sz="1350" b="0">
                <a:solidFill>
                  <a:srgbClr val="13151A"/>
                </a:solidFill>
                <a:latin typeface="Menlo"/>
                <a:ea typeface="Menlo"/>
                <a:cs typeface="Menlo"/>
              </a:defRPr>
            </a:lvl5pPr>
            <a:lvl6pPr algn="l">
              <a:defRPr sz="1350" b="0">
                <a:solidFill>
                  <a:srgbClr val="13151A"/>
                </a:solidFill>
                <a:latin typeface="Menlo"/>
                <a:ea typeface="Menlo"/>
                <a:cs typeface="Menlo"/>
              </a:defRPr>
            </a:lvl6pPr>
            <a:lvl7pPr algn="l">
              <a:defRPr sz="1350" b="0">
                <a:solidFill>
                  <a:srgbClr val="13151A"/>
                </a:solidFill>
                <a:latin typeface="Menlo"/>
                <a:ea typeface="Menlo"/>
                <a:cs typeface="Menlo"/>
              </a:defRPr>
            </a:lvl7pPr>
            <a:lvl8pPr algn="l">
              <a:defRPr sz="1350" b="0">
                <a:solidFill>
                  <a:srgbClr val="13151A"/>
                </a:solidFill>
                <a:latin typeface="Menlo"/>
                <a:ea typeface="Menlo"/>
                <a:cs typeface="Menlo"/>
              </a:defRPr>
            </a:lvl8pPr>
            <a:lvl9pPr algn="l">
              <a:defRPr sz="1350" b="0">
                <a:solidFill>
                  <a:srgbClr val="13151A"/>
                </a:solidFill>
                <a:latin typeface="Menlo"/>
                <a:ea typeface="Menlo"/>
                <a:cs typeface="Menlo"/>
              </a:defRPr>
            </a:lvl9pPr>
          </a:lstStyle>
          <a:p xmlns:a="http://schemas.openxmlformats.org/drawingml/2006/main">
            <a:pPr algn="l">
              <a:defRPr sz="1350" b="0">
                <a:solidFill>
                  <a:srgbClr val="13151A"/>
                </a:solidFill>
                <a:latin typeface="Menlo"/>
                <a:ea typeface="Menlo"/>
                <a:cs typeface="Menlo"/>
              </a:defRPr>
            </a:pPr>
            <a:r>
              <a:rPr sz="1350" b="0">
                <a:solidFill>
                  <a:srgbClr val="13151A"/>
                </a:solidFill>
                <a:latin typeface="Menlo"/>
                <a:ea typeface="Menlo"/>
                <a:cs typeface="Menlo"/>
              </a:rPr>
              <a:t>    state["draft"], evidence, deps.quality_llm)</a:t>
            </a:r>
          </a:p>
        </p:txBody>
      </p:sp>
      <p:sp>
        <p:nvSpPr>
          <p:cNvPr id="6" name="">
            <a:extLst xmlns:a="http://schemas.openxmlformats.org/drawingml/2006/main">
              <a:ext uri="{FF2B5EF4-FFF2-40B4-BE49-F238E27FC236}">
                <a16:creationId xmlns:a16="http://schemas.microsoft.com/office/drawing/2014/main" id="{97E89B14-80E9-4634-9201-B368259983E6}"/>
              </a:ext>
            </a:extLst>
          </p:cNvPr>
          <p:cNvSpPr>
            <a:spLocks xmlns:a="http://schemas.openxmlformats.org/drawingml/2006/main" noGrp="1"/>
          </p:cNvSpPr>
          <p:nvPr/>
        </p:nvSpPr>
        <p:spPr>
          <a:xfrm xmlns:a="http://schemas.openxmlformats.org/drawingml/2006/main">
            <a:off x="666750" y="2809875"/>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final = state["draft"] if verified else</a:t>
            </a:r>
          </a:p>
        </p:txBody>
      </p:sp>
      <p:sp>
        <p:nvSpPr>
          <p:cNvPr id="7" name="">
            <a:extLst xmlns:a="http://schemas.openxmlformats.org/drawingml/2006/main">
              <a:ext uri="{FF2B5EF4-FFF2-40B4-BE49-F238E27FC236}">
                <a16:creationId xmlns:a16="http://schemas.microsoft.com/office/drawing/2014/main" id="{AB4CF21B-40C0-43AA-BDB7-5ACDF3A93B69}"/>
              </a:ext>
            </a:extLst>
          </p:cNvPr>
          <p:cNvSpPr>
            <a:spLocks xmlns:a="http://schemas.openxmlformats.org/drawingml/2006/main" noGrp="1"/>
          </p:cNvSpPr>
          <p:nvPr/>
        </p:nvSpPr>
        <p:spPr>
          <a:xfrm xmlns:a="http://schemas.openxmlformats.org/drawingml/2006/main">
            <a:off x="666750" y="3238500"/>
            <a:ext cx="552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B4232D"/>
                </a:solidFill>
                <a:latin typeface="Menlo"/>
                <a:ea typeface="Menlo"/>
                <a:cs typeface="Menlo"/>
              </a:defRPr>
            </a:defPPr>
            <a:lvl1pPr algn="l">
              <a:defRPr sz="1350" b="0">
                <a:solidFill>
                  <a:srgbClr val="B4232D"/>
                </a:solidFill>
                <a:latin typeface="Menlo"/>
                <a:ea typeface="Menlo"/>
                <a:cs typeface="Menlo"/>
              </a:defRPr>
            </a:lvl1pPr>
            <a:lvl2pPr algn="l">
              <a:defRPr sz="1350" b="0">
                <a:solidFill>
                  <a:srgbClr val="B4232D"/>
                </a:solidFill>
                <a:latin typeface="Menlo"/>
                <a:ea typeface="Menlo"/>
                <a:cs typeface="Menlo"/>
              </a:defRPr>
            </a:lvl2pPr>
            <a:lvl3pPr algn="l">
              <a:defRPr sz="1350" b="0">
                <a:solidFill>
                  <a:srgbClr val="B4232D"/>
                </a:solidFill>
                <a:latin typeface="Menlo"/>
                <a:ea typeface="Menlo"/>
                <a:cs typeface="Menlo"/>
              </a:defRPr>
            </a:lvl3pPr>
            <a:lvl4pPr algn="l">
              <a:defRPr sz="1350" b="0">
                <a:solidFill>
                  <a:srgbClr val="B4232D"/>
                </a:solidFill>
                <a:latin typeface="Menlo"/>
                <a:ea typeface="Menlo"/>
                <a:cs typeface="Menlo"/>
              </a:defRPr>
            </a:lvl4pPr>
            <a:lvl5pPr algn="l">
              <a:defRPr sz="1350" b="0">
                <a:solidFill>
                  <a:srgbClr val="B4232D"/>
                </a:solidFill>
                <a:latin typeface="Menlo"/>
                <a:ea typeface="Menlo"/>
                <a:cs typeface="Menlo"/>
              </a:defRPr>
            </a:lvl5pPr>
            <a:lvl6pPr algn="l">
              <a:defRPr sz="1350" b="0">
                <a:solidFill>
                  <a:srgbClr val="B4232D"/>
                </a:solidFill>
                <a:latin typeface="Menlo"/>
                <a:ea typeface="Menlo"/>
                <a:cs typeface="Menlo"/>
              </a:defRPr>
            </a:lvl6pPr>
            <a:lvl7pPr algn="l">
              <a:defRPr sz="1350" b="0">
                <a:solidFill>
                  <a:srgbClr val="B4232D"/>
                </a:solidFill>
                <a:latin typeface="Menlo"/>
                <a:ea typeface="Menlo"/>
                <a:cs typeface="Menlo"/>
              </a:defRPr>
            </a:lvl7pPr>
            <a:lvl8pPr algn="l">
              <a:defRPr sz="1350" b="0">
                <a:solidFill>
                  <a:srgbClr val="B4232D"/>
                </a:solidFill>
                <a:latin typeface="Menlo"/>
                <a:ea typeface="Menlo"/>
                <a:cs typeface="Menlo"/>
              </a:defRPr>
            </a:lvl8pPr>
            <a:lvl9pPr algn="l">
              <a:defRPr sz="1350" b="0">
                <a:solidFill>
                  <a:srgbClr val="B4232D"/>
                </a:solidFill>
                <a:latin typeface="Menlo"/>
                <a:ea typeface="Menlo"/>
                <a:cs typeface="Menlo"/>
              </a:defRPr>
            </a:lvl9pPr>
          </a:lstStyle>
          <a:p xmlns:a="http://schemas.openxmlformats.org/drawingml/2006/main">
            <a:pPr algn="l">
              <a:defRPr sz="1350" b="0">
                <a:solidFill>
                  <a:srgbClr val="B4232D"/>
                </a:solidFill>
                <a:latin typeface="Menlo"/>
                <a:ea typeface="Menlo"/>
                <a:cs typeface="Menlo"/>
              </a:defRPr>
            </a:pPr>
            <a:r>
              <a:rPr sz="1350" b="0">
                <a:solidFill>
                  <a:srgbClr val="B4232D"/>
                </a:solidFill>
                <a:latin typeface="Menlo"/>
                <a:ea typeface="Menlo"/>
                <a:cs typeface="Menlo"/>
              </a:rPr>
              <a:t>    unverified_fallback(evidence, ...)</a:t>
            </a:r>
          </a:p>
        </p:txBody>
      </p:sp>
      <p:sp>
        <p:nvSpPr>
          <p:cNvPr id="8" name="">
            <a:extLst xmlns:a="http://schemas.openxmlformats.org/drawingml/2006/main">
              <a:ext uri="{FF2B5EF4-FFF2-40B4-BE49-F238E27FC236}">
                <a16:creationId xmlns:a16="http://schemas.microsoft.com/office/drawing/2014/main" id="{2D0D0567-2F1A-4891-9BC9-3D06C77EAEE8}"/>
              </a:ext>
            </a:extLst>
          </p:cNvPr>
          <p:cNvSpPr>
            <a:spLocks xmlns:a="http://schemas.openxmlformats.org/drawingml/2006/main" noGrp="1"/>
          </p:cNvSpPr>
          <p:nvPr/>
        </p:nvSpPr>
        <p:spPr>
          <a:xfrm xmlns:a="http://schemas.openxmlformats.org/drawingml/2006/main">
            <a:off x="666750" y="4191000"/>
            <a:ext cx="5191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코드 검사 + Judge 검토</a:t>
            </a:r>
          </a:p>
        </p:txBody>
      </p:sp>
      <p:sp>
        <p:nvSpPr>
          <p:cNvPr id="9" name="">
            <a:extLst xmlns:a="http://schemas.openxmlformats.org/drawingml/2006/main">
              <a:ext uri="{FF2B5EF4-FFF2-40B4-BE49-F238E27FC236}">
                <a16:creationId xmlns:a16="http://schemas.microsoft.com/office/drawing/2014/main" id="{E99000A7-8148-49FB-A515-E87B9E0BCFC8}"/>
              </a:ext>
            </a:extLst>
          </p:cNvPr>
          <p:cNvSpPr>
            <a:spLocks xmlns:a="http://schemas.openxmlformats.org/drawingml/2006/main" noGrp="1"/>
          </p:cNvSpPr>
          <p:nvPr/>
        </p:nvSpPr>
        <p:spPr>
          <a:xfrm xmlns:a="http://schemas.openxmlformats.org/drawingml/2006/main">
            <a:off x="666750" y="4838700"/>
            <a:ext cx="5191125"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4232D"/>
                </a:solidFill>
                <a:latin typeface="Apple SD Gothic Neo"/>
                <a:ea typeface="Apple SD Gothic Neo"/>
                <a:cs typeface="Apple SD Gothic Neo"/>
              </a:defRPr>
            </a:defPPr>
            <a:lvl1pPr algn="l">
              <a:defRPr sz="1800" b="1">
                <a:solidFill>
                  <a:srgbClr val="B4232D"/>
                </a:solidFill>
                <a:latin typeface="Apple SD Gothic Neo"/>
                <a:ea typeface="Apple SD Gothic Neo"/>
                <a:cs typeface="Apple SD Gothic Neo"/>
              </a:defRPr>
            </a:lvl1pPr>
            <a:lvl2pPr algn="l">
              <a:defRPr sz="1800" b="1">
                <a:solidFill>
                  <a:srgbClr val="B4232D"/>
                </a:solidFill>
                <a:latin typeface="Apple SD Gothic Neo"/>
                <a:ea typeface="Apple SD Gothic Neo"/>
                <a:cs typeface="Apple SD Gothic Neo"/>
              </a:defRPr>
            </a:lvl2pPr>
            <a:lvl3pPr algn="l">
              <a:defRPr sz="1800" b="1">
                <a:solidFill>
                  <a:srgbClr val="B4232D"/>
                </a:solidFill>
                <a:latin typeface="Apple SD Gothic Neo"/>
                <a:ea typeface="Apple SD Gothic Neo"/>
                <a:cs typeface="Apple SD Gothic Neo"/>
              </a:defRPr>
            </a:lvl3pPr>
            <a:lvl4pPr algn="l">
              <a:defRPr sz="1800" b="1">
                <a:solidFill>
                  <a:srgbClr val="B4232D"/>
                </a:solidFill>
                <a:latin typeface="Apple SD Gothic Neo"/>
                <a:ea typeface="Apple SD Gothic Neo"/>
                <a:cs typeface="Apple SD Gothic Neo"/>
              </a:defRPr>
            </a:lvl4pPr>
            <a:lvl5pPr algn="l">
              <a:defRPr sz="1800" b="1">
                <a:solidFill>
                  <a:srgbClr val="B4232D"/>
                </a:solidFill>
                <a:latin typeface="Apple SD Gothic Neo"/>
                <a:ea typeface="Apple SD Gothic Neo"/>
                <a:cs typeface="Apple SD Gothic Neo"/>
              </a:defRPr>
            </a:lvl5pPr>
            <a:lvl6pPr algn="l">
              <a:defRPr sz="1800" b="1">
                <a:solidFill>
                  <a:srgbClr val="B4232D"/>
                </a:solidFill>
                <a:latin typeface="Apple SD Gothic Neo"/>
                <a:ea typeface="Apple SD Gothic Neo"/>
                <a:cs typeface="Apple SD Gothic Neo"/>
              </a:defRPr>
            </a:lvl6pPr>
            <a:lvl7pPr algn="l">
              <a:defRPr sz="1800" b="1">
                <a:solidFill>
                  <a:srgbClr val="B4232D"/>
                </a:solidFill>
                <a:latin typeface="Apple SD Gothic Neo"/>
                <a:ea typeface="Apple SD Gothic Neo"/>
                <a:cs typeface="Apple SD Gothic Neo"/>
              </a:defRPr>
            </a:lvl7pPr>
            <a:lvl8pPr algn="l">
              <a:defRPr sz="1800" b="1">
                <a:solidFill>
                  <a:srgbClr val="B4232D"/>
                </a:solidFill>
                <a:latin typeface="Apple SD Gothic Neo"/>
                <a:ea typeface="Apple SD Gothic Neo"/>
                <a:cs typeface="Apple SD Gothic Neo"/>
              </a:defRPr>
            </a:lvl8pPr>
            <a:lvl9pPr algn="l">
              <a:defRPr sz="1800" b="1">
                <a:solidFill>
                  <a:srgbClr val="B4232D"/>
                </a:solidFill>
                <a:latin typeface="Apple SD Gothic Neo"/>
                <a:ea typeface="Apple SD Gothic Neo"/>
                <a:cs typeface="Apple SD Gothic Neo"/>
              </a:defRPr>
            </a:lvl9pPr>
          </a:lstStyle>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불합격 → 피드백으로 재작성</a:t>
            </a:r>
          </a:p>
          <a:p xmlns:a="http://schemas.openxmlformats.org/drawingml/2006/main">
            <a:pPr algn="l">
              <a:defRPr sz="1800" b="1">
                <a:solidFill>
                  <a:srgbClr val="B4232D"/>
                </a:solidFill>
                <a:latin typeface="Apple SD Gothic Neo"/>
                <a:ea typeface="Apple SD Gothic Neo"/>
                <a:cs typeface="Apple SD Gothic Neo"/>
              </a:defRPr>
            </a:pPr>
            <a:r>
              <a:rPr sz="1800" b="1">
                <a:solidFill>
                  <a:srgbClr val="B4232D"/>
                </a:solidFill>
                <a:latin typeface="Apple SD Gothic Neo"/>
                <a:ea typeface="Apple SD Gothic Neo"/>
                <a:cs typeface="Apple SD Gothic Neo"/>
              </a:rPr>
              <a:t>끝내 실패 → 확인된 사실만 안내</a:t>
            </a:r>
          </a:p>
        </p:txBody>
      </p:sp>
      <p:pic>
        <p:nvPicPr>
          <p:cNvPr id="10" name="">
            <a:extLst xmlns:a="http://schemas.openxmlformats.org/drawingml/2006/main">
              <a:ext uri="{FF2B5EF4-FFF2-40B4-BE49-F238E27FC236}">
                <a16:creationId xmlns:a16="http://schemas.microsoft.com/office/drawing/2014/main" id="{DC3A1955-7AB7-4D1F-A0FC-C6AB5F30FC06}"/>
              </a:ext>
            </a:extLst>
          </p:cNvPr>
          <p:cNvPicPr>
            <a:picLocks xmlns:a="http://schemas.openxmlformats.org/drawingml/2006/main" noChangeAspect="1"/>
          </p:cNvPicPr>
          <p:nvPr/>
        </p:nvPicPr>
        <p:blipFill>
          <a:blip xmlns:r="http://schemas.openxmlformats.org/officeDocument/2006/relationships" xmlns:a="http://schemas.openxmlformats.org/drawingml/2006/main" r:embed="R0b0a877c1c914a66"/>
          <a:srcRect xmlns:a="http://schemas.openxmlformats.org/drawingml/2006/main" l="1500" t="15500" r="28000" b="38500"/>
          <a:stretch xmlns:a="http://schemas.openxmlformats.org/drawingml/2006/main"/>
        </p:blipFill>
        <p:spPr>
          <a:xfrm xmlns:a="http://schemas.openxmlformats.org/drawingml/2006/main">
            <a:off x="6572250" y="1247775"/>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4A9C94A-657C-4CE0-B885-19E237DABCE8}"/>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03 · 근거 검증</a:t>
            </a:r>
          </a:p>
        </p:txBody>
      </p:sp>
    </p:spTree>
    <p:extLst>
      <p:ext uri="{BB962C8B-B14F-4D97-AF65-F5344CB8AC3E}">
        <p14:creationId xmlns:p14="http://schemas.microsoft.com/office/powerpoint/2010/main" val="12340619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2DF507F-723A-4A46-80BA-8A8578DD2274}"/>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실패한 조회는 숨기지 않고, 확인한 근거는 활용</a:t>
            </a:r>
          </a:p>
        </p:txBody>
      </p:sp>
      <p:sp>
        <p:nvSpPr>
          <p:cNvPr id="2" name="">
            <a:extLst xmlns:a="http://schemas.openxmlformats.org/drawingml/2006/main">
              <a:ext uri="{FF2B5EF4-FFF2-40B4-BE49-F238E27FC236}">
                <a16:creationId xmlns:a16="http://schemas.microsoft.com/office/drawing/2014/main" id="{F2AB82F6-F479-461F-969B-3870550437A1}"/>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13  G096 정다운</a:t>
            </a:r>
          </a:p>
        </p:txBody>
      </p:sp>
      <p:sp>
        <p:nvSpPr>
          <p:cNvPr id="3" name="">
            <a:extLst xmlns:a="http://schemas.openxmlformats.org/drawingml/2006/main">
              <a:ext uri="{FF2B5EF4-FFF2-40B4-BE49-F238E27FC236}">
                <a16:creationId xmlns:a16="http://schemas.microsoft.com/office/drawing/2014/main" id="{F45C926C-0C12-486A-BFD6-48119A035B8E}"/>
              </a:ext>
            </a:extLst>
          </p:cNvPr>
          <p:cNvSpPr>
            <a:spLocks xmlns:a="http://schemas.openxmlformats.org/drawingml/2006/main" noGrp="1"/>
          </p:cNvSpPr>
          <p:nvPr/>
        </p:nvSpPr>
        <p:spPr>
          <a:xfrm xmlns:a="http://schemas.openxmlformats.org/drawingml/2006/main">
            <a:off x="666750" y="1562100"/>
            <a:ext cx="504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agent/graph.py:136</a:t>
            </a:r>
          </a:p>
        </p:txBody>
      </p:sp>
      <p:sp>
        <p:nvSpPr>
          <p:cNvPr id="4" name="">
            <a:extLst xmlns:a="http://schemas.openxmlformats.org/drawingml/2006/main">
              <a:ext uri="{FF2B5EF4-FFF2-40B4-BE49-F238E27FC236}">
                <a16:creationId xmlns:a16="http://schemas.microsoft.com/office/drawing/2014/main" id="{FB6E90A5-9885-4B24-9B5E-B3201EA4FB48}"/>
              </a:ext>
            </a:extLst>
          </p:cNvPr>
          <p:cNvSpPr>
            <a:spLocks xmlns:a="http://schemas.openxmlformats.org/drawingml/2006/main" noGrp="1"/>
          </p:cNvSpPr>
          <p:nvPr/>
        </p:nvSpPr>
        <p:spPr>
          <a:xfrm xmlns:a="http://schemas.openxmlformats.org/drawingml/2006/main">
            <a:off x="666750" y="200025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if r["ok"]:</a:t>
            </a:r>
          </a:p>
        </p:txBody>
      </p:sp>
      <p:sp>
        <p:nvSpPr>
          <p:cNvPr id="5" name="">
            <a:extLst xmlns:a="http://schemas.openxmlformats.org/drawingml/2006/main">
              <a:ext uri="{FF2B5EF4-FFF2-40B4-BE49-F238E27FC236}">
                <a16:creationId xmlns:a16="http://schemas.microsoft.com/office/drawing/2014/main" id="{FAE46773-2923-45F1-BB18-D306EDEB3560}"/>
              </a:ext>
            </a:extLst>
          </p:cNvPr>
          <p:cNvSpPr>
            <a:spLocks xmlns:a="http://schemas.openxmlformats.org/drawingml/2006/main" noGrp="1"/>
          </p:cNvSpPr>
          <p:nvPr/>
        </p:nvSpPr>
        <p:spPr>
          <a:xfrm xmlns:a="http://schemas.openxmlformats.org/drawingml/2006/main">
            <a:off x="666750" y="242887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collected.append(item)</a:t>
            </a:r>
          </a:p>
        </p:txBody>
      </p:sp>
      <p:sp>
        <p:nvSpPr>
          <p:cNvPr id="6" name="">
            <a:extLst xmlns:a="http://schemas.openxmlformats.org/drawingml/2006/main">
              <a:ext uri="{FF2B5EF4-FFF2-40B4-BE49-F238E27FC236}">
                <a16:creationId xmlns:a16="http://schemas.microsoft.com/office/drawing/2014/main" id="{FCE53165-92A0-465C-9C07-CD0A16887D7F}"/>
              </a:ext>
            </a:extLst>
          </p:cNvPr>
          <p:cNvSpPr>
            <a:spLocks xmlns:a="http://schemas.openxmlformats.org/drawingml/2006/main" noGrp="1"/>
          </p:cNvSpPr>
          <p:nvPr/>
        </p:nvSpPr>
        <p:spPr>
          <a:xfrm xmlns:a="http://schemas.openxmlformats.org/drawingml/2006/main">
            <a:off x="666750" y="2857500"/>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Menlo"/>
                <a:ea typeface="Menlo"/>
                <a:cs typeface="Menlo"/>
              </a:defRPr>
            </a:defPPr>
            <a:lvl1pPr algn="l">
              <a:defRPr sz="1650" b="0">
                <a:solidFill>
                  <a:srgbClr val="13151A"/>
                </a:solidFill>
                <a:latin typeface="Menlo"/>
                <a:ea typeface="Menlo"/>
                <a:cs typeface="Menlo"/>
              </a:defRPr>
            </a:lvl1pPr>
            <a:lvl2pPr algn="l">
              <a:defRPr sz="1650" b="0">
                <a:solidFill>
                  <a:srgbClr val="13151A"/>
                </a:solidFill>
                <a:latin typeface="Menlo"/>
                <a:ea typeface="Menlo"/>
                <a:cs typeface="Menlo"/>
              </a:defRPr>
            </a:lvl2pPr>
            <a:lvl3pPr algn="l">
              <a:defRPr sz="1650" b="0">
                <a:solidFill>
                  <a:srgbClr val="13151A"/>
                </a:solidFill>
                <a:latin typeface="Menlo"/>
                <a:ea typeface="Menlo"/>
                <a:cs typeface="Menlo"/>
              </a:defRPr>
            </a:lvl3pPr>
            <a:lvl4pPr algn="l">
              <a:defRPr sz="1650" b="0">
                <a:solidFill>
                  <a:srgbClr val="13151A"/>
                </a:solidFill>
                <a:latin typeface="Menlo"/>
                <a:ea typeface="Menlo"/>
                <a:cs typeface="Menlo"/>
              </a:defRPr>
            </a:lvl4pPr>
            <a:lvl5pPr algn="l">
              <a:defRPr sz="1650" b="0">
                <a:solidFill>
                  <a:srgbClr val="13151A"/>
                </a:solidFill>
                <a:latin typeface="Menlo"/>
                <a:ea typeface="Menlo"/>
                <a:cs typeface="Menlo"/>
              </a:defRPr>
            </a:lvl5pPr>
            <a:lvl6pPr algn="l">
              <a:defRPr sz="1650" b="0">
                <a:solidFill>
                  <a:srgbClr val="13151A"/>
                </a:solidFill>
                <a:latin typeface="Menlo"/>
                <a:ea typeface="Menlo"/>
                <a:cs typeface="Menlo"/>
              </a:defRPr>
            </a:lvl6pPr>
            <a:lvl7pPr algn="l">
              <a:defRPr sz="1650" b="0">
                <a:solidFill>
                  <a:srgbClr val="13151A"/>
                </a:solidFill>
                <a:latin typeface="Menlo"/>
                <a:ea typeface="Menlo"/>
                <a:cs typeface="Menlo"/>
              </a:defRPr>
            </a:lvl7pPr>
            <a:lvl8pPr algn="l">
              <a:defRPr sz="1650" b="0">
                <a:solidFill>
                  <a:srgbClr val="13151A"/>
                </a:solidFill>
                <a:latin typeface="Menlo"/>
                <a:ea typeface="Menlo"/>
                <a:cs typeface="Menlo"/>
              </a:defRPr>
            </a:lvl8pPr>
            <a:lvl9pPr algn="l">
              <a:defRPr sz="1650" b="0">
                <a:solidFill>
                  <a:srgbClr val="13151A"/>
                </a:solidFill>
                <a:latin typeface="Menlo"/>
                <a:ea typeface="Menlo"/>
                <a:cs typeface="Menlo"/>
              </a:defRPr>
            </a:lvl9pPr>
          </a:lstStyle>
          <a:p xmlns:a="http://schemas.openxmlformats.org/drawingml/2006/main">
            <a:pPr algn="l">
              <a:defRPr sz="1650" b="0">
                <a:solidFill>
                  <a:srgbClr val="13151A"/>
                </a:solidFill>
                <a:latin typeface="Menlo"/>
                <a:ea typeface="Menlo"/>
                <a:cs typeface="Menlo"/>
              </a:defRPr>
            </a:pPr>
            <a:r>
              <a:rPr sz="1650" b="0">
                <a:solidFill>
                  <a:srgbClr val="13151A"/>
                </a:solidFill>
                <a:latin typeface="Menlo"/>
                <a:ea typeface="Menlo"/>
                <a:cs typeface="Menlo"/>
              </a:rPr>
              <a:t>else:</a:t>
            </a:r>
          </a:p>
        </p:txBody>
      </p:sp>
      <p:sp>
        <p:nvSpPr>
          <p:cNvPr id="7" name="">
            <a:extLst xmlns:a="http://schemas.openxmlformats.org/drawingml/2006/main">
              <a:ext uri="{FF2B5EF4-FFF2-40B4-BE49-F238E27FC236}">
                <a16:creationId xmlns:a16="http://schemas.microsoft.com/office/drawing/2014/main" id="{80A4BEA0-C238-4E6F-8427-B9FF6E6E85EA}"/>
              </a:ext>
            </a:extLst>
          </p:cNvPr>
          <p:cNvSpPr>
            <a:spLocks xmlns:a="http://schemas.openxmlformats.org/drawingml/2006/main" noGrp="1"/>
          </p:cNvSpPr>
          <p:nvPr/>
        </p:nvSpPr>
        <p:spPr>
          <a:xfrm xmlns:a="http://schemas.openxmlformats.org/drawingml/2006/main">
            <a:off x="666750" y="3286125"/>
            <a:ext cx="5191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B4232D"/>
                </a:solidFill>
                <a:latin typeface="Menlo"/>
                <a:ea typeface="Menlo"/>
                <a:cs typeface="Menlo"/>
              </a:defRPr>
            </a:defPPr>
            <a:lvl1pPr algn="l">
              <a:defRPr sz="1650" b="0">
                <a:solidFill>
                  <a:srgbClr val="B4232D"/>
                </a:solidFill>
                <a:latin typeface="Menlo"/>
                <a:ea typeface="Menlo"/>
                <a:cs typeface="Menlo"/>
              </a:defRPr>
            </a:lvl1pPr>
            <a:lvl2pPr algn="l">
              <a:defRPr sz="1650" b="0">
                <a:solidFill>
                  <a:srgbClr val="B4232D"/>
                </a:solidFill>
                <a:latin typeface="Menlo"/>
                <a:ea typeface="Menlo"/>
                <a:cs typeface="Menlo"/>
              </a:defRPr>
            </a:lvl2pPr>
            <a:lvl3pPr algn="l">
              <a:defRPr sz="1650" b="0">
                <a:solidFill>
                  <a:srgbClr val="B4232D"/>
                </a:solidFill>
                <a:latin typeface="Menlo"/>
                <a:ea typeface="Menlo"/>
                <a:cs typeface="Menlo"/>
              </a:defRPr>
            </a:lvl3pPr>
            <a:lvl4pPr algn="l">
              <a:defRPr sz="1650" b="0">
                <a:solidFill>
                  <a:srgbClr val="B4232D"/>
                </a:solidFill>
                <a:latin typeface="Menlo"/>
                <a:ea typeface="Menlo"/>
                <a:cs typeface="Menlo"/>
              </a:defRPr>
            </a:lvl4pPr>
            <a:lvl5pPr algn="l">
              <a:defRPr sz="1650" b="0">
                <a:solidFill>
                  <a:srgbClr val="B4232D"/>
                </a:solidFill>
                <a:latin typeface="Menlo"/>
                <a:ea typeface="Menlo"/>
                <a:cs typeface="Menlo"/>
              </a:defRPr>
            </a:lvl5pPr>
            <a:lvl6pPr algn="l">
              <a:defRPr sz="1650" b="0">
                <a:solidFill>
                  <a:srgbClr val="B4232D"/>
                </a:solidFill>
                <a:latin typeface="Menlo"/>
                <a:ea typeface="Menlo"/>
                <a:cs typeface="Menlo"/>
              </a:defRPr>
            </a:lvl6pPr>
            <a:lvl7pPr algn="l">
              <a:defRPr sz="1650" b="0">
                <a:solidFill>
                  <a:srgbClr val="B4232D"/>
                </a:solidFill>
                <a:latin typeface="Menlo"/>
                <a:ea typeface="Menlo"/>
                <a:cs typeface="Menlo"/>
              </a:defRPr>
            </a:lvl7pPr>
            <a:lvl8pPr algn="l">
              <a:defRPr sz="1650" b="0">
                <a:solidFill>
                  <a:srgbClr val="B4232D"/>
                </a:solidFill>
                <a:latin typeface="Menlo"/>
                <a:ea typeface="Menlo"/>
                <a:cs typeface="Menlo"/>
              </a:defRPr>
            </a:lvl8pPr>
            <a:lvl9pPr algn="l">
              <a:defRPr sz="1650" b="0">
                <a:solidFill>
                  <a:srgbClr val="B4232D"/>
                </a:solidFill>
                <a:latin typeface="Menlo"/>
                <a:ea typeface="Menlo"/>
                <a:cs typeface="Menlo"/>
              </a:defRPr>
            </a:lvl9pPr>
          </a:lstStyle>
          <a:p xmlns:a="http://schemas.openxmlformats.org/drawingml/2006/main">
            <a:pPr algn="l">
              <a:defRPr sz="1650" b="0">
                <a:solidFill>
                  <a:srgbClr val="B4232D"/>
                </a:solidFill>
                <a:latin typeface="Menlo"/>
                <a:ea typeface="Menlo"/>
                <a:cs typeface="Menlo"/>
              </a:defRPr>
            </a:pPr>
            <a:r>
              <a:rPr sz="1650" b="0">
                <a:solidFill>
                  <a:srgbClr val="B4232D"/>
                </a:solidFill>
                <a:latin typeface="Menlo"/>
                <a:ea typeface="Menlo"/>
                <a:cs typeface="Menlo"/>
              </a:rPr>
              <a:t>    task["error"] = r["error"]</a:t>
            </a:r>
          </a:p>
        </p:txBody>
      </p:sp>
      <p:sp>
        <p:nvSpPr>
          <p:cNvPr id="8" name="">
            <a:extLst xmlns:a="http://schemas.openxmlformats.org/drawingml/2006/main">
              <a:ext uri="{FF2B5EF4-FFF2-40B4-BE49-F238E27FC236}">
                <a16:creationId xmlns:a16="http://schemas.microsoft.com/office/drawing/2014/main" id="{4EA8D486-BAA4-4C52-BEE5-4D6334A7DC8D}"/>
              </a:ext>
            </a:extLst>
          </p:cNvPr>
          <p:cNvSpPr>
            <a:spLocks xmlns:a="http://schemas.openxmlformats.org/drawingml/2006/main" noGrp="1"/>
          </p:cNvSpPr>
          <p:nvPr/>
        </p:nvSpPr>
        <p:spPr>
          <a:xfrm xmlns:a="http://schemas.openxmlformats.org/drawingml/2006/main">
            <a:off x="666750" y="400050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3151A"/>
                </a:solidFill>
                <a:latin typeface="Apple SD Gothic Neo"/>
                <a:ea typeface="Apple SD Gothic Neo"/>
                <a:cs typeface="Apple SD Gothic Neo"/>
              </a:defRPr>
            </a:defPPr>
            <a:lvl1pPr algn="l">
              <a:defRPr sz="2175" b="1">
                <a:solidFill>
                  <a:srgbClr val="13151A"/>
                </a:solidFill>
                <a:latin typeface="Apple SD Gothic Neo"/>
                <a:ea typeface="Apple SD Gothic Neo"/>
                <a:cs typeface="Apple SD Gothic Neo"/>
              </a:defRPr>
            </a:lvl1pPr>
            <a:lvl2pPr algn="l">
              <a:defRPr sz="2175" b="1">
                <a:solidFill>
                  <a:srgbClr val="13151A"/>
                </a:solidFill>
                <a:latin typeface="Apple SD Gothic Neo"/>
                <a:ea typeface="Apple SD Gothic Neo"/>
                <a:cs typeface="Apple SD Gothic Neo"/>
              </a:defRPr>
            </a:lvl2pPr>
            <a:lvl3pPr algn="l">
              <a:defRPr sz="2175" b="1">
                <a:solidFill>
                  <a:srgbClr val="13151A"/>
                </a:solidFill>
                <a:latin typeface="Apple SD Gothic Neo"/>
                <a:ea typeface="Apple SD Gothic Neo"/>
                <a:cs typeface="Apple SD Gothic Neo"/>
              </a:defRPr>
            </a:lvl3pPr>
            <a:lvl4pPr algn="l">
              <a:defRPr sz="2175" b="1">
                <a:solidFill>
                  <a:srgbClr val="13151A"/>
                </a:solidFill>
                <a:latin typeface="Apple SD Gothic Neo"/>
                <a:ea typeface="Apple SD Gothic Neo"/>
                <a:cs typeface="Apple SD Gothic Neo"/>
              </a:defRPr>
            </a:lvl4pPr>
            <a:lvl5pPr algn="l">
              <a:defRPr sz="2175" b="1">
                <a:solidFill>
                  <a:srgbClr val="13151A"/>
                </a:solidFill>
                <a:latin typeface="Apple SD Gothic Neo"/>
                <a:ea typeface="Apple SD Gothic Neo"/>
                <a:cs typeface="Apple SD Gothic Neo"/>
              </a:defRPr>
            </a:lvl5pPr>
            <a:lvl6pPr algn="l">
              <a:defRPr sz="2175" b="1">
                <a:solidFill>
                  <a:srgbClr val="13151A"/>
                </a:solidFill>
                <a:latin typeface="Apple SD Gothic Neo"/>
                <a:ea typeface="Apple SD Gothic Neo"/>
                <a:cs typeface="Apple SD Gothic Neo"/>
              </a:defRPr>
            </a:lvl6pPr>
            <a:lvl7pPr algn="l">
              <a:defRPr sz="2175" b="1">
                <a:solidFill>
                  <a:srgbClr val="13151A"/>
                </a:solidFill>
                <a:latin typeface="Apple SD Gothic Neo"/>
                <a:ea typeface="Apple SD Gothic Neo"/>
                <a:cs typeface="Apple SD Gothic Neo"/>
              </a:defRPr>
            </a:lvl7pPr>
            <a:lvl8pPr algn="l">
              <a:defRPr sz="2175" b="1">
                <a:solidFill>
                  <a:srgbClr val="13151A"/>
                </a:solidFill>
                <a:latin typeface="Apple SD Gothic Neo"/>
                <a:ea typeface="Apple SD Gothic Neo"/>
                <a:cs typeface="Apple SD Gothic Neo"/>
              </a:defRPr>
            </a:lvl8pPr>
            <a:lvl9pPr algn="l">
              <a:defRPr sz="2175" b="1">
                <a:solidFill>
                  <a:srgbClr val="13151A"/>
                </a:solidFill>
                <a:latin typeface="Apple SD Gothic Neo"/>
                <a:ea typeface="Apple SD Gothic Neo"/>
                <a:cs typeface="Apple SD Gothic Neo"/>
              </a:defRPr>
            </a:lvl9pPr>
          </a:lstStyle>
          <a:p xmlns:a="http://schemas.openxmlformats.org/drawingml/2006/main">
            <a:pPr algn="l">
              <a:defRPr sz="2175" b="1">
                <a:solidFill>
                  <a:srgbClr val="13151A"/>
                </a:solidFill>
                <a:latin typeface="Apple SD Gothic Neo"/>
                <a:ea typeface="Apple SD Gothic Neo"/>
                <a:cs typeface="Apple SD Gothic Neo"/>
              </a:defRPr>
            </a:pPr>
            <a:r>
              <a:rPr sz="2175" b="1">
                <a:solidFill>
                  <a:srgbClr val="13151A"/>
                </a:solidFill>
                <a:latin typeface="Apple SD Gothic Neo"/>
                <a:ea typeface="Apple SD Gothic Neo"/>
                <a:cs typeface="Apple SD Gothic Neo"/>
              </a:rPr>
              <a:t>gateway 조회 성공</a:t>
            </a:r>
          </a:p>
        </p:txBody>
      </p:sp>
      <p:sp>
        <p:nvSpPr>
          <p:cNvPr id="9" name="">
            <a:extLst xmlns:a="http://schemas.openxmlformats.org/drawingml/2006/main">
              <a:ext uri="{FF2B5EF4-FFF2-40B4-BE49-F238E27FC236}">
                <a16:creationId xmlns:a16="http://schemas.microsoft.com/office/drawing/2014/main" id="{A85F8A9A-F663-4F38-AEBA-2923C9642749}"/>
              </a:ext>
            </a:extLst>
          </p:cNvPr>
          <p:cNvSpPr>
            <a:spLocks xmlns:a="http://schemas.openxmlformats.org/drawingml/2006/main" noGrp="1"/>
          </p:cNvSpPr>
          <p:nvPr/>
        </p:nvSpPr>
        <p:spPr>
          <a:xfrm xmlns:a="http://schemas.openxmlformats.org/drawingml/2006/main">
            <a:off x="666750" y="4629150"/>
            <a:ext cx="5286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payments 조회 실패 → 진단 한계에 명시</a:t>
            </a:r>
          </a:p>
        </p:txBody>
      </p:sp>
      <p:pic>
        <p:nvPicPr>
          <p:cNvPr id="10" name="">
            <a:extLst xmlns:a="http://schemas.openxmlformats.org/drawingml/2006/main">
              <a:ext uri="{FF2B5EF4-FFF2-40B4-BE49-F238E27FC236}">
                <a16:creationId xmlns:a16="http://schemas.microsoft.com/office/drawing/2014/main" id="{A00A26B9-2A04-49CD-AD18-6D36DA9994F6}"/>
              </a:ext>
            </a:extLst>
          </p:cNvPr>
          <p:cNvPicPr>
            <a:picLocks xmlns:a="http://schemas.openxmlformats.org/drawingml/2006/main" noChangeAspect="1"/>
          </p:cNvPicPr>
          <p:nvPr/>
        </p:nvPicPr>
        <p:blipFill>
          <a:blip xmlns:r="http://schemas.openxmlformats.org/officeDocument/2006/relationships" xmlns:a="http://schemas.openxmlformats.org/drawingml/2006/main" r:embed="R9a8f6cfbc5384a79"/>
          <a:srcRect xmlns:a="http://schemas.openxmlformats.org/drawingml/2006/main" l="2500" t="30000" r="27000" b="7500"/>
          <a:stretch xmlns:a="http://schemas.openxmlformats.org/drawingml/2006/main"/>
        </p:blipFill>
        <p:spPr>
          <a:xfrm xmlns:a="http://schemas.openxmlformats.org/drawingml/2006/main">
            <a:off x="6572250" y="1257300"/>
            <a:ext cx="4619625" cy="49053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38F00A66-0F72-4010-AB2A-462342E7E32B}"/>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04 · 부분 실패 대응</a:t>
            </a:r>
          </a:p>
        </p:txBody>
      </p:sp>
    </p:spTree>
    <p:extLst>
      <p:ext uri="{BB962C8B-B14F-4D97-AF65-F5344CB8AC3E}">
        <p14:creationId xmlns:p14="http://schemas.microsoft.com/office/powerpoint/2010/main" val="128949876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9E513DB9-D470-410D-9F71-D2D814743CB0}"/>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Graph 연결과 모듈 분리</a:t>
            </a:r>
          </a:p>
        </p:txBody>
      </p:sp>
      <p:sp>
        <p:nvSpPr>
          <p:cNvPr id="2" name="">
            <a:extLst xmlns:a="http://schemas.openxmlformats.org/drawingml/2006/main">
              <a:ext uri="{FF2B5EF4-FFF2-40B4-BE49-F238E27FC236}">
                <a16:creationId xmlns:a16="http://schemas.microsoft.com/office/drawing/2014/main" id="{7E22CD8C-6B49-4763-A7A3-7BB2AD4C4993}"/>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14  G096 정다운</a:t>
            </a:r>
          </a:p>
        </p:txBody>
      </p:sp>
      <p:sp>
        <p:nvSpPr>
          <p:cNvPr id="3" name="">
            <a:extLst xmlns:a="http://schemas.openxmlformats.org/drawingml/2006/main">
              <a:ext uri="{FF2B5EF4-FFF2-40B4-BE49-F238E27FC236}">
                <a16:creationId xmlns:a16="http://schemas.microsoft.com/office/drawing/2014/main" id="{47D03CDE-C733-410C-8A47-34B3DF0179E5}"/>
              </a:ext>
            </a:extLst>
          </p:cNvPr>
          <p:cNvSpPr>
            <a:spLocks xmlns:a="http://schemas.openxmlformats.org/drawingml/2006/main" noGrp="1"/>
          </p:cNvSpPr>
          <p:nvPr/>
        </p:nvSpPr>
        <p:spPr>
          <a:xfrm xmlns:a="http://schemas.openxmlformats.org/drawingml/2006/main">
            <a:off x="6000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01</a:t>
            </a:r>
          </a:p>
        </p:txBody>
      </p:sp>
      <p:sp>
        <p:nvSpPr>
          <p:cNvPr id="4" name="">
            <a:extLst xmlns:a="http://schemas.openxmlformats.org/drawingml/2006/main">
              <a:ext uri="{FF2B5EF4-FFF2-40B4-BE49-F238E27FC236}">
                <a16:creationId xmlns:a16="http://schemas.microsoft.com/office/drawing/2014/main" id="{E3D478C8-C972-45DE-84AB-D55128458288}"/>
              </a:ext>
            </a:extLst>
          </p:cNvPr>
          <p:cNvSpPr>
            <a:spLocks xmlns:a="http://schemas.openxmlformats.org/drawingml/2006/main" noGrp="1"/>
          </p:cNvSpPr>
          <p:nvPr/>
        </p:nvSpPr>
        <p:spPr>
          <a:xfrm xmlns:a="http://schemas.openxmlformats.org/drawingml/2006/main">
            <a:off x="6000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route</a:t>
            </a:r>
          </a:p>
        </p:txBody>
      </p:sp>
      <p:sp>
        <p:nvSpPr>
          <p:cNvPr id="5" name="">
            <a:extLst xmlns:a="http://schemas.openxmlformats.org/drawingml/2006/main">
              <a:ext uri="{FF2B5EF4-FFF2-40B4-BE49-F238E27FC236}">
                <a16:creationId xmlns:a16="http://schemas.microsoft.com/office/drawing/2014/main" id="{16C2BFA6-1C98-4C77-ABE3-E8DB0F4C4577}"/>
              </a:ext>
            </a:extLst>
          </p:cNvPr>
          <p:cNvSpPr>
            <a:spLocks xmlns:a="http://schemas.openxmlformats.org/drawingml/2006/main" noGrp="1"/>
          </p:cNvSpPr>
          <p:nvPr/>
        </p:nvSpPr>
        <p:spPr>
          <a:xfrm xmlns:a="http://schemas.openxmlformats.org/drawingml/2006/main">
            <a:off x="22002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E1484874-354A-4037-9083-C617C6D660DB}"/>
              </a:ext>
            </a:extLst>
          </p:cNvPr>
          <p:cNvSpPr>
            <a:spLocks xmlns:a="http://schemas.openxmlformats.org/drawingml/2006/main" noGrp="1"/>
          </p:cNvSpPr>
          <p:nvPr/>
        </p:nvSpPr>
        <p:spPr>
          <a:xfrm xmlns:a="http://schemas.openxmlformats.org/drawingml/2006/main">
            <a:off x="24384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02</a:t>
            </a:r>
          </a:p>
        </p:txBody>
      </p:sp>
      <p:sp>
        <p:nvSpPr>
          <p:cNvPr id="7" name="">
            <a:extLst xmlns:a="http://schemas.openxmlformats.org/drawingml/2006/main">
              <a:ext uri="{FF2B5EF4-FFF2-40B4-BE49-F238E27FC236}">
                <a16:creationId xmlns:a16="http://schemas.microsoft.com/office/drawing/2014/main" id="{735C9222-46DF-44B4-9C92-83BA7153B0AE}"/>
              </a:ext>
            </a:extLst>
          </p:cNvPr>
          <p:cNvSpPr>
            <a:spLocks xmlns:a="http://schemas.openxmlformats.org/drawingml/2006/main" noGrp="1"/>
          </p:cNvSpPr>
          <p:nvPr/>
        </p:nvSpPr>
        <p:spPr>
          <a:xfrm xmlns:a="http://schemas.openxmlformats.org/drawingml/2006/main">
            <a:off x="24384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resolve_target</a:t>
            </a:r>
          </a:p>
        </p:txBody>
      </p:sp>
      <p:sp>
        <p:nvSpPr>
          <p:cNvPr id="8" name="">
            <a:extLst xmlns:a="http://schemas.openxmlformats.org/drawingml/2006/main">
              <a:ext uri="{FF2B5EF4-FFF2-40B4-BE49-F238E27FC236}">
                <a16:creationId xmlns:a16="http://schemas.microsoft.com/office/drawing/2014/main" id="{39F376F8-B9F5-46C9-8089-FBC44CD692F4}"/>
              </a:ext>
            </a:extLst>
          </p:cNvPr>
          <p:cNvSpPr>
            <a:spLocks xmlns:a="http://schemas.openxmlformats.org/drawingml/2006/main" noGrp="1"/>
          </p:cNvSpPr>
          <p:nvPr/>
        </p:nvSpPr>
        <p:spPr>
          <a:xfrm xmlns:a="http://schemas.openxmlformats.org/drawingml/2006/main">
            <a:off x="403860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CE43DB77-94DC-4B6B-BA01-7D895DF2EA0D}"/>
              </a:ext>
            </a:extLst>
          </p:cNvPr>
          <p:cNvSpPr>
            <a:spLocks xmlns:a="http://schemas.openxmlformats.org/drawingml/2006/main" noGrp="1"/>
          </p:cNvSpPr>
          <p:nvPr/>
        </p:nvSpPr>
        <p:spPr>
          <a:xfrm xmlns:a="http://schemas.openxmlformats.org/drawingml/2006/main">
            <a:off x="427672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03</a:t>
            </a:r>
          </a:p>
        </p:txBody>
      </p:sp>
      <p:sp>
        <p:nvSpPr>
          <p:cNvPr id="10" name="">
            <a:extLst xmlns:a="http://schemas.openxmlformats.org/drawingml/2006/main">
              <a:ext uri="{FF2B5EF4-FFF2-40B4-BE49-F238E27FC236}">
                <a16:creationId xmlns:a16="http://schemas.microsoft.com/office/drawing/2014/main" id="{E510C53A-FC7A-4723-A889-D62D216BAB47}"/>
              </a:ext>
            </a:extLst>
          </p:cNvPr>
          <p:cNvSpPr>
            <a:spLocks xmlns:a="http://schemas.openxmlformats.org/drawingml/2006/main" noGrp="1"/>
          </p:cNvSpPr>
          <p:nvPr/>
        </p:nvSpPr>
        <p:spPr>
          <a:xfrm xmlns:a="http://schemas.openxmlformats.org/drawingml/2006/main">
            <a:off x="4276725"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plan</a:t>
            </a:r>
          </a:p>
        </p:txBody>
      </p:sp>
      <p:sp>
        <p:nvSpPr>
          <p:cNvPr id="11" name="">
            <a:extLst xmlns:a="http://schemas.openxmlformats.org/drawingml/2006/main">
              <a:ext uri="{FF2B5EF4-FFF2-40B4-BE49-F238E27FC236}">
                <a16:creationId xmlns:a16="http://schemas.microsoft.com/office/drawing/2014/main" id="{1591456E-E60B-4155-AFA3-385E65F60683}"/>
              </a:ext>
            </a:extLst>
          </p:cNvPr>
          <p:cNvSpPr>
            <a:spLocks xmlns:a="http://schemas.openxmlformats.org/drawingml/2006/main" noGrp="1"/>
          </p:cNvSpPr>
          <p:nvPr/>
        </p:nvSpPr>
        <p:spPr>
          <a:xfrm xmlns:a="http://schemas.openxmlformats.org/drawingml/2006/main">
            <a:off x="587692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B86B1F55-CBE3-4B01-A0C4-82621A5AC2C8}"/>
              </a:ext>
            </a:extLst>
          </p:cNvPr>
          <p:cNvSpPr>
            <a:spLocks xmlns:a="http://schemas.openxmlformats.org/drawingml/2006/main" noGrp="1"/>
          </p:cNvSpPr>
          <p:nvPr/>
        </p:nvSpPr>
        <p:spPr>
          <a:xfrm xmlns:a="http://schemas.openxmlformats.org/drawingml/2006/main">
            <a:off x="611505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04</a:t>
            </a:r>
          </a:p>
        </p:txBody>
      </p:sp>
      <p:sp>
        <p:nvSpPr>
          <p:cNvPr id="13" name="">
            <a:extLst xmlns:a="http://schemas.openxmlformats.org/drawingml/2006/main">
              <a:ext uri="{FF2B5EF4-FFF2-40B4-BE49-F238E27FC236}">
                <a16:creationId xmlns:a16="http://schemas.microsoft.com/office/drawing/2014/main" id="{D0FFF297-A11C-490E-9987-57AF36D81887}"/>
              </a:ext>
            </a:extLst>
          </p:cNvPr>
          <p:cNvSpPr>
            <a:spLocks xmlns:a="http://schemas.openxmlformats.org/drawingml/2006/main" noGrp="1"/>
          </p:cNvSpPr>
          <p:nvPr/>
        </p:nvSpPr>
        <p:spPr>
          <a:xfrm xmlns:a="http://schemas.openxmlformats.org/drawingml/2006/main">
            <a:off x="6115050" y="17716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gate</a:t>
            </a:r>
          </a:p>
        </p:txBody>
      </p:sp>
      <p:sp>
        <p:nvSpPr>
          <p:cNvPr id="14" name="">
            <a:extLst xmlns:a="http://schemas.openxmlformats.org/drawingml/2006/main">
              <a:ext uri="{FF2B5EF4-FFF2-40B4-BE49-F238E27FC236}">
                <a16:creationId xmlns:a16="http://schemas.microsoft.com/office/drawing/2014/main" id="{827EA146-7752-47F7-924C-233CD4D02B8F}"/>
              </a:ext>
            </a:extLst>
          </p:cNvPr>
          <p:cNvSpPr>
            <a:spLocks xmlns:a="http://schemas.openxmlformats.org/drawingml/2006/main" noGrp="1"/>
          </p:cNvSpPr>
          <p:nvPr/>
        </p:nvSpPr>
        <p:spPr>
          <a:xfrm xmlns:a="http://schemas.openxmlformats.org/drawingml/2006/main">
            <a:off x="7715250"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D31EEE17-042A-4C27-859B-06E6AD8807C1}"/>
              </a:ext>
            </a:extLst>
          </p:cNvPr>
          <p:cNvSpPr>
            <a:spLocks xmlns:a="http://schemas.openxmlformats.org/drawingml/2006/main" noGrp="1"/>
          </p:cNvSpPr>
          <p:nvPr/>
        </p:nvSpPr>
        <p:spPr>
          <a:xfrm xmlns:a="http://schemas.openxmlformats.org/drawingml/2006/main">
            <a:off x="7953375"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05</a:t>
            </a:r>
          </a:p>
        </p:txBody>
      </p:sp>
      <p:sp>
        <p:nvSpPr>
          <p:cNvPr id="16" name="">
            <a:extLst xmlns:a="http://schemas.openxmlformats.org/drawingml/2006/main">
              <a:ext uri="{FF2B5EF4-FFF2-40B4-BE49-F238E27FC236}">
                <a16:creationId xmlns:a16="http://schemas.microsoft.com/office/drawing/2014/main" id="{051294E4-BF8C-45FB-90F7-9D7EE984584C}"/>
              </a:ext>
            </a:extLst>
          </p:cNvPr>
          <p:cNvSpPr>
            <a:spLocks xmlns:a="http://schemas.openxmlformats.org/drawingml/2006/main" noGrp="1"/>
          </p:cNvSpPr>
          <p:nvPr/>
        </p:nvSpPr>
        <p:spPr>
          <a:xfrm xmlns:a="http://schemas.openxmlformats.org/drawingml/2006/main">
            <a:off x="7953375"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17" name="">
            <a:extLst xmlns:a="http://schemas.openxmlformats.org/drawingml/2006/main">
              <a:ext uri="{FF2B5EF4-FFF2-40B4-BE49-F238E27FC236}">
                <a16:creationId xmlns:a16="http://schemas.microsoft.com/office/drawing/2014/main" id="{CD21706F-8215-46AD-8C9B-3104A41C5028}"/>
              </a:ext>
            </a:extLst>
          </p:cNvPr>
          <p:cNvSpPr>
            <a:spLocks xmlns:a="http://schemas.openxmlformats.org/drawingml/2006/main" noGrp="1"/>
          </p:cNvSpPr>
          <p:nvPr/>
        </p:nvSpPr>
        <p:spPr>
          <a:xfrm xmlns:a="http://schemas.openxmlformats.org/drawingml/2006/main">
            <a:off x="9553575" y="19526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18" name="">
            <a:extLst xmlns:a="http://schemas.openxmlformats.org/drawingml/2006/main">
              <a:ext uri="{FF2B5EF4-FFF2-40B4-BE49-F238E27FC236}">
                <a16:creationId xmlns:a16="http://schemas.microsoft.com/office/drawing/2014/main" id="{D3E9BCB8-678B-4E26-A73B-721A17D8FC09}"/>
              </a:ext>
            </a:extLst>
          </p:cNvPr>
          <p:cNvSpPr>
            <a:spLocks xmlns:a="http://schemas.openxmlformats.org/drawingml/2006/main" noGrp="1"/>
          </p:cNvSpPr>
          <p:nvPr/>
        </p:nvSpPr>
        <p:spPr>
          <a:xfrm xmlns:a="http://schemas.openxmlformats.org/drawingml/2006/main">
            <a:off x="9791700" y="13906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06</a:t>
            </a:r>
          </a:p>
        </p:txBody>
      </p:sp>
      <p:sp>
        <p:nvSpPr>
          <p:cNvPr id="19" name="">
            <a:extLst xmlns:a="http://schemas.openxmlformats.org/drawingml/2006/main">
              <a:ext uri="{FF2B5EF4-FFF2-40B4-BE49-F238E27FC236}">
                <a16:creationId xmlns:a16="http://schemas.microsoft.com/office/drawing/2014/main" id="{841BEB58-E42E-4B3C-92C8-DA01E94DFBF8}"/>
              </a:ext>
            </a:extLst>
          </p:cNvPr>
          <p:cNvSpPr>
            <a:spLocks xmlns:a="http://schemas.openxmlformats.org/drawingml/2006/main" noGrp="1"/>
          </p:cNvSpPr>
          <p:nvPr/>
        </p:nvSpPr>
        <p:spPr>
          <a:xfrm xmlns:a="http://schemas.openxmlformats.org/drawingml/2006/main">
            <a:off x="9791700" y="17716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0" name="">
            <a:extLst xmlns:a="http://schemas.openxmlformats.org/drawingml/2006/main">
              <a:ext uri="{FF2B5EF4-FFF2-40B4-BE49-F238E27FC236}">
                <a16:creationId xmlns:a16="http://schemas.microsoft.com/office/drawing/2014/main" id="{89791C28-4582-48B3-88C2-024E5AA15DFD}"/>
              </a:ext>
            </a:extLst>
          </p:cNvPr>
          <p:cNvSpPr>
            <a:spLocks xmlns:a="http://schemas.openxmlformats.org/drawingml/2006/main" noGrp="1"/>
          </p:cNvSpPr>
          <p:nvPr/>
        </p:nvSpPr>
        <p:spPr>
          <a:xfrm xmlns:a="http://schemas.openxmlformats.org/drawingml/2006/main">
            <a:off x="6000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07</a:t>
            </a:r>
          </a:p>
        </p:txBody>
      </p:sp>
      <p:sp>
        <p:nvSpPr>
          <p:cNvPr id="21" name="">
            <a:extLst xmlns:a="http://schemas.openxmlformats.org/drawingml/2006/main">
              <a:ext uri="{FF2B5EF4-FFF2-40B4-BE49-F238E27FC236}">
                <a16:creationId xmlns:a16="http://schemas.microsoft.com/office/drawing/2014/main" id="{4AF57250-3017-4250-B06A-585B9558E053}"/>
              </a:ext>
            </a:extLst>
          </p:cNvPr>
          <p:cNvSpPr>
            <a:spLocks xmlns:a="http://schemas.openxmlformats.org/drawingml/2006/main" noGrp="1"/>
          </p:cNvSpPr>
          <p:nvPr/>
        </p:nvSpPr>
        <p:spPr>
          <a:xfrm xmlns:a="http://schemas.openxmlformats.org/drawingml/2006/main">
            <a:off x="6000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research</a:t>
            </a:r>
          </a:p>
        </p:txBody>
      </p:sp>
      <p:sp>
        <p:nvSpPr>
          <p:cNvPr id="22" name="">
            <a:extLst xmlns:a="http://schemas.openxmlformats.org/drawingml/2006/main">
              <a:ext uri="{FF2B5EF4-FFF2-40B4-BE49-F238E27FC236}">
                <a16:creationId xmlns:a16="http://schemas.microsoft.com/office/drawing/2014/main" id="{E65192B3-07B1-44D7-AC72-EB41BF101780}"/>
              </a:ext>
            </a:extLst>
          </p:cNvPr>
          <p:cNvSpPr>
            <a:spLocks xmlns:a="http://schemas.openxmlformats.org/drawingml/2006/main" noGrp="1"/>
          </p:cNvSpPr>
          <p:nvPr/>
        </p:nvSpPr>
        <p:spPr>
          <a:xfrm xmlns:a="http://schemas.openxmlformats.org/drawingml/2006/main">
            <a:off x="22002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3" name="">
            <a:extLst xmlns:a="http://schemas.openxmlformats.org/drawingml/2006/main">
              <a:ext uri="{FF2B5EF4-FFF2-40B4-BE49-F238E27FC236}">
                <a16:creationId xmlns:a16="http://schemas.microsoft.com/office/drawing/2014/main" id="{65431BD2-C8B5-4CA8-9777-1C3FCF549AB3}"/>
              </a:ext>
            </a:extLst>
          </p:cNvPr>
          <p:cNvSpPr>
            <a:spLocks xmlns:a="http://schemas.openxmlformats.org/drawingml/2006/main" noGrp="1"/>
          </p:cNvSpPr>
          <p:nvPr/>
        </p:nvSpPr>
        <p:spPr>
          <a:xfrm xmlns:a="http://schemas.openxmlformats.org/drawingml/2006/main">
            <a:off x="24384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08</a:t>
            </a:r>
          </a:p>
        </p:txBody>
      </p:sp>
      <p:sp>
        <p:nvSpPr>
          <p:cNvPr id="24" name="">
            <a:extLst xmlns:a="http://schemas.openxmlformats.org/drawingml/2006/main">
              <a:ext uri="{FF2B5EF4-FFF2-40B4-BE49-F238E27FC236}">
                <a16:creationId xmlns:a16="http://schemas.microsoft.com/office/drawing/2014/main" id="{1EDA1C0D-EAAA-41D4-A5A1-348AC51B2AB9}"/>
              </a:ext>
            </a:extLst>
          </p:cNvPr>
          <p:cNvSpPr>
            <a:spLocks xmlns:a="http://schemas.openxmlformats.org/drawingml/2006/main" noGrp="1"/>
          </p:cNvSpPr>
          <p:nvPr/>
        </p:nvSpPr>
        <p:spPr>
          <a:xfrm xmlns:a="http://schemas.openxmlformats.org/drawingml/2006/main">
            <a:off x="24384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replan_check</a:t>
            </a:r>
          </a:p>
        </p:txBody>
      </p:sp>
      <p:sp>
        <p:nvSpPr>
          <p:cNvPr id="25" name="">
            <a:extLst xmlns:a="http://schemas.openxmlformats.org/drawingml/2006/main">
              <a:ext uri="{FF2B5EF4-FFF2-40B4-BE49-F238E27FC236}">
                <a16:creationId xmlns:a16="http://schemas.microsoft.com/office/drawing/2014/main" id="{E00D26A1-6E3E-4F08-A32D-01C9D71A83C1}"/>
              </a:ext>
            </a:extLst>
          </p:cNvPr>
          <p:cNvSpPr>
            <a:spLocks xmlns:a="http://schemas.openxmlformats.org/drawingml/2006/main" noGrp="1"/>
          </p:cNvSpPr>
          <p:nvPr/>
        </p:nvSpPr>
        <p:spPr>
          <a:xfrm xmlns:a="http://schemas.openxmlformats.org/drawingml/2006/main">
            <a:off x="403860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6" name="">
            <a:extLst xmlns:a="http://schemas.openxmlformats.org/drawingml/2006/main">
              <a:ext uri="{FF2B5EF4-FFF2-40B4-BE49-F238E27FC236}">
                <a16:creationId xmlns:a16="http://schemas.microsoft.com/office/drawing/2014/main" id="{AB17E0A8-F545-496B-95EC-E1C308863022}"/>
              </a:ext>
            </a:extLst>
          </p:cNvPr>
          <p:cNvSpPr>
            <a:spLocks xmlns:a="http://schemas.openxmlformats.org/drawingml/2006/main" noGrp="1"/>
          </p:cNvSpPr>
          <p:nvPr/>
        </p:nvSpPr>
        <p:spPr>
          <a:xfrm xmlns:a="http://schemas.openxmlformats.org/drawingml/2006/main">
            <a:off x="427672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09</a:t>
            </a:r>
          </a:p>
        </p:txBody>
      </p:sp>
      <p:sp>
        <p:nvSpPr>
          <p:cNvPr id="27" name="">
            <a:extLst xmlns:a="http://schemas.openxmlformats.org/drawingml/2006/main">
              <a:ext uri="{FF2B5EF4-FFF2-40B4-BE49-F238E27FC236}">
                <a16:creationId xmlns:a16="http://schemas.microsoft.com/office/drawing/2014/main" id="{EFA48514-DE4A-4155-8539-9C9F0CE946BA}"/>
              </a:ext>
            </a:extLst>
          </p:cNvPr>
          <p:cNvSpPr>
            <a:spLocks xmlns:a="http://schemas.openxmlformats.org/drawingml/2006/main" noGrp="1"/>
          </p:cNvSpPr>
          <p:nvPr/>
        </p:nvSpPr>
        <p:spPr>
          <a:xfrm xmlns:a="http://schemas.openxmlformats.org/drawingml/2006/main">
            <a:off x="4276725"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analysis</a:t>
            </a:r>
          </a:p>
        </p:txBody>
      </p:sp>
      <p:sp>
        <p:nvSpPr>
          <p:cNvPr id="28" name="">
            <a:extLst xmlns:a="http://schemas.openxmlformats.org/drawingml/2006/main">
              <a:ext uri="{FF2B5EF4-FFF2-40B4-BE49-F238E27FC236}">
                <a16:creationId xmlns:a16="http://schemas.microsoft.com/office/drawing/2014/main" id="{F8FC8199-4F9F-48E9-BA6E-E3C6942DCF03}"/>
              </a:ext>
            </a:extLst>
          </p:cNvPr>
          <p:cNvSpPr>
            <a:spLocks xmlns:a="http://schemas.openxmlformats.org/drawingml/2006/main" noGrp="1"/>
          </p:cNvSpPr>
          <p:nvPr/>
        </p:nvSpPr>
        <p:spPr>
          <a:xfrm xmlns:a="http://schemas.openxmlformats.org/drawingml/2006/main">
            <a:off x="587692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29" name="">
            <a:extLst xmlns:a="http://schemas.openxmlformats.org/drawingml/2006/main">
              <a:ext uri="{FF2B5EF4-FFF2-40B4-BE49-F238E27FC236}">
                <a16:creationId xmlns:a16="http://schemas.microsoft.com/office/drawing/2014/main" id="{459EFFAB-2563-4CC9-9882-9011BA88851F}"/>
              </a:ext>
            </a:extLst>
          </p:cNvPr>
          <p:cNvSpPr>
            <a:spLocks xmlns:a="http://schemas.openxmlformats.org/drawingml/2006/main" noGrp="1"/>
          </p:cNvSpPr>
          <p:nvPr/>
        </p:nvSpPr>
        <p:spPr>
          <a:xfrm xmlns:a="http://schemas.openxmlformats.org/drawingml/2006/main">
            <a:off x="611505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10</a:t>
            </a:r>
          </a:p>
        </p:txBody>
      </p:sp>
      <p:sp>
        <p:nvSpPr>
          <p:cNvPr id="30" name="">
            <a:extLst xmlns:a="http://schemas.openxmlformats.org/drawingml/2006/main">
              <a:ext uri="{FF2B5EF4-FFF2-40B4-BE49-F238E27FC236}">
                <a16:creationId xmlns:a16="http://schemas.microsoft.com/office/drawing/2014/main" id="{044D15DA-FDB1-4B07-A86F-ADAA6D2E0E2A}"/>
              </a:ext>
            </a:extLst>
          </p:cNvPr>
          <p:cNvSpPr>
            <a:spLocks xmlns:a="http://schemas.openxmlformats.org/drawingml/2006/main" noGrp="1"/>
          </p:cNvSpPr>
          <p:nvPr/>
        </p:nvSpPr>
        <p:spPr>
          <a:xfrm xmlns:a="http://schemas.openxmlformats.org/drawingml/2006/main">
            <a:off x="611505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write</a:t>
            </a:r>
          </a:p>
        </p:txBody>
      </p:sp>
      <p:sp>
        <p:nvSpPr>
          <p:cNvPr id="31" name="">
            <a:extLst xmlns:a="http://schemas.openxmlformats.org/drawingml/2006/main">
              <a:ext uri="{FF2B5EF4-FFF2-40B4-BE49-F238E27FC236}">
                <a16:creationId xmlns:a16="http://schemas.microsoft.com/office/drawing/2014/main" id="{85042CA1-4A4C-404A-960A-C0C205DD55E9}"/>
              </a:ext>
            </a:extLst>
          </p:cNvPr>
          <p:cNvSpPr>
            <a:spLocks xmlns:a="http://schemas.openxmlformats.org/drawingml/2006/main" noGrp="1"/>
          </p:cNvSpPr>
          <p:nvPr/>
        </p:nvSpPr>
        <p:spPr>
          <a:xfrm xmlns:a="http://schemas.openxmlformats.org/drawingml/2006/main">
            <a:off x="7715250"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2" name="">
            <a:extLst xmlns:a="http://schemas.openxmlformats.org/drawingml/2006/main">
              <a:ext uri="{FF2B5EF4-FFF2-40B4-BE49-F238E27FC236}">
                <a16:creationId xmlns:a16="http://schemas.microsoft.com/office/drawing/2014/main" id="{88DDF0B7-6DA4-4D31-A660-A12FA49EFD7B}"/>
              </a:ext>
            </a:extLst>
          </p:cNvPr>
          <p:cNvSpPr>
            <a:spLocks xmlns:a="http://schemas.openxmlformats.org/drawingml/2006/main" noGrp="1"/>
          </p:cNvSpPr>
          <p:nvPr/>
        </p:nvSpPr>
        <p:spPr>
          <a:xfrm xmlns:a="http://schemas.openxmlformats.org/drawingml/2006/main">
            <a:off x="7953375"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11</a:t>
            </a:r>
          </a:p>
        </p:txBody>
      </p:sp>
      <p:sp>
        <p:nvSpPr>
          <p:cNvPr id="33" name="">
            <a:extLst xmlns:a="http://schemas.openxmlformats.org/drawingml/2006/main">
              <a:ext uri="{FF2B5EF4-FFF2-40B4-BE49-F238E27FC236}">
                <a16:creationId xmlns:a16="http://schemas.microsoft.com/office/drawing/2014/main" id="{1D7A0E0B-6040-4D5A-8D50-D1C779C4BEB5}"/>
              </a:ext>
            </a:extLst>
          </p:cNvPr>
          <p:cNvSpPr>
            <a:spLocks xmlns:a="http://schemas.openxmlformats.org/drawingml/2006/main" noGrp="1"/>
          </p:cNvSpPr>
          <p:nvPr/>
        </p:nvSpPr>
        <p:spPr>
          <a:xfrm xmlns:a="http://schemas.openxmlformats.org/drawingml/2006/main">
            <a:off x="7953375" y="3752850"/>
            <a:ext cx="1571625" cy="666750"/>
          </a:xfrm>
          <a:prstGeom xmlns:a="http://schemas.openxmlformats.org/drawingml/2006/main" prst="rect">
            <a:avLst/>
          </a:prstGeom>
          <a:solidFill xmlns:a="http://schemas.openxmlformats.org/drawingml/2006/main">
            <a:srgbClr val="FFFFFF"/>
          </a:solidFill>
          <a:ln xmlns:a="http://schemas.openxmlformats.org/drawingml/2006/main" w="19050">
            <a:solidFill>
              <a:srgbClr val="B4232D"/>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B4232D"/>
                </a:solidFill>
                <a:latin typeface="Apple SD Gothic Neo"/>
                <a:ea typeface="Apple SD Gothic Neo"/>
                <a:cs typeface="Apple SD Gothic Neo"/>
              </a:defRPr>
            </a:defPPr>
            <a:lvl1pPr algn="ctr">
              <a:defRPr sz="1650" b="1">
                <a:solidFill>
                  <a:srgbClr val="B4232D"/>
                </a:solidFill>
                <a:latin typeface="Apple SD Gothic Neo"/>
                <a:ea typeface="Apple SD Gothic Neo"/>
                <a:cs typeface="Apple SD Gothic Neo"/>
              </a:defRPr>
            </a:lvl1pPr>
            <a:lvl2pPr algn="ctr">
              <a:defRPr sz="1650" b="1">
                <a:solidFill>
                  <a:srgbClr val="B4232D"/>
                </a:solidFill>
                <a:latin typeface="Apple SD Gothic Neo"/>
                <a:ea typeface="Apple SD Gothic Neo"/>
                <a:cs typeface="Apple SD Gothic Neo"/>
              </a:defRPr>
            </a:lvl2pPr>
            <a:lvl3pPr algn="ctr">
              <a:defRPr sz="1650" b="1">
                <a:solidFill>
                  <a:srgbClr val="B4232D"/>
                </a:solidFill>
                <a:latin typeface="Apple SD Gothic Neo"/>
                <a:ea typeface="Apple SD Gothic Neo"/>
                <a:cs typeface="Apple SD Gothic Neo"/>
              </a:defRPr>
            </a:lvl3pPr>
            <a:lvl4pPr algn="ctr">
              <a:defRPr sz="1650" b="1">
                <a:solidFill>
                  <a:srgbClr val="B4232D"/>
                </a:solidFill>
                <a:latin typeface="Apple SD Gothic Neo"/>
                <a:ea typeface="Apple SD Gothic Neo"/>
                <a:cs typeface="Apple SD Gothic Neo"/>
              </a:defRPr>
            </a:lvl4pPr>
            <a:lvl5pPr algn="ctr">
              <a:defRPr sz="1650" b="1">
                <a:solidFill>
                  <a:srgbClr val="B4232D"/>
                </a:solidFill>
                <a:latin typeface="Apple SD Gothic Neo"/>
                <a:ea typeface="Apple SD Gothic Neo"/>
                <a:cs typeface="Apple SD Gothic Neo"/>
              </a:defRPr>
            </a:lvl5pPr>
            <a:lvl6pPr algn="ctr">
              <a:defRPr sz="1650" b="1">
                <a:solidFill>
                  <a:srgbClr val="B4232D"/>
                </a:solidFill>
                <a:latin typeface="Apple SD Gothic Neo"/>
                <a:ea typeface="Apple SD Gothic Neo"/>
                <a:cs typeface="Apple SD Gothic Neo"/>
              </a:defRPr>
            </a:lvl6pPr>
            <a:lvl7pPr algn="ctr">
              <a:defRPr sz="1650" b="1">
                <a:solidFill>
                  <a:srgbClr val="B4232D"/>
                </a:solidFill>
                <a:latin typeface="Apple SD Gothic Neo"/>
                <a:ea typeface="Apple SD Gothic Neo"/>
                <a:cs typeface="Apple SD Gothic Neo"/>
              </a:defRPr>
            </a:lvl7pPr>
            <a:lvl8pPr algn="ctr">
              <a:defRPr sz="1650" b="1">
                <a:solidFill>
                  <a:srgbClr val="B4232D"/>
                </a:solidFill>
                <a:latin typeface="Apple SD Gothic Neo"/>
                <a:ea typeface="Apple SD Gothic Neo"/>
                <a:cs typeface="Apple SD Gothic Neo"/>
              </a:defRPr>
            </a:lvl8pPr>
            <a:lvl9pPr algn="ctr">
              <a:defRPr sz="1650" b="1">
                <a:solidFill>
                  <a:srgbClr val="B4232D"/>
                </a:solidFill>
                <a:latin typeface="Apple SD Gothic Neo"/>
                <a:ea typeface="Apple SD Gothic Neo"/>
                <a:cs typeface="Apple SD Gothic Neo"/>
              </a:defRPr>
            </a:lvl9pPr>
          </a:lstStyle>
          <a:p xmlns:a="http://schemas.openxmlformats.org/drawingml/2006/main">
            <a:pPr algn="ctr">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validate</a:t>
            </a:r>
          </a:p>
        </p:txBody>
      </p:sp>
      <p:sp>
        <p:nvSpPr>
          <p:cNvPr id="34" name="">
            <a:extLst xmlns:a="http://schemas.openxmlformats.org/drawingml/2006/main">
              <a:ext uri="{FF2B5EF4-FFF2-40B4-BE49-F238E27FC236}">
                <a16:creationId xmlns:a16="http://schemas.microsoft.com/office/drawing/2014/main" id="{48B89F82-D446-41FF-80C7-09C55CCC51B1}"/>
              </a:ext>
            </a:extLst>
          </p:cNvPr>
          <p:cNvSpPr>
            <a:spLocks xmlns:a="http://schemas.openxmlformats.org/drawingml/2006/main" noGrp="1"/>
          </p:cNvSpPr>
          <p:nvPr/>
        </p:nvSpPr>
        <p:spPr>
          <a:xfrm xmlns:a="http://schemas.openxmlformats.org/drawingml/2006/main">
            <a:off x="9553575" y="3933825"/>
            <a:ext cx="21907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26A73"/>
                </a:solidFill>
                <a:latin typeface="Apple SD Gothic Neo"/>
                <a:ea typeface="Apple SD Gothic Neo"/>
                <a:cs typeface="Apple SD Gothic Neo"/>
              </a:defRPr>
            </a:defPPr>
            <a:lvl1pPr algn="l">
              <a:defRPr sz="1950" b="0">
                <a:solidFill>
                  <a:srgbClr val="626A73"/>
                </a:solidFill>
                <a:latin typeface="Apple SD Gothic Neo"/>
                <a:ea typeface="Apple SD Gothic Neo"/>
                <a:cs typeface="Apple SD Gothic Neo"/>
              </a:defRPr>
            </a:lvl1pPr>
            <a:lvl2pPr algn="l">
              <a:defRPr sz="1950" b="0">
                <a:solidFill>
                  <a:srgbClr val="626A73"/>
                </a:solidFill>
                <a:latin typeface="Apple SD Gothic Neo"/>
                <a:ea typeface="Apple SD Gothic Neo"/>
                <a:cs typeface="Apple SD Gothic Neo"/>
              </a:defRPr>
            </a:lvl2pPr>
            <a:lvl3pPr algn="l">
              <a:defRPr sz="1950" b="0">
                <a:solidFill>
                  <a:srgbClr val="626A73"/>
                </a:solidFill>
                <a:latin typeface="Apple SD Gothic Neo"/>
                <a:ea typeface="Apple SD Gothic Neo"/>
                <a:cs typeface="Apple SD Gothic Neo"/>
              </a:defRPr>
            </a:lvl3pPr>
            <a:lvl4pPr algn="l">
              <a:defRPr sz="1950" b="0">
                <a:solidFill>
                  <a:srgbClr val="626A73"/>
                </a:solidFill>
                <a:latin typeface="Apple SD Gothic Neo"/>
                <a:ea typeface="Apple SD Gothic Neo"/>
                <a:cs typeface="Apple SD Gothic Neo"/>
              </a:defRPr>
            </a:lvl4pPr>
            <a:lvl5pPr algn="l">
              <a:defRPr sz="1950" b="0">
                <a:solidFill>
                  <a:srgbClr val="626A73"/>
                </a:solidFill>
                <a:latin typeface="Apple SD Gothic Neo"/>
                <a:ea typeface="Apple SD Gothic Neo"/>
                <a:cs typeface="Apple SD Gothic Neo"/>
              </a:defRPr>
            </a:lvl5pPr>
            <a:lvl6pPr algn="l">
              <a:defRPr sz="1950" b="0">
                <a:solidFill>
                  <a:srgbClr val="626A73"/>
                </a:solidFill>
                <a:latin typeface="Apple SD Gothic Neo"/>
                <a:ea typeface="Apple SD Gothic Neo"/>
                <a:cs typeface="Apple SD Gothic Neo"/>
              </a:defRPr>
            </a:lvl6pPr>
            <a:lvl7pPr algn="l">
              <a:defRPr sz="1950" b="0">
                <a:solidFill>
                  <a:srgbClr val="626A73"/>
                </a:solidFill>
                <a:latin typeface="Apple SD Gothic Neo"/>
                <a:ea typeface="Apple SD Gothic Neo"/>
                <a:cs typeface="Apple SD Gothic Neo"/>
              </a:defRPr>
            </a:lvl7pPr>
            <a:lvl8pPr algn="l">
              <a:defRPr sz="1950" b="0">
                <a:solidFill>
                  <a:srgbClr val="626A73"/>
                </a:solidFill>
                <a:latin typeface="Apple SD Gothic Neo"/>
                <a:ea typeface="Apple SD Gothic Neo"/>
                <a:cs typeface="Apple SD Gothic Neo"/>
              </a:defRPr>
            </a:lvl8pPr>
            <a:lvl9pPr algn="l">
              <a:defRPr sz="1950" b="0">
                <a:solidFill>
                  <a:srgbClr val="626A73"/>
                </a:solidFill>
                <a:latin typeface="Apple SD Gothic Neo"/>
                <a:ea typeface="Apple SD Gothic Neo"/>
                <a:cs typeface="Apple SD Gothic Neo"/>
              </a:defRPr>
            </a:lvl9pPr>
          </a:lstStyle>
          <a:p xmlns:a="http://schemas.openxmlformats.org/drawingml/2006/main">
            <a:pPr algn="l">
              <a:defRPr sz="1950" b="0">
                <a:solidFill>
                  <a:srgbClr val="626A73"/>
                </a:solidFill>
                <a:latin typeface="Apple SD Gothic Neo"/>
                <a:ea typeface="Apple SD Gothic Neo"/>
                <a:cs typeface="Apple SD Gothic Neo"/>
              </a:defRPr>
            </a:pPr>
            <a:r>
              <a:rPr sz="1950" b="0">
                <a:solidFill>
                  <a:srgbClr val="626A73"/>
                </a:solidFill>
                <a:latin typeface="Apple SD Gothic Neo"/>
                <a:ea typeface="Apple SD Gothic Neo"/>
                <a:cs typeface="Apple SD Gothic Neo"/>
              </a:rPr>
              <a:t>→</a:t>
            </a:r>
          </a:p>
        </p:txBody>
      </p:sp>
      <p:sp>
        <p:nvSpPr>
          <p:cNvPr id="35" name="">
            <a:extLst xmlns:a="http://schemas.openxmlformats.org/drawingml/2006/main">
              <a:ext uri="{FF2B5EF4-FFF2-40B4-BE49-F238E27FC236}">
                <a16:creationId xmlns:a16="http://schemas.microsoft.com/office/drawing/2014/main" id="{D9AFC31C-D89F-4F59-ADD5-C84BFDE47750}"/>
              </a:ext>
            </a:extLst>
          </p:cNvPr>
          <p:cNvSpPr>
            <a:spLocks xmlns:a="http://schemas.openxmlformats.org/drawingml/2006/main" noGrp="1"/>
          </p:cNvSpPr>
          <p:nvPr/>
        </p:nvSpPr>
        <p:spPr>
          <a:xfrm xmlns:a="http://schemas.openxmlformats.org/drawingml/2006/main">
            <a:off x="9791700" y="3371850"/>
            <a:ext cx="428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B4232D"/>
                </a:solidFill>
                <a:latin typeface="Apple SD Gothic Neo"/>
                <a:ea typeface="Apple SD Gothic Neo"/>
                <a:cs typeface="Apple SD Gothic Neo"/>
              </a:defRPr>
            </a:defPPr>
            <a:lvl1pPr algn="l">
              <a:defRPr sz="1425" b="1">
                <a:solidFill>
                  <a:srgbClr val="B4232D"/>
                </a:solidFill>
                <a:latin typeface="Apple SD Gothic Neo"/>
                <a:ea typeface="Apple SD Gothic Neo"/>
                <a:cs typeface="Apple SD Gothic Neo"/>
              </a:defRPr>
            </a:lvl1pPr>
            <a:lvl2pPr algn="l">
              <a:defRPr sz="1425" b="1">
                <a:solidFill>
                  <a:srgbClr val="B4232D"/>
                </a:solidFill>
                <a:latin typeface="Apple SD Gothic Neo"/>
                <a:ea typeface="Apple SD Gothic Neo"/>
                <a:cs typeface="Apple SD Gothic Neo"/>
              </a:defRPr>
            </a:lvl2pPr>
            <a:lvl3pPr algn="l">
              <a:defRPr sz="1425" b="1">
                <a:solidFill>
                  <a:srgbClr val="B4232D"/>
                </a:solidFill>
                <a:latin typeface="Apple SD Gothic Neo"/>
                <a:ea typeface="Apple SD Gothic Neo"/>
                <a:cs typeface="Apple SD Gothic Neo"/>
              </a:defRPr>
            </a:lvl3pPr>
            <a:lvl4pPr algn="l">
              <a:defRPr sz="1425" b="1">
                <a:solidFill>
                  <a:srgbClr val="B4232D"/>
                </a:solidFill>
                <a:latin typeface="Apple SD Gothic Neo"/>
                <a:ea typeface="Apple SD Gothic Neo"/>
                <a:cs typeface="Apple SD Gothic Neo"/>
              </a:defRPr>
            </a:lvl4pPr>
            <a:lvl5pPr algn="l">
              <a:defRPr sz="1425" b="1">
                <a:solidFill>
                  <a:srgbClr val="B4232D"/>
                </a:solidFill>
                <a:latin typeface="Apple SD Gothic Neo"/>
                <a:ea typeface="Apple SD Gothic Neo"/>
                <a:cs typeface="Apple SD Gothic Neo"/>
              </a:defRPr>
            </a:lvl5pPr>
            <a:lvl6pPr algn="l">
              <a:defRPr sz="1425" b="1">
                <a:solidFill>
                  <a:srgbClr val="B4232D"/>
                </a:solidFill>
                <a:latin typeface="Apple SD Gothic Neo"/>
                <a:ea typeface="Apple SD Gothic Neo"/>
                <a:cs typeface="Apple SD Gothic Neo"/>
              </a:defRPr>
            </a:lvl6pPr>
            <a:lvl7pPr algn="l">
              <a:defRPr sz="1425" b="1">
                <a:solidFill>
                  <a:srgbClr val="B4232D"/>
                </a:solidFill>
                <a:latin typeface="Apple SD Gothic Neo"/>
                <a:ea typeface="Apple SD Gothic Neo"/>
                <a:cs typeface="Apple SD Gothic Neo"/>
              </a:defRPr>
            </a:lvl7pPr>
            <a:lvl8pPr algn="l">
              <a:defRPr sz="1425" b="1">
                <a:solidFill>
                  <a:srgbClr val="B4232D"/>
                </a:solidFill>
                <a:latin typeface="Apple SD Gothic Neo"/>
                <a:ea typeface="Apple SD Gothic Neo"/>
                <a:cs typeface="Apple SD Gothic Neo"/>
              </a:defRPr>
            </a:lvl8pPr>
            <a:lvl9pPr algn="l">
              <a:defRPr sz="1425" b="1">
                <a:solidFill>
                  <a:srgbClr val="B4232D"/>
                </a:solidFill>
                <a:latin typeface="Apple SD Gothic Neo"/>
                <a:ea typeface="Apple SD Gothic Neo"/>
                <a:cs typeface="Apple SD Gothic Neo"/>
              </a:defRPr>
            </a:lvl9pPr>
          </a:lstStyle>
          <a:p xmlns:a="http://schemas.openxmlformats.org/drawingml/2006/main">
            <a:pPr algn="l">
              <a:defRPr sz="1425" b="1">
                <a:solidFill>
                  <a:srgbClr val="B4232D"/>
                </a:solidFill>
                <a:latin typeface="Apple SD Gothic Neo"/>
                <a:ea typeface="Apple SD Gothic Neo"/>
                <a:cs typeface="Apple SD Gothic Neo"/>
              </a:defRPr>
            </a:pPr>
            <a:r>
              <a:rPr sz="1425" b="1">
                <a:solidFill>
                  <a:srgbClr val="B4232D"/>
                </a:solidFill>
                <a:latin typeface="Apple SD Gothic Neo"/>
                <a:ea typeface="Apple SD Gothic Neo"/>
                <a:cs typeface="Apple SD Gothic Neo"/>
              </a:rPr>
              <a:t>12</a:t>
            </a:r>
          </a:p>
        </p:txBody>
      </p:sp>
      <p:sp>
        <p:nvSpPr>
          <p:cNvPr id="36" name="">
            <a:extLst xmlns:a="http://schemas.openxmlformats.org/drawingml/2006/main">
              <a:ext uri="{FF2B5EF4-FFF2-40B4-BE49-F238E27FC236}">
                <a16:creationId xmlns:a16="http://schemas.microsoft.com/office/drawing/2014/main" id="{9A1D2C9D-787C-47B8-9F7E-B7F458CFA769}"/>
              </a:ext>
            </a:extLst>
          </p:cNvPr>
          <p:cNvSpPr>
            <a:spLocks xmlns:a="http://schemas.openxmlformats.org/drawingml/2006/main" noGrp="1"/>
          </p:cNvSpPr>
          <p:nvPr/>
        </p:nvSpPr>
        <p:spPr>
          <a:xfrm xmlns:a="http://schemas.openxmlformats.org/drawingml/2006/main">
            <a:off x="9791700" y="3752850"/>
            <a:ext cx="1571625"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EE3"/>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0">
                <a:solidFill>
                  <a:srgbClr val="13151A"/>
                </a:solidFill>
                <a:latin typeface="Apple SD Gothic Neo"/>
                <a:ea typeface="Apple SD Gothic Neo"/>
                <a:cs typeface="Apple SD Gothic Neo"/>
              </a:defRPr>
            </a:defPPr>
            <a:lvl1pPr algn="ctr">
              <a:defRPr sz="1650" b="0">
                <a:solidFill>
                  <a:srgbClr val="13151A"/>
                </a:solidFill>
                <a:latin typeface="Apple SD Gothic Neo"/>
                <a:ea typeface="Apple SD Gothic Neo"/>
                <a:cs typeface="Apple SD Gothic Neo"/>
              </a:defRPr>
            </a:lvl1pPr>
            <a:lvl2pPr algn="ctr">
              <a:defRPr sz="1650" b="0">
                <a:solidFill>
                  <a:srgbClr val="13151A"/>
                </a:solidFill>
                <a:latin typeface="Apple SD Gothic Neo"/>
                <a:ea typeface="Apple SD Gothic Neo"/>
                <a:cs typeface="Apple SD Gothic Neo"/>
              </a:defRPr>
            </a:lvl2pPr>
            <a:lvl3pPr algn="ctr">
              <a:defRPr sz="1650" b="0">
                <a:solidFill>
                  <a:srgbClr val="13151A"/>
                </a:solidFill>
                <a:latin typeface="Apple SD Gothic Neo"/>
                <a:ea typeface="Apple SD Gothic Neo"/>
                <a:cs typeface="Apple SD Gothic Neo"/>
              </a:defRPr>
            </a:lvl3pPr>
            <a:lvl4pPr algn="ctr">
              <a:defRPr sz="1650" b="0">
                <a:solidFill>
                  <a:srgbClr val="13151A"/>
                </a:solidFill>
                <a:latin typeface="Apple SD Gothic Neo"/>
                <a:ea typeface="Apple SD Gothic Neo"/>
                <a:cs typeface="Apple SD Gothic Neo"/>
              </a:defRPr>
            </a:lvl4pPr>
            <a:lvl5pPr algn="ctr">
              <a:defRPr sz="1650" b="0">
                <a:solidFill>
                  <a:srgbClr val="13151A"/>
                </a:solidFill>
                <a:latin typeface="Apple SD Gothic Neo"/>
                <a:ea typeface="Apple SD Gothic Neo"/>
                <a:cs typeface="Apple SD Gothic Neo"/>
              </a:defRPr>
            </a:lvl5pPr>
            <a:lvl6pPr algn="ctr">
              <a:defRPr sz="1650" b="0">
                <a:solidFill>
                  <a:srgbClr val="13151A"/>
                </a:solidFill>
                <a:latin typeface="Apple SD Gothic Neo"/>
                <a:ea typeface="Apple SD Gothic Neo"/>
                <a:cs typeface="Apple SD Gothic Neo"/>
              </a:defRPr>
            </a:lvl6pPr>
            <a:lvl7pPr algn="ctr">
              <a:defRPr sz="1650" b="0">
                <a:solidFill>
                  <a:srgbClr val="13151A"/>
                </a:solidFill>
                <a:latin typeface="Apple SD Gothic Neo"/>
                <a:ea typeface="Apple SD Gothic Neo"/>
                <a:cs typeface="Apple SD Gothic Neo"/>
              </a:defRPr>
            </a:lvl7pPr>
            <a:lvl8pPr algn="ctr">
              <a:defRPr sz="1650" b="0">
                <a:solidFill>
                  <a:srgbClr val="13151A"/>
                </a:solidFill>
                <a:latin typeface="Apple SD Gothic Neo"/>
                <a:ea typeface="Apple SD Gothic Neo"/>
                <a:cs typeface="Apple SD Gothic Neo"/>
              </a:defRPr>
            </a:lvl8pPr>
            <a:lvl9pPr algn="ctr">
              <a:defRPr sz="1650" b="0">
                <a:solidFill>
                  <a:srgbClr val="13151A"/>
                </a:solidFill>
                <a:latin typeface="Apple SD Gothic Neo"/>
                <a:ea typeface="Apple SD Gothic Neo"/>
                <a:cs typeface="Apple SD Gothic Neo"/>
              </a:defRPr>
            </a:lvl9pPr>
          </a:lstStyle>
          <a:p xmlns:a="http://schemas.openxmlformats.org/drawingml/2006/main">
            <a:pPr algn="ctr">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finalize</a:t>
            </a:r>
          </a:p>
        </p:txBody>
      </p:sp>
      <p:sp>
        <p:nvSpPr>
          <p:cNvPr id="37" name="">
            <a:extLst xmlns:a="http://schemas.openxmlformats.org/drawingml/2006/main">
              <a:ext uri="{FF2B5EF4-FFF2-40B4-BE49-F238E27FC236}">
                <a16:creationId xmlns:a16="http://schemas.microsoft.com/office/drawing/2014/main" id="{E588BE54-A55A-4AAA-95BF-30DBC975FB2D}"/>
              </a:ext>
            </a:extLst>
          </p:cNvPr>
          <p:cNvSpPr>
            <a:spLocks xmlns:a="http://schemas.openxmlformats.org/drawingml/2006/main" noGrp="1"/>
          </p:cNvSpPr>
          <p:nvPr/>
        </p:nvSpPr>
        <p:spPr>
          <a:xfrm xmlns:a="http://schemas.openxmlformats.org/drawingml/2006/main">
            <a:off x="628650" y="2695575"/>
            <a:ext cx="552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4232D"/>
                </a:solidFill>
                <a:latin typeface="Apple SD Gothic Neo"/>
                <a:ea typeface="Apple SD Gothic Neo"/>
                <a:cs typeface="Apple SD Gothic Neo"/>
              </a:defRPr>
            </a:defPPr>
            <a:lvl1pPr algn="l">
              <a:defRPr sz="1650" b="1">
                <a:solidFill>
                  <a:srgbClr val="B4232D"/>
                </a:solidFill>
                <a:latin typeface="Apple SD Gothic Neo"/>
                <a:ea typeface="Apple SD Gothic Neo"/>
                <a:cs typeface="Apple SD Gothic Neo"/>
              </a:defRPr>
            </a:lvl1pPr>
            <a:lvl2pPr algn="l">
              <a:defRPr sz="1650" b="1">
                <a:solidFill>
                  <a:srgbClr val="B4232D"/>
                </a:solidFill>
                <a:latin typeface="Apple SD Gothic Neo"/>
                <a:ea typeface="Apple SD Gothic Neo"/>
                <a:cs typeface="Apple SD Gothic Neo"/>
              </a:defRPr>
            </a:lvl2pPr>
            <a:lvl3pPr algn="l">
              <a:defRPr sz="1650" b="1">
                <a:solidFill>
                  <a:srgbClr val="B4232D"/>
                </a:solidFill>
                <a:latin typeface="Apple SD Gothic Neo"/>
                <a:ea typeface="Apple SD Gothic Neo"/>
                <a:cs typeface="Apple SD Gothic Neo"/>
              </a:defRPr>
            </a:lvl3pPr>
            <a:lvl4pPr algn="l">
              <a:defRPr sz="1650" b="1">
                <a:solidFill>
                  <a:srgbClr val="B4232D"/>
                </a:solidFill>
                <a:latin typeface="Apple SD Gothic Neo"/>
                <a:ea typeface="Apple SD Gothic Neo"/>
                <a:cs typeface="Apple SD Gothic Neo"/>
              </a:defRPr>
            </a:lvl4pPr>
            <a:lvl5pPr algn="l">
              <a:defRPr sz="1650" b="1">
                <a:solidFill>
                  <a:srgbClr val="B4232D"/>
                </a:solidFill>
                <a:latin typeface="Apple SD Gothic Neo"/>
                <a:ea typeface="Apple SD Gothic Neo"/>
                <a:cs typeface="Apple SD Gothic Neo"/>
              </a:defRPr>
            </a:lvl5pPr>
            <a:lvl6pPr algn="l">
              <a:defRPr sz="1650" b="1">
                <a:solidFill>
                  <a:srgbClr val="B4232D"/>
                </a:solidFill>
                <a:latin typeface="Apple SD Gothic Neo"/>
                <a:ea typeface="Apple SD Gothic Neo"/>
                <a:cs typeface="Apple SD Gothic Neo"/>
              </a:defRPr>
            </a:lvl6pPr>
            <a:lvl7pPr algn="l">
              <a:defRPr sz="1650" b="1">
                <a:solidFill>
                  <a:srgbClr val="B4232D"/>
                </a:solidFill>
                <a:latin typeface="Apple SD Gothic Neo"/>
                <a:ea typeface="Apple SD Gothic Neo"/>
                <a:cs typeface="Apple SD Gothic Neo"/>
              </a:defRPr>
            </a:lvl7pPr>
            <a:lvl8pPr algn="l">
              <a:defRPr sz="1650" b="1">
                <a:solidFill>
                  <a:srgbClr val="B4232D"/>
                </a:solidFill>
                <a:latin typeface="Apple SD Gothic Neo"/>
                <a:ea typeface="Apple SD Gothic Neo"/>
                <a:cs typeface="Apple SD Gothic Neo"/>
              </a:defRPr>
            </a:lvl8pPr>
            <a:lvl9pPr algn="l">
              <a:defRPr sz="1650" b="1">
                <a:solidFill>
                  <a:srgbClr val="B4232D"/>
                </a:solidFill>
                <a:latin typeface="Apple SD Gothic Neo"/>
                <a:ea typeface="Apple SD Gothic Neo"/>
                <a:cs typeface="Apple SD Gothic Neo"/>
              </a:defRPr>
            </a:lvl9pPr>
          </a:lstStyle>
          <a:p xmlns:a="http://schemas.openxmlformats.org/drawingml/2006/main">
            <a:pPr algn="l">
              <a:defRPr sz="1650" b="1">
                <a:solidFill>
                  <a:srgbClr val="B4232D"/>
                </a:solidFill>
                <a:latin typeface="Apple SD Gothic Neo"/>
                <a:ea typeface="Apple SD Gothic Neo"/>
                <a:cs typeface="Apple SD Gothic Neo"/>
              </a:defRPr>
            </a:pPr>
            <a:r>
              <a:rPr sz="1650" b="1">
                <a:solidFill>
                  <a:srgbClr val="B4232D"/>
                </a:solidFill>
                <a:latin typeface="Apple SD Gothic Neo"/>
                <a:ea typeface="Apple SD Gothic Neo"/>
                <a:cs typeface="Apple SD Gothic Neo"/>
              </a:rPr>
              <a:t>문서 선택: 06 → 07 → 08 → 09</a:t>
            </a:r>
          </a:p>
        </p:txBody>
      </p:sp>
      <p:sp>
        <p:nvSpPr>
          <p:cNvPr id="38" name="">
            <a:extLst xmlns:a="http://schemas.openxmlformats.org/drawingml/2006/main">
              <a:ext uri="{FF2B5EF4-FFF2-40B4-BE49-F238E27FC236}">
                <a16:creationId xmlns:a16="http://schemas.microsoft.com/office/drawing/2014/main" id="{2200BFCC-43E2-42D8-BC59-463519015F19}"/>
              </a:ext>
            </a:extLst>
          </p:cNvPr>
          <p:cNvSpPr>
            <a:spLocks xmlns:a="http://schemas.openxmlformats.org/drawingml/2006/main" noGrp="1"/>
          </p:cNvSpPr>
          <p:nvPr/>
        </p:nvSpPr>
        <p:spPr>
          <a:xfrm xmlns:a="http://schemas.openxmlformats.org/drawingml/2006/main">
            <a:off x="6229350" y="2695575"/>
            <a:ext cx="5286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문서 없음·검색 오류: 06 → 09 (07·08 생략)</a:t>
            </a:r>
          </a:p>
        </p:txBody>
      </p:sp>
      <p:sp>
        <p:nvSpPr>
          <p:cNvPr id="39" name="">
            <a:extLst xmlns:a="http://schemas.openxmlformats.org/drawingml/2006/main">
              <a:ext uri="{FF2B5EF4-FFF2-40B4-BE49-F238E27FC236}">
                <a16:creationId xmlns:a16="http://schemas.microsoft.com/office/drawing/2014/main" id="{83C4E1BC-E21C-48E1-AD86-38877FAE8514}"/>
              </a:ext>
            </a:extLst>
          </p:cNvPr>
          <p:cNvSpPr>
            <a:spLocks xmlns:a="http://schemas.openxmlformats.org/drawingml/2006/main" noGrp="1"/>
          </p:cNvSpPr>
          <p:nvPr/>
        </p:nvSpPr>
        <p:spPr>
          <a:xfrm xmlns:a="http://schemas.openxmlformats.org/drawingml/2006/main">
            <a:off x="619125" y="4876800"/>
            <a:ext cx="5095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05 research  Monitoring Tool</a:t>
            </a:r>
          </a:p>
        </p:txBody>
      </p:sp>
      <p:sp>
        <p:nvSpPr>
          <p:cNvPr id="40" name="">
            <a:extLst xmlns:a="http://schemas.openxmlformats.org/drawingml/2006/main">
              <a:ext uri="{FF2B5EF4-FFF2-40B4-BE49-F238E27FC236}">
                <a16:creationId xmlns:a16="http://schemas.microsoft.com/office/drawing/2014/main" id="{F58A9BCD-D58A-44FF-B3DB-0A46B8DD2DBE}"/>
              </a:ext>
            </a:extLst>
          </p:cNvPr>
          <p:cNvSpPr>
            <a:spLocks xmlns:a="http://schemas.openxmlformats.org/drawingml/2006/main" noGrp="1"/>
          </p:cNvSpPr>
          <p:nvPr/>
        </p:nvSpPr>
        <p:spPr>
          <a:xfrm xmlns:a="http://schemas.openxmlformats.org/drawingml/2006/main">
            <a:off x="6210300" y="487680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B4232D"/>
                </a:solidFill>
                <a:latin typeface="Apple SD Gothic Neo"/>
                <a:ea typeface="Apple SD Gothic Neo"/>
                <a:cs typeface="Apple SD Gothic Neo"/>
              </a:defRPr>
            </a:defPPr>
            <a:lvl1pPr algn="l">
              <a:defRPr sz="1875" b="1">
                <a:solidFill>
                  <a:srgbClr val="B4232D"/>
                </a:solidFill>
                <a:latin typeface="Apple SD Gothic Neo"/>
                <a:ea typeface="Apple SD Gothic Neo"/>
                <a:cs typeface="Apple SD Gothic Neo"/>
              </a:defRPr>
            </a:lvl1pPr>
            <a:lvl2pPr algn="l">
              <a:defRPr sz="1875" b="1">
                <a:solidFill>
                  <a:srgbClr val="B4232D"/>
                </a:solidFill>
                <a:latin typeface="Apple SD Gothic Neo"/>
                <a:ea typeface="Apple SD Gothic Neo"/>
                <a:cs typeface="Apple SD Gothic Neo"/>
              </a:defRPr>
            </a:lvl2pPr>
            <a:lvl3pPr algn="l">
              <a:defRPr sz="1875" b="1">
                <a:solidFill>
                  <a:srgbClr val="B4232D"/>
                </a:solidFill>
                <a:latin typeface="Apple SD Gothic Neo"/>
                <a:ea typeface="Apple SD Gothic Neo"/>
                <a:cs typeface="Apple SD Gothic Neo"/>
              </a:defRPr>
            </a:lvl3pPr>
            <a:lvl4pPr algn="l">
              <a:defRPr sz="1875" b="1">
                <a:solidFill>
                  <a:srgbClr val="B4232D"/>
                </a:solidFill>
                <a:latin typeface="Apple SD Gothic Neo"/>
                <a:ea typeface="Apple SD Gothic Neo"/>
                <a:cs typeface="Apple SD Gothic Neo"/>
              </a:defRPr>
            </a:lvl4pPr>
            <a:lvl5pPr algn="l">
              <a:defRPr sz="1875" b="1">
                <a:solidFill>
                  <a:srgbClr val="B4232D"/>
                </a:solidFill>
                <a:latin typeface="Apple SD Gothic Neo"/>
                <a:ea typeface="Apple SD Gothic Neo"/>
                <a:cs typeface="Apple SD Gothic Neo"/>
              </a:defRPr>
            </a:lvl5pPr>
            <a:lvl6pPr algn="l">
              <a:defRPr sz="1875" b="1">
                <a:solidFill>
                  <a:srgbClr val="B4232D"/>
                </a:solidFill>
                <a:latin typeface="Apple SD Gothic Neo"/>
                <a:ea typeface="Apple SD Gothic Neo"/>
                <a:cs typeface="Apple SD Gothic Neo"/>
              </a:defRPr>
            </a:lvl6pPr>
            <a:lvl7pPr algn="l">
              <a:defRPr sz="1875" b="1">
                <a:solidFill>
                  <a:srgbClr val="B4232D"/>
                </a:solidFill>
                <a:latin typeface="Apple SD Gothic Neo"/>
                <a:ea typeface="Apple SD Gothic Neo"/>
                <a:cs typeface="Apple SD Gothic Neo"/>
              </a:defRPr>
            </a:lvl7pPr>
            <a:lvl8pPr algn="l">
              <a:defRPr sz="1875" b="1">
                <a:solidFill>
                  <a:srgbClr val="B4232D"/>
                </a:solidFill>
                <a:latin typeface="Apple SD Gothic Neo"/>
                <a:ea typeface="Apple SD Gothic Neo"/>
                <a:cs typeface="Apple SD Gothic Neo"/>
              </a:defRPr>
            </a:lvl8pPr>
            <a:lvl9pPr algn="l">
              <a:defRPr sz="1875" b="1">
                <a:solidFill>
                  <a:srgbClr val="B4232D"/>
                </a:solidFill>
                <a:latin typeface="Apple SD Gothic Neo"/>
                <a:ea typeface="Apple SD Gothic Neo"/>
                <a:cs typeface="Apple SD Gothic Neo"/>
              </a:defRPr>
            </a:lvl9pPr>
          </a:lstStyle>
          <a:p xmlns:a="http://schemas.openxmlformats.org/drawingml/2006/main">
            <a:pPr algn="l">
              <a:defRPr sz="1875" b="1">
                <a:solidFill>
                  <a:srgbClr val="B4232D"/>
                </a:solidFill>
                <a:latin typeface="Apple SD Gothic Neo"/>
                <a:ea typeface="Apple SD Gothic Neo"/>
                <a:cs typeface="Apple SD Gothic Neo"/>
              </a:defRPr>
            </a:pPr>
            <a:r>
              <a:rPr sz="1875" b="1">
                <a:solidFill>
                  <a:srgbClr val="B4232D"/>
                </a:solidFill>
                <a:latin typeface="Apple SD Gothic Neo"/>
                <a:ea typeface="Apple SD Gothic Neo"/>
                <a:cs typeface="Apple SD Gothic Neo"/>
              </a:rPr>
              <a:t>07 research  Runbook Resource</a:t>
            </a:r>
          </a:p>
        </p:txBody>
      </p:sp>
      <p:sp>
        <p:nvSpPr>
          <p:cNvPr id="41" name="">
            <a:extLst xmlns:a="http://schemas.openxmlformats.org/drawingml/2006/main">
              <a:ext uri="{FF2B5EF4-FFF2-40B4-BE49-F238E27FC236}">
                <a16:creationId xmlns:a16="http://schemas.microsoft.com/office/drawing/2014/main" id="{79B03A4F-522D-43B1-8651-A6BAF8443EB7}"/>
              </a:ext>
            </a:extLst>
          </p:cNvPr>
          <p:cNvSpPr>
            <a:spLocks xmlns:a="http://schemas.openxmlformats.org/drawingml/2006/main" noGrp="1"/>
          </p:cNvSpPr>
          <p:nvPr/>
        </p:nvSpPr>
        <p:spPr>
          <a:xfrm xmlns:a="http://schemas.openxmlformats.org/drawingml/2006/main">
            <a:off x="619125" y="5581650"/>
            <a:ext cx="10858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4232D"/>
                </a:solidFill>
                <a:latin typeface="Menlo"/>
                <a:ea typeface="Menlo"/>
                <a:cs typeface="Menlo"/>
              </a:defRPr>
            </a:defPPr>
            <a:lvl1pPr algn="l">
              <a:defRPr sz="1425" b="0">
                <a:solidFill>
                  <a:srgbClr val="B4232D"/>
                </a:solidFill>
                <a:latin typeface="Menlo"/>
                <a:ea typeface="Menlo"/>
                <a:cs typeface="Menlo"/>
              </a:defRPr>
            </a:lvl1pPr>
            <a:lvl2pPr algn="l">
              <a:defRPr sz="1425" b="0">
                <a:solidFill>
                  <a:srgbClr val="B4232D"/>
                </a:solidFill>
                <a:latin typeface="Menlo"/>
                <a:ea typeface="Menlo"/>
                <a:cs typeface="Menlo"/>
              </a:defRPr>
            </a:lvl2pPr>
            <a:lvl3pPr algn="l">
              <a:defRPr sz="1425" b="0">
                <a:solidFill>
                  <a:srgbClr val="B4232D"/>
                </a:solidFill>
                <a:latin typeface="Menlo"/>
                <a:ea typeface="Menlo"/>
                <a:cs typeface="Menlo"/>
              </a:defRPr>
            </a:lvl3pPr>
            <a:lvl4pPr algn="l">
              <a:defRPr sz="1425" b="0">
                <a:solidFill>
                  <a:srgbClr val="B4232D"/>
                </a:solidFill>
                <a:latin typeface="Menlo"/>
                <a:ea typeface="Menlo"/>
                <a:cs typeface="Menlo"/>
              </a:defRPr>
            </a:lvl4pPr>
            <a:lvl5pPr algn="l">
              <a:defRPr sz="1425" b="0">
                <a:solidFill>
                  <a:srgbClr val="B4232D"/>
                </a:solidFill>
                <a:latin typeface="Menlo"/>
                <a:ea typeface="Menlo"/>
                <a:cs typeface="Menlo"/>
              </a:defRPr>
            </a:lvl5pPr>
            <a:lvl6pPr algn="l">
              <a:defRPr sz="1425" b="0">
                <a:solidFill>
                  <a:srgbClr val="B4232D"/>
                </a:solidFill>
                <a:latin typeface="Menlo"/>
                <a:ea typeface="Menlo"/>
                <a:cs typeface="Menlo"/>
              </a:defRPr>
            </a:lvl6pPr>
            <a:lvl7pPr algn="l">
              <a:defRPr sz="1425" b="0">
                <a:solidFill>
                  <a:srgbClr val="B4232D"/>
                </a:solidFill>
                <a:latin typeface="Menlo"/>
                <a:ea typeface="Menlo"/>
                <a:cs typeface="Menlo"/>
              </a:defRPr>
            </a:lvl7pPr>
            <a:lvl8pPr algn="l">
              <a:defRPr sz="1425" b="0">
                <a:solidFill>
                  <a:srgbClr val="B4232D"/>
                </a:solidFill>
                <a:latin typeface="Menlo"/>
                <a:ea typeface="Menlo"/>
                <a:cs typeface="Menlo"/>
              </a:defRPr>
            </a:lvl8pPr>
            <a:lvl9pPr algn="l">
              <a:defRPr sz="1425" b="0">
                <a:solidFill>
                  <a:srgbClr val="B4232D"/>
                </a:solidFill>
                <a:latin typeface="Menlo"/>
                <a:ea typeface="Menlo"/>
                <a:cs typeface="Menlo"/>
              </a:defRPr>
            </a:lvl9pPr>
          </a:lstStyle>
          <a:p xmlns:a="http://schemas.openxmlformats.org/drawingml/2006/main">
            <a:pPr algn="l">
              <a:defRPr sz="1425" b="0">
                <a:solidFill>
                  <a:srgbClr val="B4232D"/>
                </a:solidFill>
                <a:latin typeface="Menlo"/>
                <a:ea typeface="Menlo"/>
                <a:cs typeface="Menlo"/>
              </a:defRPr>
            </a:pPr>
            <a:r>
              <a:rPr sz="1425" b="0">
                <a:solidFill>
                  <a:srgbClr val="B4232D"/>
                </a:solidFill>
                <a:latin typeface="Menlo"/>
                <a:ea typeface="Menlo"/>
                <a:cs typeface="Menlo"/>
              </a:rPr>
              <a:t>return "analysis" if last.get("is_sufficient") else "research"</a:t>
            </a:r>
          </a:p>
        </p:txBody>
      </p:sp>
      <p:sp>
        <p:nvSpPr>
          <p:cNvPr id="42" name="">
            <a:extLst xmlns:a="http://schemas.openxmlformats.org/drawingml/2006/main">
              <a:ext uri="{FF2B5EF4-FFF2-40B4-BE49-F238E27FC236}">
                <a16:creationId xmlns:a16="http://schemas.microsoft.com/office/drawing/2014/main" id="{324920BB-6369-428A-9A7D-6B37DB1C8C44}"/>
              </a:ext>
            </a:extLst>
          </p:cNvPr>
          <p:cNvSpPr>
            <a:spLocks xmlns:a="http://schemas.openxmlformats.org/drawingml/2006/main" noGrp="1"/>
          </p:cNvSpPr>
          <p:nvPr/>
        </p:nvSpPr>
        <p:spPr>
          <a:xfrm xmlns:a="http://schemas.openxmlformats.org/drawingml/2006/main">
            <a:off x="619125" y="6257925"/>
            <a:ext cx="1095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graph.py 연결 · target_nodes.py 대상 · runbook_retrieval.py 검색 · report_nodes.py 보고서</a:t>
            </a:r>
          </a:p>
        </p:txBody>
      </p:sp>
      <p:sp>
        <p:nvSpPr>
          <p:cNvPr id="43" name="">
            <a:extLst xmlns:a="http://schemas.openxmlformats.org/drawingml/2006/main">
              <a:ext uri="{FF2B5EF4-FFF2-40B4-BE49-F238E27FC236}">
                <a16:creationId xmlns:a16="http://schemas.microsoft.com/office/drawing/2014/main" id="{B9067DA8-6A4C-483C-8E06-372EDFE2B7E5}"/>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4882728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088BF2F-3B94-43AE-9B90-6B4D4CA3672D}"/>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같은 질문으로 개선 전후 비교</a:t>
            </a:r>
          </a:p>
        </p:txBody>
      </p:sp>
      <p:sp>
        <p:nvSpPr>
          <p:cNvPr id="2" name="">
            <a:extLst xmlns:a="http://schemas.openxmlformats.org/drawingml/2006/main">
              <a:ext uri="{FF2B5EF4-FFF2-40B4-BE49-F238E27FC236}">
                <a16:creationId xmlns:a16="http://schemas.microsoft.com/office/drawing/2014/main" id="{0DD997E6-A5A8-4327-BB6C-9305CDA7A7B1}"/>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15  G096 정다운</a:t>
            </a:r>
          </a:p>
        </p:txBody>
      </p:sp>
      <p:pic>
        <p:nvPicPr>
          <p:cNvPr id="3" name="">
            <a:extLst xmlns:a="http://schemas.openxmlformats.org/drawingml/2006/main">
              <a:ext uri="{FF2B5EF4-FFF2-40B4-BE49-F238E27FC236}">
                <a16:creationId xmlns:a16="http://schemas.microsoft.com/office/drawing/2014/main" id="{5E59396E-5316-4436-96C4-A4721836E947}"/>
              </a:ext>
            </a:extLst>
          </p:cNvPr>
          <p:cNvPicPr>
            <a:picLocks xmlns:a="http://schemas.openxmlformats.org/drawingml/2006/main" noChangeAspect="1"/>
          </p:cNvPicPr>
          <p:nvPr/>
        </p:nvPicPr>
        <p:blipFill>
          <a:blip xmlns:r="http://schemas.openxmlformats.org/officeDocument/2006/relationships" xmlns:a="http://schemas.openxmlformats.org/drawingml/2006/main" r:embed="Redad4d84964b4b4f"/>
          <a:srcRect xmlns:a="http://schemas.openxmlformats.org/drawingml/2006/main" l="0" t="10000" r="0" b="0"/>
          <a:stretch xmlns:a="http://schemas.openxmlformats.org/drawingml/2006/main"/>
        </p:blipFill>
        <p:spPr>
          <a:xfrm xmlns:a="http://schemas.openxmlformats.org/drawingml/2006/main">
            <a:off x="666750" y="1219200"/>
            <a:ext cx="4905375" cy="5010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C10C2A1-FDD3-4C29-90A6-AE0318B3BCAF}"/>
              </a:ext>
            </a:extLst>
          </p:cNvPr>
          <p:cNvSpPr>
            <a:spLocks xmlns:a="http://schemas.openxmlformats.org/drawingml/2006/main" noGrp="1"/>
          </p:cNvSpPr>
          <p:nvPr/>
        </p:nvSpPr>
        <p:spPr>
          <a:xfrm xmlns:a="http://schemas.openxmlformats.org/drawingml/2006/main">
            <a:off x="6124575" y="140970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같은 입력</a:t>
            </a:r>
          </a:p>
        </p:txBody>
      </p:sp>
      <p:sp>
        <p:nvSpPr>
          <p:cNvPr id="5" name="">
            <a:extLst xmlns:a="http://schemas.openxmlformats.org/drawingml/2006/main">
              <a:ext uri="{FF2B5EF4-FFF2-40B4-BE49-F238E27FC236}">
                <a16:creationId xmlns:a16="http://schemas.microsoft.com/office/drawing/2014/main" id="{AD8A3839-F258-4B0C-8FC5-ED49A1762C46}"/>
              </a:ext>
            </a:extLst>
          </p:cNvPr>
          <p:cNvSpPr>
            <a:spLocks xmlns:a="http://schemas.openxmlformats.org/drawingml/2006/main" noGrp="1"/>
          </p:cNvSpPr>
          <p:nvPr/>
        </p:nvSpPr>
        <p:spPr>
          <a:xfrm xmlns:a="http://schemas.openxmlformats.org/drawingml/2006/main">
            <a:off x="6124575" y="1781175"/>
            <a:ext cx="52197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payments + gateway</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CPU 급증 · timeout</a:t>
            </a:r>
          </a:p>
        </p:txBody>
      </p:sp>
      <p:sp>
        <p:nvSpPr>
          <p:cNvPr id="6" name="">
            <a:extLst xmlns:a="http://schemas.openxmlformats.org/drawingml/2006/main">
              <a:ext uri="{FF2B5EF4-FFF2-40B4-BE49-F238E27FC236}">
                <a16:creationId xmlns:a16="http://schemas.microsoft.com/office/drawing/2014/main" id="{5CC2B720-D867-43B8-9B1D-BB99289F9655}"/>
              </a:ext>
            </a:extLst>
          </p:cNvPr>
          <p:cNvSpPr>
            <a:spLocks xmlns:a="http://schemas.openxmlformats.org/drawingml/2006/main" noGrp="1"/>
          </p:cNvSpPr>
          <p:nvPr/>
        </p:nvSpPr>
        <p:spPr>
          <a:xfrm xmlns:a="http://schemas.openxmlformats.org/drawingml/2006/main">
            <a:off x="6124575" y="28860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이전</a:t>
            </a:r>
          </a:p>
        </p:txBody>
      </p:sp>
      <p:sp>
        <p:nvSpPr>
          <p:cNvPr id="7" name="">
            <a:extLst xmlns:a="http://schemas.openxmlformats.org/drawingml/2006/main">
              <a:ext uri="{FF2B5EF4-FFF2-40B4-BE49-F238E27FC236}">
                <a16:creationId xmlns:a16="http://schemas.microsoft.com/office/drawing/2014/main" id="{C5D837C5-EEE0-4498-A491-425EEDB00ED4}"/>
              </a:ext>
            </a:extLst>
          </p:cNvPr>
          <p:cNvSpPr>
            <a:spLocks xmlns:a="http://schemas.openxmlformats.org/drawingml/2006/main" noGrp="1"/>
          </p:cNvSpPr>
          <p:nvPr/>
        </p:nvSpPr>
        <p:spPr>
          <a:xfrm xmlns:a="http://schemas.openxmlformats.org/drawingml/2006/main">
            <a:off x="6124575" y="3248025"/>
            <a:ext cx="528637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3151A"/>
                </a:solidFill>
                <a:latin typeface="Apple SD Gothic Neo"/>
                <a:ea typeface="Apple SD Gothic Neo"/>
                <a:cs typeface="Apple SD Gothic Neo"/>
              </a:defRPr>
            </a:defPPr>
            <a:lvl1pPr algn="l">
              <a:defRPr sz="1650" b="0">
                <a:solidFill>
                  <a:srgbClr val="13151A"/>
                </a:solidFill>
                <a:latin typeface="Apple SD Gothic Neo"/>
                <a:ea typeface="Apple SD Gothic Neo"/>
                <a:cs typeface="Apple SD Gothic Neo"/>
              </a:defRPr>
            </a:lvl1pPr>
            <a:lvl2pPr algn="l">
              <a:defRPr sz="1650" b="0">
                <a:solidFill>
                  <a:srgbClr val="13151A"/>
                </a:solidFill>
                <a:latin typeface="Apple SD Gothic Neo"/>
                <a:ea typeface="Apple SD Gothic Neo"/>
                <a:cs typeface="Apple SD Gothic Neo"/>
              </a:defRPr>
            </a:lvl2pPr>
            <a:lvl3pPr algn="l">
              <a:defRPr sz="1650" b="0">
                <a:solidFill>
                  <a:srgbClr val="13151A"/>
                </a:solidFill>
                <a:latin typeface="Apple SD Gothic Neo"/>
                <a:ea typeface="Apple SD Gothic Neo"/>
                <a:cs typeface="Apple SD Gothic Neo"/>
              </a:defRPr>
            </a:lvl3pPr>
            <a:lvl4pPr algn="l">
              <a:defRPr sz="1650" b="0">
                <a:solidFill>
                  <a:srgbClr val="13151A"/>
                </a:solidFill>
                <a:latin typeface="Apple SD Gothic Neo"/>
                <a:ea typeface="Apple SD Gothic Neo"/>
                <a:cs typeface="Apple SD Gothic Neo"/>
              </a:defRPr>
            </a:lvl4pPr>
            <a:lvl5pPr algn="l">
              <a:defRPr sz="1650" b="0">
                <a:solidFill>
                  <a:srgbClr val="13151A"/>
                </a:solidFill>
                <a:latin typeface="Apple SD Gothic Neo"/>
                <a:ea typeface="Apple SD Gothic Neo"/>
                <a:cs typeface="Apple SD Gothic Neo"/>
              </a:defRPr>
            </a:lvl5pPr>
            <a:lvl6pPr algn="l">
              <a:defRPr sz="1650" b="0">
                <a:solidFill>
                  <a:srgbClr val="13151A"/>
                </a:solidFill>
                <a:latin typeface="Apple SD Gothic Neo"/>
                <a:ea typeface="Apple SD Gothic Neo"/>
                <a:cs typeface="Apple SD Gothic Neo"/>
              </a:defRPr>
            </a:lvl6pPr>
            <a:lvl7pPr algn="l">
              <a:defRPr sz="1650" b="0">
                <a:solidFill>
                  <a:srgbClr val="13151A"/>
                </a:solidFill>
                <a:latin typeface="Apple SD Gothic Neo"/>
                <a:ea typeface="Apple SD Gothic Neo"/>
                <a:cs typeface="Apple SD Gothic Neo"/>
              </a:defRPr>
            </a:lvl7pPr>
            <a:lvl8pPr algn="l">
              <a:defRPr sz="1650" b="0">
                <a:solidFill>
                  <a:srgbClr val="13151A"/>
                </a:solidFill>
                <a:latin typeface="Apple SD Gothic Neo"/>
                <a:ea typeface="Apple SD Gothic Neo"/>
                <a:cs typeface="Apple SD Gothic Neo"/>
              </a:defRPr>
            </a:lvl8pPr>
            <a:lvl9pPr algn="l">
              <a:defRPr sz="1650" b="0">
                <a:solidFill>
                  <a:srgbClr val="13151A"/>
                </a:solidFill>
                <a:latin typeface="Apple SD Gothic Neo"/>
                <a:ea typeface="Apple SD Gothic Neo"/>
                <a:cs typeface="Apple SD Gothic Neo"/>
              </a:defRPr>
            </a:lvl9pPr>
          </a:lstStyle>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조회 3개: payments, gateway, web-01</a:t>
            </a:r>
          </a:p>
          <a:p xmlns:a="http://schemas.openxmlformats.org/drawingml/2006/main">
            <a:pPr algn="l">
              <a:defRPr sz="1650" b="0">
                <a:solidFill>
                  <a:srgbClr val="13151A"/>
                </a:solidFill>
                <a:latin typeface="Apple SD Gothic Neo"/>
                <a:ea typeface="Apple SD Gothic Neo"/>
                <a:cs typeface="Apple SD Gothic Neo"/>
              </a:defRPr>
            </a:pPr>
            <a:r>
              <a:rPr sz="1650" b="0">
                <a:solidFill>
                  <a:srgbClr val="13151A"/>
                </a:solidFill>
                <a:latin typeface="Apple SD Gothic Neo"/>
                <a:ea typeface="Apple SD Gothic Neo"/>
                <a:cs typeface="Apple SD Gothic Neo"/>
              </a:rPr>
              <a:t>Runbook 1개: CPU 급증</a:t>
            </a:r>
          </a:p>
        </p:txBody>
      </p:sp>
      <p:sp>
        <p:nvSpPr>
          <p:cNvPr id="8" name="">
            <a:extLst xmlns:a="http://schemas.openxmlformats.org/drawingml/2006/main">
              <a:ext uri="{FF2B5EF4-FFF2-40B4-BE49-F238E27FC236}">
                <a16:creationId xmlns:a16="http://schemas.microsoft.com/office/drawing/2014/main" id="{5BE743DE-15B4-4D19-9EA4-22E36EC58E6D}"/>
              </a:ext>
            </a:extLst>
          </p:cNvPr>
          <p:cNvSpPr>
            <a:spLocks xmlns:a="http://schemas.openxmlformats.org/drawingml/2006/main" noGrp="1"/>
          </p:cNvSpPr>
          <p:nvPr/>
        </p:nvSpPr>
        <p:spPr>
          <a:xfrm xmlns:a="http://schemas.openxmlformats.org/drawingml/2006/main">
            <a:off x="6124575" y="44767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개선 후</a:t>
            </a:r>
          </a:p>
        </p:txBody>
      </p:sp>
      <p:sp>
        <p:nvSpPr>
          <p:cNvPr id="9" name="">
            <a:extLst xmlns:a="http://schemas.openxmlformats.org/drawingml/2006/main">
              <a:ext uri="{FF2B5EF4-FFF2-40B4-BE49-F238E27FC236}">
                <a16:creationId xmlns:a16="http://schemas.microsoft.com/office/drawing/2014/main" id="{00B460CF-BAC6-4FAD-93D6-E203E30B328E}"/>
              </a:ext>
            </a:extLst>
          </p:cNvPr>
          <p:cNvSpPr>
            <a:spLocks xmlns:a="http://schemas.openxmlformats.org/drawingml/2006/main" noGrp="1"/>
          </p:cNvSpPr>
          <p:nvPr/>
        </p:nvSpPr>
        <p:spPr>
          <a:xfrm xmlns:a="http://schemas.openxmlformats.org/drawingml/2006/main">
            <a:off x="6124575" y="4848225"/>
            <a:ext cx="5295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B4232D"/>
                </a:solidFill>
                <a:latin typeface="Apple SD Gothic Neo"/>
                <a:ea typeface="Apple SD Gothic Neo"/>
                <a:cs typeface="Apple SD Gothic Neo"/>
              </a:defRPr>
            </a:defPPr>
            <a:lvl1pPr algn="l">
              <a:defRPr sz="1725" b="1">
                <a:solidFill>
                  <a:srgbClr val="B4232D"/>
                </a:solidFill>
                <a:latin typeface="Apple SD Gothic Neo"/>
                <a:ea typeface="Apple SD Gothic Neo"/>
                <a:cs typeface="Apple SD Gothic Neo"/>
              </a:defRPr>
            </a:lvl1pPr>
            <a:lvl2pPr algn="l">
              <a:defRPr sz="1725" b="1">
                <a:solidFill>
                  <a:srgbClr val="B4232D"/>
                </a:solidFill>
                <a:latin typeface="Apple SD Gothic Neo"/>
                <a:ea typeface="Apple SD Gothic Neo"/>
                <a:cs typeface="Apple SD Gothic Neo"/>
              </a:defRPr>
            </a:lvl2pPr>
            <a:lvl3pPr algn="l">
              <a:defRPr sz="1725" b="1">
                <a:solidFill>
                  <a:srgbClr val="B4232D"/>
                </a:solidFill>
                <a:latin typeface="Apple SD Gothic Neo"/>
                <a:ea typeface="Apple SD Gothic Neo"/>
                <a:cs typeface="Apple SD Gothic Neo"/>
              </a:defRPr>
            </a:lvl3pPr>
            <a:lvl4pPr algn="l">
              <a:defRPr sz="1725" b="1">
                <a:solidFill>
                  <a:srgbClr val="B4232D"/>
                </a:solidFill>
                <a:latin typeface="Apple SD Gothic Neo"/>
                <a:ea typeface="Apple SD Gothic Neo"/>
                <a:cs typeface="Apple SD Gothic Neo"/>
              </a:defRPr>
            </a:lvl4pPr>
            <a:lvl5pPr algn="l">
              <a:defRPr sz="1725" b="1">
                <a:solidFill>
                  <a:srgbClr val="B4232D"/>
                </a:solidFill>
                <a:latin typeface="Apple SD Gothic Neo"/>
                <a:ea typeface="Apple SD Gothic Neo"/>
                <a:cs typeface="Apple SD Gothic Neo"/>
              </a:defRPr>
            </a:lvl5pPr>
            <a:lvl6pPr algn="l">
              <a:defRPr sz="1725" b="1">
                <a:solidFill>
                  <a:srgbClr val="B4232D"/>
                </a:solidFill>
                <a:latin typeface="Apple SD Gothic Neo"/>
                <a:ea typeface="Apple SD Gothic Neo"/>
                <a:cs typeface="Apple SD Gothic Neo"/>
              </a:defRPr>
            </a:lvl6pPr>
            <a:lvl7pPr algn="l">
              <a:defRPr sz="1725" b="1">
                <a:solidFill>
                  <a:srgbClr val="B4232D"/>
                </a:solidFill>
                <a:latin typeface="Apple SD Gothic Neo"/>
                <a:ea typeface="Apple SD Gothic Neo"/>
                <a:cs typeface="Apple SD Gothic Neo"/>
              </a:defRPr>
            </a:lvl7pPr>
            <a:lvl8pPr algn="l">
              <a:defRPr sz="1725" b="1">
                <a:solidFill>
                  <a:srgbClr val="B4232D"/>
                </a:solidFill>
                <a:latin typeface="Apple SD Gothic Neo"/>
                <a:ea typeface="Apple SD Gothic Neo"/>
                <a:cs typeface="Apple SD Gothic Neo"/>
              </a:defRPr>
            </a:lvl8pPr>
            <a:lvl9pPr algn="l">
              <a:defRPr sz="1725" b="1">
                <a:solidFill>
                  <a:srgbClr val="B4232D"/>
                </a:solidFill>
                <a:latin typeface="Apple SD Gothic Neo"/>
                <a:ea typeface="Apple SD Gothic Neo"/>
                <a:cs typeface="Apple SD Gothic Neo"/>
              </a:defRPr>
            </a:lvl9pPr>
          </a:lstStyle>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조회 2개: payments, gateway</a:t>
            </a:r>
          </a:p>
          <a:p xmlns:a="http://schemas.openxmlformats.org/drawingml/2006/main">
            <a:pPr algn="l">
              <a:defRPr sz="1725" b="1">
                <a:solidFill>
                  <a:srgbClr val="B4232D"/>
                </a:solidFill>
                <a:latin typeface="Apple SD Gothic Neo"/>
                <a:ea typeface="Apple SD Gothic Neo"/>
                <a:cs typeface="Apple SD Gothic Neo"/>
              </a:defRPr>
            </a:pPr>
            <a:r>
              <a:rPr sz="1725" b="1">
                <a:solidFill>
                  <a:srgbClr val="B4232D"/>
                </a:solidFill>
                <a:latin typeface="Apple SD Gothic Neo"/>
                <a:ea typeface="Apple SD Gothic Neo"/>
                <a:cs typeface="Apple SD Gothic Neo"/>
              </a:rPr>
              <a:t>Runbook 2개: CPU · 네트워크</a:t>
            </a:r>
          </a:p>
        </p:txBody>
      </p:sp>
      <p:sp>
        <p:nvSpPr>
          <p:cNvPr id="10" name="">
            <a:extLst xmlns:a="http://schemas.openxmlformats.org/drawingml/2006/main">
              <a:ext uri="{FF2B5EF4-FFF2-40B4-BE49-F238E27FC236}">
                <a16:creationId xmlns:a16="http://schemas.microsoft.com/office/drawing/2014/main" id="{17FE6E29-36E7-45AB-A2F8-1B37C5A34ECB}"/>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TASK 05 · 모듈화와 평가</a:t>
            </a:r>
          </a:p>
        </p:txBody>
      </p:sp>
    </p:spTree>
    <p:extLst>
      <p:ext uri="{BB962C8B-B14F-4D97-AF65-F5344CB8AC3E}">
        <p14:creationId xmlns:p14="http://schemas.microsoft.com/office/powerpoint/2010/main" val="82019364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D0CB1A-E80A-4E43-8CC4-08DA3F1EC287}"/>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최종 실행 화면</a:t>
            </a:r>
          </a:p>
        </p:txBody>
      </p:sp>
      <p:sp>
        <p:nvSpPr>
          <p:cNvPr id="2" name="">
            <a:extLst xmlns:a="http://schemas.openxmlformats.org/drawingml/2006/main">
              <a:ext uri="{FF2B5EF4-FFF2-40B4-BE49-F238E27FC236}">
                <a16:creationId xmlns:a16="http://schemas.microsoft.com/office/drawing/2014/main" id="{7A214AEF-F977-48C4-B0F0-B8858896C391}"/>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16  G096 정다운</a:t>
            </a:r>
          </a:p>
        </p:txBody>
      </p:sp>
      <p:pic>
        <p:nvPicPr>
          <p:cNvPr id="3" name="">
            <a:extLst xmlns:a="http://schemas.openxmlformats.org/drawingml/2006/main">
              <a:ext uri="{FF2B5EF4-FFF2-40B4-BE49-F238E27FC236}">
                <a16:creationId xmlns:a16="http://schemas.microsoft.com/office/drawing/2014/main" id="{1B705AD0-18CF-42E5-B9BC-53F07137E626}"/>
              </a:ext>
            </a:extLst>
          </p:cNvPr>
          <p:cNvPicPr>
            <a:picLocks xmlns:a="http://schemas.openxmlformats.org/drawingml/2006/main" noChangeAspect="1"/>
          </p:cNvPicPr>
          <p:nvPr/>
        </p:nvPicPr>
        <p:blipFill>
          <a:blip xmlns:r="http://schemas.openxmlformats.org/officeDocument/2006/relationships" xmlns:a="http://schemas.openxmlformats.org/drawingml/2006/main" r:embed="R8ff0f8c959584cb3"/>
          <a:srcRect xmlns:a="http://schemas.openxmlformats.org/drawingml/2006/main" l="0" t="6000" r="0" b="0"/>
          <a:stretch xmlns:a="http://schemas.openxmlformats.org/drawingml/2006/main"/>
        </p:blipFill>
        <p:spPr>
          <a:xfrm xmlns:a="http://schemas.openxmlformats.org/drawingml/2006/main">
            <a:off x="647700" y="1257300"/>
            <a:ext cx="4667250" cy="4953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F147921-F241-4BCB-AC72-973AD2BD30E1}"/>
              </a:ext>
            </a:extLst>
          </p:cNvPr>
          <p:cNvSpPr>
            <a:spLocks xmlns:a="http://schemas.openxmlformats.org/drawingml/2006/main" noGrp="1"/>
          </p:cNvSpPr>
          <p:nvPr/>
        </p:nvSpPr>
        <p:spPr>
          <a:xfrm xmlns:a="http://schemas.openxmlformats.org/drawingml/2006/main">
            <a:off x="5953125" y="1543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확인된 대상</a:t>
            </a:r>
          </a:p>
        </p:txBody>
      </p:sp>
      <p:sp>
        <p:nvSpPr>
          <p:cNvPr id="5" name="">
            <a:extLst xmlns:a="http://schemas.openxmlformats.org/drawingml/2006/main">
              <a:ext uri="{FF2B5EF4-FFF2-40B4-BE49-F238E27FC236}">
                <a16:creationId xmlns:a16="http://schemas.microsoft.com/office/drawing/2014/main" id="{514842A1-2CBE-443D-8F6B-AA58CCEB7151}"/>
              </a:ext>
            </a:extLst>
          </p:cNvPr>
          <p:cNvSpPr>
            <a:spLocks xmlns:a="http://schemas.openxmlformats.org/drawingml/2006/main" noGrp="1"/>
          </p:cNvSpPr>
          <p:nvPr/>
        </p:nvSpPr>
        <p:spPr>
          <a:xfrm xmlns:a="http://schemas.openxmlformats.org/drawingml/2006/main">
            <a:off x="5953125" y="1981200"/>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13151A"/>
                </a:solidFill>
                <a:latin typeface="Apple SD Gothic Neo"/>
                <a:ea typeface="Apple SD Gothic Neo"/>
                <a:cs typeface="Apple SD Gothic Neo"/>
              </a:defRPr>
            </a:defPPr>
            <a:lvl1pPr algn="l">
              <a:defRPr sz="2325" b="1">
                <a:solidFill>
                  <a:srgbClr val="13151A"/>
                </a:solidFill>
                <a:latin typeface="Apple SD Gothic Neo"/>
                <a:ea typeface="Apple SD Gothic Neo"/>
                <a:cs typeface="Apple SD Gothic Neo"/>
              </a:defRPr>
            </a:lvl1pPr>
            <a:lvl2pPr algn="l">
              <a:defRPr sz="2325" b="1">
                <a:solidFill>
                  <a:srgbClr val="13151A"/>
                </a:solidFill>
                <a:latin typeface="Apple SD Gothic Neo"/>
                <a:ea typeface="Apple SD Gothic Neo"/>
                <a:cs typeface="Apple SD Gothic Neo"/>
              </a:defRPr>
            </a:lvl2pPr>
            <a:lvl3pPr algn="l">
              <a:defRPr sz="2325" b="1">
                <a:solidFill>
                  <a:srgbClr val="13151A"/>
                </a:solidFill>
                <a:latin typeface="Apple SD Gothic Neo"/>
                <a:ea typeface="Apple SD Gothic Neo"/>
                <a:cs typeface="Apple SD Gothic Neo"/>
              </a:defRPr>
            </a:lvl3pPr>
            <a:lvl4pPr algn="l">
              <a:defRPr sz="2325" b="1">
                <a:solidFill>
                  <a:srgbClr val="13151A"/>
                </a:solidFill>
                <a:latin typeface="Apple SD Gothic Neo"/>
                <a:ea typeface="Apple SD Gothic Neo"/>
                <a:cs typeface="Apple SD Gothic Neo"/>
              </a:defRPr>
            </a:lvl4pPr>
            <a:lvl5pPr algn="l">
              <a:defRPr sz="2325" b="1">
                <a:solidFill>
                  <a:srgbClr val="13151A"/>
                </a:solidFill>
                <a:latin typeface="Apple SD Gothic Neo"/>
                <a:ea typeface="Apple SD Gothic Neo"/>
                <a:cs typeface="Apple SD Gothic Neo"/>
              </a:defRPr>
            </a:lvl5pPr>
            <a:lvl6pPr algn="l">
              <a:defRPr sz="2325" b="1">
                <a:solidFill>
                  <a:srgbClr val="13151A"/>
                </a:solidFill>
                <a:latin typeface="Apple SD Gothic Neo"/>
                <a:ea typeface="Apple SD Gothic Neo"/>
                <a:cs typeface="Apple SD Gothic Neo"/>
              </a:defRPr>
            </a:lvl6pPr>
            <a:lvl7pPr algn="l">
              <a:defRPr sz="2325" b="1">
                <a:solidFill>
                  <a:srgbClr val="13151A"/>
                </a:solidFill>
                <a:latin typeface="Apple SD Gothic Neo"/>
                <a:ea typeface="Apple SD Gothic Neo"/>
                <a:cs typeface="Apple SD Gothic Neo"/>
              </a:defRPr>
            </a:lvl7pPr>
            <a:lvl8pPr algn="l">
              <a:defRPr sz="2325" b="1">
                <a:solidFill>
                  <a:srgbClr val="13151A"/>
                </a:solidFill>
                <a:latin typeface="Apple SD Gothic Neo"/>
                <a:ea typeface="Apple SD Gothic Neo"/>
                <a:cs typeface="Apple SD Gothic Neo"/>
              </a:defRPr>
            </a:lvl8pPr>
            <a:lvl9pPr algn="l">
              <a:defRPr sz="2325" b="1">
                <a:solidFill>
                  <a:srgbClr val="13151A"/>
                </a:solidFill>
                <a:latin typeface="Apple SD Gothic Neo"/>
                <a:ea typeface="Apple SD Gothic Neo"/>
                <a:cs typeface="Apple SD Gothic Neo"/>
              </a:defRPr>
            </a:lvl9pPr>
          </a:lstStyle>
          <a:p xmlns:a="http://schemas.openxmlformats.org/drawingml/2006/main">
            <a:pPr algn="l">
              <a:defRPr sz="2325" b="1">
                <a:solidFill>
                  <a:srgbClr val="13151A"/>
                </a:solidFill>
                <a:latin typeface="Apple SD Gothic Neo"/>
                <a:ea typeface="Apple SD Gothic Neo"/>
                <a:cs typeface="Apple SD Gothic Neo"/>
              </a:defRPr>
            </a:pPr>
            <a:r>
              <a:rPr sz="2325" b="1">
                <a:solidFill>
                  <a:srgbClr val="13151A"/>
                </a:solidFill>
                <a:latin typeface="Apple SD Gothic Neo"/>
                <a:ea typeface="Apple SD Gothic Neo"/>
                <a:cs typeface="Apple SD Gothic Neo"/>
              </a:rPr>
              <a:t>auth-service</a:t>
            </a:r>
          </a:p>
        </p:txBody>
      </p:sp>
      <p:sp>
        <p:nvSpPr>
          <p:cNvPr id="6" name="">
            <a:extLst xmlns:a="http://schemas.openxmlformats.org/drawingml/2006/main">
              <a:ext uri="{FF2B5EF4-FFF2-40B4-BE49-F238E27FC236}">
                <a16:creationId xmlns:a16="http://schemas.microsoft.com/office/drawing/2014/main" id="{99315279-C3CC-4DB0-B0FD-A7C088D05662}"/>
              </a:ext>
            </a:extLst>
          </p:cNvPr>
          <p:cNvSpPr>
            <a:spLocks xmlns:a="http://schemas.openxmlformats.org/drawingml/2006/main" noGrp="1"/>
          </p:cNvSpPr>
          <p:nvPr/>
        </p:nvSpPr>
        <p:spPr>
          <a:xfrm xmlns:a="http://schemas.openxmlformats.org/drawingml/2006/main">
            <a:off x="5953125" y="30289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활용한 근거</a:t>
            </a:r>
          </a:p>
        </p:txBody>
      </p:sp>
      <p:sp>
        <p:nvSpPr>
          <p:cNvPr id="7" name="">
            <a:extLst xmlns:a="http://schemas.openxmlformats.org/drawingml/2006/main">
              <a:ext uri="{FF2B5EF4-FFF2-40B4-BE49-F238E27FC236}">
                <a16:creationId xmlns:a16="http://schemas.microsoft.com/office/drawing/2014/main" id="{15964F3C-451A-4C2E-A1B3-2B6C74CF98FD}"/>
              </a:ext>
            </a:extLst>
          </p:cNvPr>
          <p:cNvSpPr>
            <a:spLocks xmlns:a="http://schemas.openxmlformats.org/drawingml/2006/main" noGrp="1"/>
          </p:cNvSpPr>
          <p:nvPr/>
        </p:nvSpPr>
        <p:spPr>
          <a:xfrm xmlns:a="http://schemas.openxmlformats.org/drawingml/2006/main">
            <a:off x="5953125" y="3467100"/>
            <a:ext cx="5381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Monitoring 상태</a:t>
            </a:r>
          </a:p>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high-latency Runbook 원문</a:t>
            </a:r>
          </a:p>
        </p:txBody>
      </p:sp>
      <p:sp>
        <p:nvSpPr>
          <p:cNvPr id="8" name="">
            <a:extLst xmlns:a="http://schemas.openxmlformats.org/drawingml/2006/main">
              <a:ext uri="{FF2B5EF4-FFF2-40B4-BE49-F238E27FC236}">
                <a16:creationId xmlns:a16="http://schemas.microsoft.com/office/drawing/2014/main" id="{5E91C516-D075-4ABA-819B-A73DA2A63B74}"/>
              </a:ext>
            </a:extLst>
          </p:cNvPr>
          <p:cNvSpPr>
            <a:spLocks xmlns:a="http://schemas.openxmlformats.org/drawingml/2006/main" noGrp="1"/>
          </p:cNvSpPr>
          <p:nvPr/>
        </p:nvSpPr>
        <p:spPr>
          <a:xfrm xmlns:a="http://schemas.openxmlformats.org/drawingml/2006/main">
            <a:off x="5953125" y="4981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
        <p:nvSpPr>
          <p:cNvPr id="9" name="">
            <a:extLst xmlns:a="http://schemas.openxmlformats.org/drawingml/2006/main">
              <a:ext uri="{FF2B5EF4-FFF2-40B4-BE49-F238E27FC236}">
                <a16:creationId xmlns:a16="http://schemas.microsoft.com/office/drawing/2014/main" id="{FDD8D5CD-2A9F-4FA8-A309-E75CD4BD819A}"/>
              </a:ext>
            </a:extLst>
          </p:cNvPr>
          <p:cNvSpPr>
            <a:spLocks xmlns:a="http://schemas.openxmlformats.org/drawingml/2006/main" noGrp="1"/>
          </p:cNvSpPr>
          <p:nvPr/>
        </p:nvSpPr>
        <p:spPr>
          <a:xfrm xmlns:a="http://schemas.openxmlformats.org/drawingml/2006/main">
            <a:off x="5953125" y="5372100"/>
            <a:ext cx="5381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4232D"/>
                </a:solidFill>
                <a:latin typeface="Apple SD Gothic Neo"/>
                <a:ea typeface="Apple SD Gothic Neo"/>
                <a:cs typeface="Apple SD Gothic Neo"/>
              </a:defRPr>
            </a:defPPr>
            <a:lvl1pPr algn="l">
              <a:defRPr sz="2100" b="1">
                <a:solidFill>
                  <a:srgbClr val="B4232D"/>
                </a:solidFill>
                <a:latin typeface="Apple SD Gothic Neo"/>
                <a:ea typeface="Apple SD Gothic Neo"/>
                <a:cs typeface="Apple SD Gothic Neo"/>
              </a:defRPr>
            </a:lvl1pPr>
            <a:lvl2pPr algn="l">
              <a:defRPr sz="2100" b="1">
                <a:solidFill>
                  <a:srgbClr val="B4232D"/>
                </a:solidFill>
                <a:latin typeface="Apple SD Gothic Neo"/>
                <a:ea typeface="Apple SD Gothic Neo"/>
                <a:cs typeface="Apple SD Gothic Neo"/>
              </a:defRPr>
            </a:lvl2pPr>
            <a:lvl3pPr algn="l">
              <a:defRPr sz="2100" b="1">
                <a:solidFill>
                  <a:srgbClr val="B4232D"/>
                </a:solidFill>
                <a:latin typeface="Apple SD Gothic Neo"/>
                <a:ea typeface="Apple SD Gothic Neo"/>
                <a:cs typeface="Apple SD Gothic Neo"/>
              </a:defRPr>
            </a:lvl3pPr>
            <a:lvl4pPr algn="l">
              <a:defRPr sz="2100" b="1">
                <a:solidFill>
                  <a:srgbClr val="B4232D"/>
                </a:solidFill>
                <a:latin typeface="Apple SD Gothic Neo"/>
                <a:ea typeface="Apple SD Gothic Neo"/>
                <a:cs typeface="Apple SD Gothic Neo"/>
              </a:defRPr>
            </a:lvl4pPr>
            <a:lvl5pPr algn="l">
              <a:defRPr sz="2100" b="1">
                <a:solidFill>
                  <a:srgbClr val="B4232D"/>
                </a:solidFill>
                <a:latin typeface="Apple SD Gothic Neo"/>
                <a:ea typeface="Apple SD Gothic Neo"/>
                <a:cs typeface="Apple SD Gothic Neo"/>
              </a:defRPr>
            </a:lvl5pPr>
            <a:lvl6pPr algn="l">
              <a:defRPr sz="2100" b="1">
                <a:solidFill>
                  <a:srgbClr val="B4232D"/>
                </a:solidFill>
                <a:latin typeface="Apple SD Gothic Neo"/>
                <a:ea typeface="Apple SD Gothic Neo"/>
                <a:cs typeface="Apple SD Gothic Neo"/>
              </a:defRPr>
            </a:lvl6pPr>
            <a:lvl7pPr algn="l">
              <a:defRPr sz="2100" b="1">
                <a:solidFill>
                  <a:srgbClr val="B4232D"/>
                </a:solidFill>
                <a:latin typeface="Apple SD Gothic Neo"/>
                <a:ea typeface="Apple SD Gothic Neo"/>
                <a:cs typeface="Apple SD Gothic Neo"/>
              </a:defRPr>
            </a:lvl7pPr>
            <a:lvl8pPr algn="l">
              <a:defRPr sz="2100" b="1">
                <a:solidFill>
                  <a:srgbClr val="B4232D"/>
                </a:solidFill>
                <a:latin typeface="Apple SD Gothic Neo"/>
                <a:ea typeface="Apple SD Gothic Neo"/>
                <a:cs typeface="Apple SD Gothic Neo"/>
              </a:defRPr>
            </a:lvl8pPr>
            <a:lvl9pPr algn="l">
              <a:defRPr sz="2100" b="1">
                <a:solidFill>
                  <a:srgbClr val="B4232D"/>
                </a:solidFill>
                <a:latin typeface="Apple SD Gothic Neo"/>
                <a:ea typeface="Apple SD Gothic Neo"/>
                <a:cs typeface="Apple SD Gothic Neo"/>
              </a:defRPr>
            </a:lvl9pPr>
          </a:lstStyle>
          <a:p xmlns:a="http://schemas.openxmlformats.org/drawingml/2006/main">
            <a:pPr algn="l">
              <a:defRPr sz="2100" b="1">
                <a:solidFill>
                  <a:srgbClr val="B4232D"/>
                </a:solidFill>
                <a:latin typeface="Apple SD Gothic Neo"/>
                <a:ea typeface="Apple SD Gothic Neo"/>
                <a:cs typeface="Apple SD Gothic Neo"/>
              </a:defRPr>
            </a:pPr>
            <a:r>
              <a:rPr sz="2100" b="1">
                <a:solidFill>
                  <a:srgbClr val="B4232D"/>
                </a:solidFill>
                <a:latin typeface="Apple SD Gothic Neo"/>
                <a:ea typeface="Apple SD Gothic Neo"/>
                <a:cs typeface="Apple SD Gothic Neo"/>
              </a:rPr>
              <a:t>검증된 진단 보고서</a:t>
            </a:r>
          </a:p>
        </p:txBody>
      </p:sp>
      <p:sp>
        <p:nvSpPr>
          <p:cNvPr id="10" name="">
            <a:extLst xmlns:a="http://schemas.openxmlformats.org/drawingml/2006/main">
              <a:ext uri="{FF2B5EF4-FFF2-40B4-BE49-F238E27FC236}">
                <a16:creationId xmlns:a16="http://schemas.microsoft.com/office/drawing/2014/main" id="{247B8D62-EB8D-4AB8-AC20-9067E0CCF085}"/>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최종 결과</a:t>
            </a:r>
          </a:p>
        </p:txBody>
      </p:sp>
    </p:spTree>
    <p:extLst>
      <p:ext uri="{BB962C8B-B14F-4D97-AF65-F5344CB8AC3E}">
        <p14:creationId xmlns:p14="http://schemas.microsoft.com/office/powerpoint/2010/main" val="101628929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3933F5C-82FC-4A3F-9153-8D60721F9C53}"/>
              </a:ext>
            </a:extLst>
          </p:cNvPr>
          <p:cNvSpPr>
            <a:spLocks xmlns:a="http://schemas.openxmlformats.org/drawingml/2006/main" noGrp="1"/>
          </p:cNvSpPr>
          <p:nvPr/>
        </p:nvSpPr>
        <p:spPr>
          <a:xfrm xmlns:a="http://schemas.openxmlformats.org/drawingml/2006/main">
            <a:off x="609600" y="4286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3151A"/>
                </a:solidFill>
                <a:latin typeface="Apple SD Gothic Neo"/>
                <a:ea typeface="Apple SD Gothic Neo"/>
                <a:cs typeface="Apple SD Gothic Neo"/>
              </a:defRPr>
            </a:defPPr>
            <a:lvl1pPr algn="l">
              <a:defRPr sz="2700" b="1">
                <a:solidFill>
                  <a:srgbClr val="13151A"/>
                </a:solidFill>
                <a:latin typeface="Apple SD Gothic Neo"/>
                <a:ea typeface="Apple SD Gothic Neo"/>
                <a:cs typeface="Apple SD Gothic Neo"/>
              </a:defRPr>
            </a:lvl1pPr>
            <a:lvl2pPr algn="l">
              <a:defRPr sz="2700" b="1">
                <a:solidFill>
                  <a:srgbClr val="13151A"/>
                </a:solidFill>
                <a:latin typeface="Apple SD Gothic Neo"/>
                <a:ea typeface="Apple SD Gothic Neo"/>
                <a:cs typeface="Apple SD Gothic Neo"/>
              </a:defRPr>
            </a:lvl2pPr>
            <a:lvl3pPr algn="l">
              <a:defRPr sz="2700" b="1">
                <a:solidFill>
                  <a:srgbClr val="13151A"/>
                </a:solidFill>
                <a:latin typeface="Apple SD Gothic Neo"/>
                <a:ea typeface="Apple SD Gothic Neo"/>
                <a:cs typeface="Apple SD Gothic Neo"/>
              </a:defRPr>
            </a:lvl3pPr>
            <a:lvl4pPr algn="l">
              <a:defRPr sz="2700" b="1">
                <a:solidFill>
                  <a:srgbClr val="13151A"/>
                </a:solidFill>
                <a:latin typeface="Apple SD Gothic Neo"/>
                <a:ea typeface="Apple SD Gothic Neo"/>
                <a:cs typeface="Apple SD Gothic Neo"/>
              </a:defRPr>
            </a:lvl4pPr>
            <a:lvl5pPr algn="l">
              <a:defRPr sz="2700" b="1">
                <a:solidFill>
                  <a:srgbClr val="13151A"/>
                </a:solidFill>
                <a:latin typeface="Apple SD Gothic Neo"/>
                <a:ea typeface="Apple SD Gothic Neo"/>
                <a:cs typeface="Apple SD Gothic Neo"/>
              </a:defRPr>
            </a:lvl5pPr>
            <a:lvl6pPr algn="l">
              <a:defRPr sz="2700" b="1">
                <a:solidFill>
                  <a:srgbClr val="13151A"/>
                </a:solidFill>
                <a:latin typeface="Apple SD Gothic Neo"/>
                <a:ea typeface="Apple SD Gothic Neo"/>
                <a:cs typeface="Apple SD Gothic Neo"/>
              </a:defRPr>
            </a:lvl6pPr>
            <a:lvl7pPr algn="l">
              <a:defRPr sz="2700" b="1">
                <a:solidFill>
                  <a:srgbClr val="13151A"/>
                </a:solidFill>
                <a:latin typeface="Apple SD Gothic Neo"/>
                <a:ea typeface="Apple SD Gothic Neo"/>
                <a:cs typeface="Apple SD Gothic Neo"/>
              </a:defRPr>
            </a:lvl7pPr>
            <a:lvl8pPr algn="l">
              <a:defRPr sz="2700" b="1">
                <a:solidFill>
                  <a:srgbClr val="13151A"/>
                </a:solidFill>
                <a:latin typeface="Apple SD Gothic Neo"/>
                <a:ea typeface="Apple SD Gothic Neo"/>
                <a:cs typeface="Apple SD Gothic Neo"/>
              </a:defRPr>
            </a:lvl8pPr>
            <a:lvl9pPr algn="l">
              <a:defRPr sz="2700" b="1">
                <a:solidFill>
                  <a:srgbClr val="13151A"/>
                </a:solidFill>
                <a:latin typeface="Apple SD Gothic Neo"/>
                <a:ea typeface="Apple SD Gothic Neo"/>
                <a:cs typeface="Apple SD Gothic Neo"/>
              </a:defRPr>
            </a:lvl9pPr>
          </a:lstStyle>
          <a:p xmlns:a="http://schemas.openxmlformats.org/drawingml/2006/main">
            <a:pPr algn="l">
              <a:defRPr sz="2700" b="1">
                <a:solidFill>
                  <a:srgbClr val="13151A"/>
                </a:solidFill>
                <a:latin typeface="Apple SD Gothic Neo"/>
                <a:ea typeface="Apple SD Gothic Neo"/>
                <a:cs typeface="Apple SD Gothic Neo"/>
              </a:defRPr>
            </a:pPr>
            <a:r>
              <a:rPr sz="2700" b="1">
                <a:solidFill>
                  <a:srgbClr val="13151A"/>
                </a:solidFill>
                <a:latin typeface="Apple SD Gothic Neo"/>
                <a:ea typeface="Apple SD Gothic Neo"/>
                <a:cs typeface="Apple SD Gothic Neo"/>
              </a:rPr>
              <a:t>개선 결과와 남은 과제</a:t>
            </a:r>
          </a:p>
        </p:txBody>
      </p:sp>
      <p:sp>
        <p:nvSpPr>
          <p:cNvPr id="2" name="">
            <a:extLst xmlns:a="http://schemas.openxmlformats.org/drawingml/2006/main">
              <a:ext uri="{FF2B5EF4-FFF2-40B4-BE49-F238E27FC236}">
                <a16:creationId xmlns:a16="http://schemas.microsoft.com/office/drawing/2014/main" id="{1247663C-EE08-4F0E-9AA3-306AA9D68071}"/>
              </a:ext>
            </a:extLst>
          </p:cNvPr>
          <p:cNvSpPr>
            <a:spLocks xmlns:a="http://schemas.openxmlformats.org/drawingml/2006/main" noGrp="1"/>
          </p:cNvSpPr>
          <p:nvPr/>
        </p:nvSpPr>
        <p:spPr>
          <a:xfrm xmlns:a="http://schemas.openxmlformats.org/drawingml/2006/main">
            <a:off x="10096500" y="523875"/>
            <a:ext cx="1476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B4232D"/>
                </a:solidFill>
                <a:latin typeface="Apple SD Gothic Neo"/>
                <a:ea typeface="Apple SD Gothic Neo"/>
                <a:cs typeface="Apple SD Gothic Neo"/>
              </a:defRPr>
            </a:defPPr>
            <a:lvl1pPr algn="r">
              <a:defRPr sz="1125" b="0">
                <a:solidFill>
                  <a:srgbClr val="B4232D"/>
                </a:solidFill>
                <a:latin typeface="Apple SD Gothic Neo"/>
                <a:ea typeface="Apple SD Gothic Neo"/>
                <a:cs typeface="Apple SD Gothic Neo"/>
              </a:defRPr>
            </a:lvl1pPr>
            <a:lvl2pPr algn="r">
              <a:defRPr sz="1125" b="0">
                <a:solidFill>
                  <a:srgbClr val="B4232D"/>
                </a:solidFill>
                <a:latin typeface="Apple SD Gothic Neo"/>
                <a:ea typeface="Apple SD Gothic Neo"/>
                <a:cs typeface="Apple SD Gothic Neo"/>
              </a:defRPr>
            </a:lvl2pPr>
            <a:lvl3pPr algn="r">
              <a:defRPr sz="1125" b="0">
                <a:solidFill>
                  <a:srgbClr val="B4232D"/>
                </a:solidFill>
                <a:latin typeface="Apple SD Gothic Neo"/>
                <a:ea typeface="Apple SD Gothic Neo"/>
                <a:cs typeface="Apple SD Gothic Neo"/>
              </a:defRPr>
            </a:lvl3pPr>
            <a:lvl4pPr algn="r">
              <a:defRPr sz="1125" b="0">
                <a:solidFill>
                  <a:srgbClr val="B4232D"/>
                </a:solidFill>
                <a:latin typeface="Apple SD Gothic Neo"/>
                <a:ea typeface="Apple SD Gothic Neo"/>
                <a:cs typeface="Apple SD Gothic Neo"/>
              </a:defRPr>
            </a:lvl4pPr>
            <a:lvl5pPr algn="r">
              <a:defRPr sz="1125" b="0">
                <a:solidFill>
                  <a:srgbClr val="B4232D"/>
                </a:solidFill>
                <a:latin typeface="Apple SD Gothic Neo"/>
                <a:ea typeface="Apple SD Gothic Neo"/>
                <a:cs typeface="Apple SD Gothic Neo"/>
              </a:defRPr>
            </a:lvl5pPr>
            <a:lvl6pPr algn="r">
              <a:defRPr sz="1125" b="0">
                <a:solidFill>
                  <a:srgbClr val="B4232D"/>
                </a:solidFill>
                <a:latin typeface="Apple SD Gothic Neo"/>
                <a:ea typeface="Apple SD Gothic Neo"/>
                <a:cs typeface="Apple SD Gothic Neo"/>
              </a:defRPr>
            </a:lvl6pPr>
            <a:lvl7pPr algn="r">
              <a:defRPr sz="1125" b="0">
                <a:solidFill>
                  <a:srgbClr val="B4232D"/>
                </a:solidFill>
                <a:latin typeface="Apple SD Gothic Neo"/>
                <a:ea typeface="Apple SD Gothic Neo"/>
                <a:cs typeface="Apple SD Gothic Neo"/>
              </a:defRPr>
            </a:lvl7pPr>
            <a:lvl8pPr algn="r">
              <a:defRPr sz="1125" b="0">
                <a:solidFill>
                  <a:srgbClr val="B4232D"/>
                </a:solidFill>
                <a:latin typeface="Apple SD Gothic Neo"/>
                <a:ea typeface="Apple SD Gothic Neo"/>
                <a:cs typeface="Apple SD Gothic Neo"/>
              </a:defRPr>
            </a:lvl8pPr>
            <a:lvl9pPr algn="r">
              <a:defRPr sz="1125" b="0">
                <a:solidFill>
                  <a:srgbClr val="B4232D"/>
                </a:solidFill>
                <a:latin typeface="Apple SD Gothic Neo"/>
                <a:ea typeface="Apple SD Gothic Neo"/>
                <a:cs typeface="Apple SD Gothic Neo"/>
              </a:defRPr>
            </a:lvl9pPr>
          </a:lstStyle>
          <a:p xmlns:a="http://schemas.openxmlformats.org/drawingml/2006/main">
            <a:pPr algn="r">
              <a:defRPr sz="1125" b="0">
                <a:solidFill>
                  <a:srgbClr val="B4232D"/>
                </a:solidFill>
                <a:latin typeface="Apple SD Gothic Neo"/>
                <a:ea typeface="Apple SD Gothic Neo"/>
                <a:cs typeface="Apple SD Gothic Neo"/>
              </a:defRPr>
            </a:pPr>
            <a:r>
              <a:rPr sz="1125" b="0">
                <a:solidFill>
                  <a:srgbClr val="B4232D"/>
                </a:solidFill>
                <a:latin typeface="Apple SD Gothic Neo"/>
                <a:ea typeface="Apple SD Gothic Neo"/>
                <a:cs typeface="Apple SD Gothic Neo"/>
              </a:rPr>
              <a:t>17  G096 정다운</a:t>
            </a:r>
          </a:p>
        </p:txBody>
      </p:sp>
      <p:sp>
        <p:nvSpPr>
          <p:cNvPr id="3" name="">
            <a:extLst xmlns:a="http://schemas.openxmlformats.org/drawingml/2006/main">
              <a:ext uri="{FF2B5EF4-FFF2-40B4-BE49-F238E27FC236}">
                <a16:creationId xmlns:a16="http://schemas.microsoft.com/office/drawing/2014/main" id="{69383488-AADA-40FD-A733-2148FA254075}"/>
              </a:ext>
            </a:extLst>
          </p:cNvPr>
          <p:cNvSpPr>
            <a:spLocks xmlns:a="http://schemas.openxmlformats.org/drawingml/2006/main" noGrp="1"/>
          </p:cNvSpPr>
          <p:nvPr/>
        </p:nvSpPr>
        <p:spPr>
          <a:xfrm xmlns:a="http://schemas.openxmlformats.org/drawingml/2006/main">
            <a:off x="695325" y="1438275"/>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이번에 달라진 점</a:t>
            </a:r>
          </a:p>
        </p:txBody>
      </p:sp>
      <p:sp>
        <p:nvSpPr>
          <p:cNvPr id="4" name="">
            <a:extLst xmlns:a="http://schemas.openxmlformats.org/drawingml/2006/main">
              <a:ext uri="{FF2B5EF4-FFF2-40B4-BE49-F238E27FC236}">
                <a16:creationId xmlns:a16="http://schemas.microsoft.com/office/drawing/2014/main" id="{5CD9FAC5-9383-4F4C-AE4C-30131FAAF05F}"/>
              </a:ext>
            </a:extLst>
          </p:cNvPr>
          <p:cNvSpPr>
            <a:spLocks xmlns:a="http://schemas.openxmlformats.org/drawingml/2006/main" noGrp="1"/>
          </p:cNvSpPr>
          <p:nvPr/>
        </p:nvSpPr>
        <p:spPr>
          <a:xfrm xmlns:a="http://schemas.openxmlformats.org/drawingml/2006/main">
            <a:off x="695325" y="1819275"/>
            <a:ext cx="10763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B4232D"/>
                </a:solidFill>
                <a:latin typeface="Apple SD Gothic Neo"/>
                <a:ea typeface="Apple SD Gothic Neo"/>
                <a:cs typeface="Apple SD Gothic Neo"/>
              </a:defRPr>
            </a:defPPr>
            <a:lvl1pPr algn="l">
              <a:defRPr sz="2250" b="1">
                <a:solidFill>
                  <a:srgbClr val="B4232D"/>
                </a:solidFill>
                <a:latin typeface="Apple SD Gothic Neo"/>
                <a:ea typeface="Apple SD Gothic Neo"/>
                <a:cs typeface="Apple SD Gothic Neo"/>
              </a:defRPr>
            </a:lvl1pPr>
            <a:lvl2pPr algn="l">
              <a:defRPr sz="2250" b="1">
                <a:solidFill>
                  <a:srgbClr val="B4232D"/>
                </a:solidFill>
                <a:latin typeface="Apple SD Gothic Neo"/>
                <a:ea typeface="Apple SD Gothic Neo"/>
                <a:cs typeface="Apple SD Gothic Neo"/>
              </a:defRPr>
            </a:lvl2pPr>
            <a:lvl3pPr algn="l">
              <a:defRPr sz="2250" b="1">
                <a:solidFill>
                  <a:srgbClr val="B4232D"/>
                </a:solidFill>
                <a:latin typeface="Apple SD Gothic Neo"/>
                <a:ea typeface="Apple SD Gothic Neo"/>
                <a:cs typeface="Apple SD Gothic Neo"/>
              </a:defRPr>
            </a:lvl3pPr>
            <a:lvl4pPr algn="l">
              <a:defRPr sz="2250" b="1">
                <a:solidFill>
                  <a:srgbClr val="B4232D"/>
                </a:solidFill>
                <a:latin typeface="Apple SD Gothic Neo"/>
                <a:ea typeface="Apple SD Gothic Neo"/>
                <a:cs typeface="Apple SD Gothic Neo"/>
              </a:defRPr>
            </a:lvl4pPr>
            <a:lvl5pPr algn="l">
              <a:defRPr sz="2250" b="1">
                <a:solidFill>
                  <a:srgbClr val="B4232D"/>
                </a:solidFill>
                <a:latin typeface="Apple SD Gothic Neo"/>
                <a:ea typeface="Apple SD Gothic Neo"/>
                <a:cs typeface="Apple SD Gothic Neo"/>
              </a:defRPr>
            </a:lvl5pPr>
            <a:lvl6pPr algn="l">
              <a:defRPr sz="2250" b="1">
                <a:solidFill>
                  <a:srgbClr val="B4232D"/>
                </a:solidFill>
                <a:latin typeface="Apple SD Gothic Neo"/>
                <a:ea typeface="Apple SD Gothic Neo"/>
                <a:cs typeface="Apple SD Gothic Neo"/>
              </a:defRPr>
            </a:lvl6pPr>
            <a:lvl7pPr algn="l">
              <a:defRPr sz="2250" b="1">
                <a:solidFill>
                  <a:srgbClr val="B4232D"/>
                </a:solidFill>
                <a:latin typeface="Apple SD Gothic Neo"/>
                <a:ea typeface="Apple SD Gothic Neo"/>
                <a:cs typeface="Apple SD Gothic Neo"/>
              </a:defRPr>
            </a:lvl7pPr>
            <a:lvl8pPr algn="l">
              <a:defRPr sz="2250" b="1">
                <a:solidFill>
                  <a:srgbClr val="B4232D"/>
                </a:solidFill>
                <a:latin typeface="Apple SD Gothic Neo"/>
                <a:ea typeface="Apple SD Gothic Neo"/>
                <a:cs typeface="Apple SD Gothic Neo"/>
              </a:defRPr>
            </a:lvl8pPr>
            <a:lvl9pPr algn="l">
              <a:defRPr sz="2250" b="1">
                <a:solidFill>
                  <a:srgbClr val="B4232D"/>
                </a:solidFill>
                <a:latin typeface="Apple SD Gothic Neo"/>
                <a:ea typeface="Apple SD Gothic Neo"/>
                <a:cs typeface="Apple SD Gothic Neo"/>
              </a:defRPr>
            </a:lvl9pPr>
          </a:lstStyle>
          <a:p xmlns:a="http://schemas.openxmlformats.org/drawingml/2006/main">
            <a:pPr algn="l">
              <a:defRPr sz="2250" b="1">
                <a:solidFill>
                  <a:srgbClr val="B4232D"/>
                </a:solidFill>
                <a:latin typeface="Apple SD Gothic Neo"/>
                <a:ea typeface="Apple SD Gothic Neo"/>
                <a:cs typeface="Apple SD Gothic Neo"/>
              </a:defRPr>
            </a:pPr>
            <a:r>
              <a:rPr sz="2250" b="1">
                <a:solidFill>
                  <a:srgbClr val="B4232D"/>
                </a:solidFill>
                <a:latin typeface="Apple SD Gothic Neo"/>
                <a:ea typeface="Apple SD Gothic Neo"/>
                <a:cs typeface="Apple SD Gothic Neo"/>
              </a:rPr>
              <a:t>대상을 확인한 뒤 진단하고, 여러 Runbook의 원문을 활용</a:t>
            </a:r>
          </a:p>
        </p:txBody>
      </p:sp>
      <p:sp>
        <p:nvSpPr>
          <p:cNvPr id="5" name="">
            <a:extLst xmlns:a="http://schemas.openxmlformats.org/drawingml/2006/main">
              <a:ext uri="{FF2B5EF4-FFF2-40B4-BE49-F238E27FC236}">
                <a16:creationId xmlns:a16="http://schemas.microsoft.com/office/drawing/2014/main" id="{D6704B0B-9859-4F18-858C-02CD295FA75A}"/>
              </a:ext>
            </a:extLst>
          </p:cNvPr>
          <p:cNvSpPr>
            <a:spLocks xmlns:a="http://schemas.openxmlformats.org/drawingml/2006/main" noGrp="1"/>
          </p:cNvSpPr>
          <p:nvPr/>
        </p:nvSpPr>
        <p:spPr>
          <a:xfrm xmlns:a="http://schemas.openxmlformats.org/drawingml/2006/main">
            <a:off x="695325" y="23717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3151A"/>
                </a:solidFill>
                <a:latin typeface="Apple SD Gothic Neo"/>
                <a:ea typeface="Apple SD Gothic Neo"/>
                <a:cs typeface="Apple SD Gothic Neo"/>
              </a:defRPr>
            </a:defPPr>
            <a:lvl1pPr algn="l">
              <a:defRPr sz="2025" b="1">
                <a:solidFill>
                  <a:srgbClr val="13151A"/>
                </a:solidFill>
                <a:latin typeface="Apple SD Gothic Neo"/>
                <a:ea typeface="Apple SD Gothic Neo"/>
                <a:cs typeface="Apple SD Gothic Neo"/>
              </a:defRPr>
            </a:lvl1pPr>
            <a:lvl2pPr algn="l">
              <a:defRPr sz="2025" b="1">
                <a:solidFill>
                  <a:srgbClr val="13151A"/>
                </a:solidFill>
                <a:latin typeface="Apple SD Gothic Neo"/>
                <a:ea typeface="Apple SD Gothic Neo"/>
                <a:cs typeface="Apple SD Gothic Neo"/>
              </a:defRPr>
            </a:lvl2pPr>
            <a:lvl3pPr algn="l">
              <a:defRPr sz="2025" b="1">
                <a:solidFill>
                  <a:srgbClr val="13151A"/>
                </a:solidFill>
                <a:latin typeface="Apple SD Gothic Neo"/>
                <a:ea typeface="Apple SD Gothic Neo"/>
                <a:cs typeface="Apple SD Gothic Neo"/>
              </a:defRPr>
            </a:lvl3pPr>
            <a:lvl4pPr algn="l">
              <a:defRPr sz="2025" b="1">
                <a:solidFill>
                  <a:srgbClr val="13151A"/>
                </a:solidFill>
                <a:latin typeface="Apple SD Gothic Neo"/>
                <a:ea typeface="Apple SD Gothic Neo"/>
                <a:cs typeface="Apple SD Gothic Neo"/>
              </a:defRPr>
            </a:lvl4pPr>
            <a:lvl5pPr algn="l">
              <a:defRPr sz="2025" b="1">
                <a:solidFill>
                  <a:srgbClr val="13151A"/>
                </a:solidFill>
                <a:latin typeface="Apple SD Gothic Neo"/>
                <a:ea typeface="Apple SD Gothic Neo"/>
                <a:cs typeface="Apple SD Gothic Neo"/>
              </a:defRPr>
            </a:lvl5pPr>
            <a:lvl6pPr algn="l">
              <a:defRPr sz="2025" b="1">
                <a:solidFill>
                  <a:srgbClr val="13151A"/>
                </a:solidFill>
                <a:latin typeface="Apple SD Gothic Neo"/>
                <a:ea typeface="Apple SD Gothic Neo"/>
                <a:cs typeface="Apple SD Gothic Neo"/>
              </a:defRPr>
            </a:lvl6pPr>
            <a:lvl7pPr algn="l">
              <a:defRPr sz="2025" b="1">
                <a:solidFill>
                  <a:srgbClr val="13151A"/>
                </a:solidFill>
                <a:latin typeface="Apple SD Gothic Neo"/>
                <a:ea typeface="Apple SD Gothic Neo"/>
                <a:cs typeface="Apple SD Gothic Neo"/>
              </a:defRPr>
            </a:lvl7pPr>
            <a:lvl8pPr algn="l">
              <a:defRPr sz="2025" b="1">
                <a:solidFill>
                  <a:srgbClr val="13151A"/>
                </a:solidFill>
                <a:latin typeface="Apple SD Gothic Neo"/>
                <a:ea typeface="Apple SD Gothic Neo"/>
                <a:cs typeface="Apple SD Gothic Neo"/>
              </a:defRPr>
            </a:lvl8pPr>
            <a:lvl9pPr algn="l">
              <a:defRPr sz="2025" b="1">
                <a:solidFill>
                  <a:srgbClr val="13151A"/>
                </a:solidFill>
                <a:latin typeface="Apple SD Gothic Neo"/>
                <a:ea typeface="Apple SD Gothic Neo"/>
                <a:cs typeface="Apple SD Gothic Neo"/>
              </a:defRPr>
            </a:lvl9pPr>
          </a:lstStyle>
          <a:p xmlns:a="http://schemas.openxmlformats.org/drawingml/2006/main">
            <a:pPr algn="l">
              <a:defRPr sz="2025" b="1">
                <a:solidFill>
                  <a:srgbClr val="13151A"/>
                </a:solidFill>
                <a:latin typeface="Apple SD Gothic Neo"/>
                <a:ea typeface="Apple SD Gothic Neo"/>
                <a:cs typeface="Apple SD Gothic Neo"/>
              </a:defRPr>
            </a:pPr>
            <a:r>
              <a:rPr sz="2025" b="1">
                <a:solidFill>
                  <a:srgbClr val="13151A"/>
                </a:solidFill>
                <a:latin typeface="Apple SD Gothic Neo"/>
                <a:ea typeface="Apple SD Gothic Neo"/>
                <a:cs typeface="Apple SD Gothic Neo"/>
              </a:rPr>
              <a:t>수치·출처 검증과 실패 고지까지 보고서에 반영</a:t>
            </a:r>
          </a:p>
        </p:txBody>
      </p:sp>
      <p:sp>
        <p:nvSpPr>
          <p:cNvPr id="6" name="">
            <a:extLst xmlns:a="http://schemas.openxmlformats.org/drawingml/2006/main">
              <a:ext uri="{FF2B5EF4-FFF2-40B4-BE49-F238E27FC236}">
                <a16:creationId xmlns:a16="http://schemas.microsoft.com/office/drawing/2014/main" id="{D52DEEBD-845C-4546-A156-664DDE31F817}"/>
              </a:ext>
            </a:extLst>
          </p:cNvPr>
          <p:cNvSpPr>
            <a:spLocks xmlns:a="http://schemas.openxmlformats.org/drawingml/2006/main" noGrp="1"/>
          </p:cNvSpPr>
          <p:nvPr/>
        </p:nvSpPr>
        <p:spPr>
          <a:xfrm xmlns:a="http://schemas.openxmlformats.org/drawingml/2006/main">
            <a:off x="695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느낀 점</a:t>
            </a:r>
          </a:p>
        </p:txBody>
      </p:sp>
      <p:sp>
        <p:nvSpPr>
          <p:cNvPr id="7" name="">
            <a:extLst xmlns:a="http://schemas.openxmlformats.org/drawingml/2006/main">
              <a:ext uri="{FF2B5EF4-FFF2-40B4-BE49-F238E27FC236}">
                <a16:creationId xmlns:a16="http://schemas.microsoft.com/office/drawing/2014/main" id="{18FE537E-5FEA-4294-8154-A49A5BD044A7}"/>
              </a:ext>
            </a:extLst>
          </p:cNvPr>
          <p:cNvSpPr>
            <a:spLocks xmlns:a="http://schemas.openxmlformats.org/drawingml/2006/main" noGrp="1"/>
          </p:cNvSpPr>
          <p:nvPr/>
        </p:nvSpPr>
        <p:spPr>
          <a:xfrm xmlns:a="http://schemas.openxmlformats.org/drawingml/2006/main">
            <a:off x="695325" y="3857625"/>
            <a:ext cx="4905375"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3151A"/>
                </a:solidFill>
                <a:latin typeface="Apple SD Gothic Neo"/>
                <a:ea typeface="Apple SD Gothic Neo"/>
                <a:cs typeface="Apple SD Gothic Neo"/>
              </a:defRPr>
            </a:defPPr>
            <a:lvl1pPr algn="l">
              <a:defRPr sz="2025" b="0">
                <a:solidFill>
                  <a:srgbClr val="13151A"/>
                </a:solidFill>
                <a:latin typeface="Apple SD Gothic Neo"/>
                <a:ea typeface="Apple SD Gothic Neo"/>
                <a:cs typeface="Apple SD Gothic Neo"/>
              </a:defRPr>
            </a:lvl1pPr>
            <a:lvl2pPr algn="l">
              <a:defRPr sz="2025" b="0">
                <a:solidFill>
                  <a:srgbClr val="13151A"/>
                </a:solidFill>
                <a:latin typeface="Apple SD Gothic Neo"/>
                <a:ea typeface="Apple SD Gothic Neo"/>
                <a:cs typeface="Apple SD Gothic Neo"/>
              </a:defRPr>
            </a:lvl2pPr>
            <a:lvl3pPr algn="l">
              <a:defRPr sz="2025" b="0">
                <a:solidFill>
                  <a:srgbClr val="13151A"/>
                </a:solidFill>
                <a:latin typeface="Apple SD Gothic Neo"/>
                <a:ea typeface="Apple SD Gothic Neo"/>
                <a:cs typeface="Apple SD Gothic Neo"/>
              </a:defRPr>
            </a:lvl3pPr>
            <a:lvl4pPr algn="l">
              <a:defRPr sz="2025" b="0">
                <a:solidFill>
                  <a:srgbClr val="13151A"/>
                </a:solidFill>
                <a:latin typeface="Apple SD Gothic Neo"/>
                <a:ea typeface="Apple SD Gothic Neo"/>
                <a:cs typeface="Apple SD Gothic Neo"/>
              </a:defRPr>
            </a:lvl4pPr>
            <a:lvl5pPr algn="l">
              <a:defRPr sz="2025" b="0">
                <a:solidFill>
                  <a:srgbClr val="13151A"/>
                </a:solidFill>
                <a:latin typeface="Apple SD Gothic Neo"/>
                <a:ea typeface="Apple SD Gothic Neo"/>
                <a:cs typeface="Apple SD Gothic Neo"/>
              </a:defRPr>
            </a:lvl5pPr>
            <a:lvl6pPr algn="l">
              <a:defRPr sz="2025" b="0">
                <a:solidFill>
                  <a:srgbClr val="13151A"/>
                </a:solidFill>
                <a:latin typeface="Apple SD Gothic Neo"/>
                <a:ea typeface="Apple SD Gothic Neo"/>
                <a:cs typeface="Apple SD Gothic Neo"/>
              </a:defRPr>
            </a:lvl6pPr>
            <a:lvl7pPr algn="l">
              <a:defRPr sz="2025" b="0">
                <a:solidFill>
                  <a:srgbClr val="13151A"/>
                </a:solidFill>
                <a:latin typeface="Apple SD Gothic Neo"/>
                <a:ea typeface="Apple SD Gothic Neo"/>
                <a:cs typeface="Apple SD Gothic Neo"/>
              </a:defRPr>
            </a:lvl7pPr>
            <a:lvl8pPr algn="l">
              <a:defRPr sz="2025" b="0">
                <a:solidFill>
                  <a:srgbClr val="13151A"/>
                </a:solidFill>
                <a:latin typeface="Apple SD Gothic Neo"/>
                <a:ea typeface="Apple SD Gothic Neo"/>
                <a:cs typeface="Apple SD Gothic Neo"/>
              </a:defRPr>
            </a:lvl8pPr>
            <a:lvl9pPr algn="l">
              <a:defRPr sz="2025" b="0">
                <a:solidFill>
                  <a:srgbClr val="13151A"/>
                </a:solidFill>
                <a:latin typeface="Apple SD Gothic Neo"/>
                <a:ea typeface="Apple SD Gothic Neo"/>
                <a:cs typeface="Apple SD Gothic Neo"/>
              </a:defRPr>
            </a:lvl9pPr>
          </a:lstStyle>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LLM의 판단은 실제 시스템 목록과</a:t>
            </a:r>
          </a:p>
          <a:p xmlns:a="http://schemas.openxmlformats.org/drawingml/2006/main">
            <a:pPr algn="l">
              <a:defRPr sz="2025" b="0">
                <a:solidFill>
                  <a:srgbClr val="13151A"/>
                </a:solidFill>
                <a:latin typeface="Apple SD Gothic Neo"/>
                <a:ea typeface="Apple SD Gothic Neo"/>
                <a:cs typeface="Apple SD Gothic Neo"/>
              </a:defRPr>
            </a:pPr>
            <a:r>
              <a:rPr sz="2025" b="0">
                <a:solidFill>
                  <a:srgbClr val="13151A"/>
                </a:solidFill>
                <a:latin typeface="Apple SD Gothic Neo"/>
                <a:ea typeface="Apple SD Gothic Neo"/>
                <a:cs typeface="Apple SD Gothic Neo"/>
              </a:rPr>
              <a:t>조회 근거로 다시 확인해야 한다</a:t>
            </a:r>
          </a:p>
        </p:txBody>
      </p:sp>
      <p:sp>
        <p:nvSpPr>
          <p:cNvPr id="8" name="">
            <a:extLst xmlns:a="http://schemas.openxmlformats.org/drawingml/2006/main">
              <a:ext uri="{FF2B5EF4-FFF2-40B4-BE49-F238E27FC236}">
                <a16:creationId xmlns:a16="http://schemas.microsoft.com/office/drawing/2014/main" id="{336830B7-69D3-471C-82C2-7F84D7E0C0BD}"/>
              </a:ext>
            </a:extLst>
          </p:cNvPr>
          <p:cNvSpPr>
            <a:spLocks xmlns:a="http://schemas.openxmlformats.org/drawingml/2006/main" noGrp="1"/>
          </p:cNvSpPr>
          <p:nvPr/>
        </p:nvSpPr>
        <p:spPr>
          <a:xfrm xmlns:a="http://schemas.openxmlformats.org/drawingml/2006/main">
            <a:off x="6410325" y="34575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향후 개선</a:t>
            </a:r>
          </a:p>
        </p:txBody>
      </p:sp>
      <p:sp>
        <p:nvSpPr>
          <p:cNvPr id="9" name="">
            <a:extLst xmlns:a="http://schemas.openxmlformats.org/drawingml/2006/main">
              <a:ext uri="{FF2B5EF4-FFF2-40B4-BE49-F238E27FC236}">
                <a16:creationId xmlns:a16="http://schemas.microsoft.com/office/drawing/2014/main" id="{FAE2EAE4-C94E-45DA-9C52-4F4A6DFA8F6E}"/>
              </a:ext>
            </a:extLst>
          </p:cNvPr>
          <p:cNvSpPr>
            <a:spLocks xmlns:a="http://schemas.openxmlformats.org/drawingml/2006/main" noGrp="1"/>
          </p:cNvSpPr>
          <p:nvPr/>
        </p:nvSpPr>
        <p:spPr>
          <a:xfrm xmlns:a="http://schemas.openxmlformats.org/drawingml/2006/main">
            <a:off x="6410325" y="3857625"/>
            <a:ext cx="50958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3151A"/>
                </a:solidFill>
                <a:latin typeface="Apple SD Gothic Neo"/>
                <a:ea typeface="Apple SD Gothic Neo"/>
                <a:cs typeface="Apple SD Gothic Neo"/>
              </a:defRPr>
            </a:defPPr>
            <a:lvl1pPr algn="l">
              <a:defRPr sz="1875" b="0">
                <a:solidFill>
                  <a:srgbClr val="13151A"/>
                </a:solidFill>
                <a:latin typeface="Apple SD Gothic Neo"/>
                <a:ea typeface="Apple SD Gothic Neo"/>
                <a:cs typeface="Apple SD Gothic Neo"/>
              </a:defRPr>
            </a:lvl1pPr>
            <a:lvl2pPr algn="l">
              <a:defRPr sz="1875" b="0">
                <a:solidFill>
                  <a:srgbClr val="13151A"/>
                </a:solidFill>
                <a:latin typeface="Apple SD Gothic Neo"/>
                <a:ea typeface="Apple SD Gothic Neo"/>
                <a:cs typeface="Apple SD Gothic Neo"/>
              </a:defRPr>
            </a:lvl2pPr>
            <a:lvl3pPr algn="l">
              <a:defRPr sz="1875" b="0">
                <a:solidFill>
                  <a:srgbClr val="13151A"/>
                </a:solidFill>
                <a:latin typeface="Apple SD Gothic Neo"/>
                <a:ea typeface="Apple SD Gothic Neo"/>
                <a:cs typeface="Apple SD Gothic Neo"/>
              </a:defRPr>
            </a:lvl3pPr>
            <a:lvl4pPr algn="l">
              <a:defRPr sz="1875" b="0">
                <a:solidFill>
                  <a:srgbClr val="13151A"/>
                </a:solidFill>
                <a:latin typeface="Apple SD Gothic Neo"/>
                <a:ea typeface="Apple SD Gothic Neo"/>
                <a:cs typeface="Apple SD Gothic Neo"/>
              </a:defRPr>
            </a:lvl4pPr>
            <a:lvl5pPr algn="l">
              <a:defRPr sz="1875" b="0">
                <a:solidFill>
                  <a:srgbClr val="13151A"/>
                </a:solidFill>
                <a:latin typeface="Apple SD Gothic Neo"/>
                <a:ea typeface="Apple SD Gothic Neo"/>
                <a:cs typeface="Apple SD Gothic Neo"/>
              </a:defRPr>
            </a:lvl5pPr>
            <a:lvl6pPr algn="l">
              <a:defRPr sz="1875" b="0">
                <a:solidFill>
                  <a:srgbClr val="13151A"/>
                </a:solidFill>
                <a:latin typeface="Apple SD Gothic Neo"/>
                <a:ea typeface="Apple SD Gothic Neo"/>
                <a:cs typeface="Apple SD Gothic Neo"/>
              </a:defRPr>
            </a:lvl6pPr>
            <a:lvl7pPr algn="l">
              <a:defRPr sz="1875" b="0">
                <a:solidFill>
                  <a:srgbClr val="13151A"/>
                </a:solidFill>
                <a:latin typeface="Apple SD Gothic Neo"/>
                <a:ea typeface="Apple SD Gothic Neo"/>
                <a:cs typeface="Apple SD Gothic Neo"/>
              </a:defRPr>
            </a:lvl7pPr>
            <a:lvl8pPr algn="l">
              <a:defRPr sz="1875" b="0">
                <a:solidFill>
                  <a:srgbClr val="13151A"/>
                </a:solidFill>
                <a:latin typeface="Apple SD Gothic Neo"/>
                <a:ea typeface="Apple SD Gothic Neo"/>
                <a:cs typeface="Apple SD Gothic Neo"/>
              </a:defRPr>
            </a:lvl8pPr>
            <a:lvl9pPr algn="l">
              <a:defRPr sz="1875" b="0">
                <a:solidFill>
                  <a:srgbClr val="13151A"/>
                </a:solidFill>
                <a:latin typeface="Apple SD Gothic Neo"/>
                <a:ea typeface="Apple SD Gothic Neo"/>
                <a:cs typeface="Apple SD Gothic Neo"/>
              </a:defRPr>
            </a:lvl9pPr>
          </a:lstStyle>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독립 평가셋 추가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검증 전 초안 SSE 노출 방지</a:t>
            </a:r>
          </a:p>
          <a:p xmlns:a="http://schemas.openxmlformats.org/drawingml/2006/main">
            <a:pPr algn="l">
              <a:defRPr sz="1875" b="0">
                <a:solidFill>
                  <a:srgbClr val="13151A"/>
                </a:solidFill>
                <a:latin typeface="Apple SD Gothic Neo"/>
                <a:ea typeface="Apple SD Gothic Neo"/>
                <a:cs typeface="Apple SD Gothic Neo"/>
              </a:defRPr>
            </a:pPr>
            <a:r>
              <a:rPr sz="1875" b="0">
                <a:solidFill>
                  <a:srgbClr val="13151A"/>
                </a:solidFill>
                <a:latin typeface="Apple SD Gothic Neo"/>
                <a:ea typeface="Apple SD Gothic Neo"/>
                <a:cs typeface="Apple SD Gothic Neo"/>
              </a:rPr>
              <a:t>체크포인트 보관 정책 마련</a:t>
            </a:r>
          </a:p>
        </p:txBody>
      </p:sp>
      <p:sp>
        <p:nvSpPr>
          <p:cNvPr id="10" name="">
            <a:extLst xmlns:a="http://schemas.openxmlformats.org/drawingml/2006/main">
              <a:ext uri="{FF2B5EF4-FFF2-40B4-BE49-F238E27FC236}">
                <a16:creationId xmlns:a16="http://schemas.microsoft.com/office/drawing/2014/main" id="{AFB0CB25-5224-4178-AD51-0B06393149C6}"/>
              </a:ext>
            </a:extLst>
          </p:cNvPr>
          <p:cNvSpPr>
            <a:spLocks xmlns:a="http://schemas.openxmlformats.org/drawingml/2006/main" noGrp="1"/>
          </p:cNvSpPr>
          <p:nvPr/>
        </p:nvSpPr>
        <p:spPr>
          <a:xfrm xmlns:a="http://schemas.openxmlformats.org/drawingml/2006/main">
            <a:off x="695325" y="5934075"/>
            <a:ext cx="10791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626A73"/>
                </a:solidFill>
                <a:latin typeface="Apple SD Gothic Neo"/>
                <a:ea typeface="Apple SD Gothic Neo"/>
                <a:cs typeface="Apple SD Gothic Neo"/>
              </a:defRPr>
            </a:defPPr>
            <a:lvl1pPr algn="l">
              <a:defRPr sz="1425" b="0">
                <a:solidFill>
                  <a:srgbClr val="626A73"/>
                </a:solidFill>
                <a:latin typeface="Apple SD Gothic Neo"/>
                <a:ea typeface="Apple SD Gothic Neo"/>
                <a:cs typeface="Apple SD Gothic Neo"/>
              </a:defRPr>
            </a:lvl1pPr>
            <a:lvl2pPr algn="l">
              <a:defRPr sz="1425" b="0">
                <a:solidFill>
                  <a:srgbClr val="626A73"/>
                </a:solidFill>
                <a:latin typeface="Apple SD Gothic Neo"/>
                <a:ea typeface="Apple SD Gothic Neo"/>
                <a:cs typeface="Apple SD Gothic Neo"/>
              </a:defRPr>
            </a:lvl2pPr>
            <a:lvl3pPr algn="l">
              <a:defRPr sz="1425" b="0">
                <a:solidFill>
                  <a:srgbClr val="626A73"/>
                </a:solidFill>
                <a:latin typeface="Apple SD Gothic Neo"/>
                <a:ea typeface="Apple SD Gothic Neo"/>
                <a:cs typeface="Apple SD Gothic Neo"/>
              </a:defRPr>
            </a:lvl3pPr>
            <a:lvl4pPr algn="l">
              <a:defRPr sz="1425" b="0">
                <a:solidFill>
                  <a:srgbClr val="626A73"/>
                </a:solidFill>
                <a:latin typeface="Apple SD Gothic Neo"/>
                <a:ea typeface="Apple SD Gothic Neo"/>
                <a:cs typeface="Apple SD Gothic Neo"/>
              </a:defRPr>
            </a:lvl4pPr>
            <a:lvl5pPr algn="l">
              <a:defRPr sz="1425" b="0">
                <a:solidFill>
                  <a:srgbClr val="626A73"/>
                </a:solidFill>
                <a:latin typeface="Apple SD Gothic Neo"/>
                <a:ea typeface="Apple SD Gothic Neo"/>
                <a:cs typeface="Apple SD Gothic Neo"/>
              </a:defRPr>
            </a:lvl5pPr>
            <a:lvl6pPr algn="l">
              <a:defRPr sz="1425" b="0">
                <a:solidFill>
                  <a:srgbClr val="626A73"/>
                </a:solidFill>
                <a:latin typeface="Apple SD Gothic Neo"/>
                <a:ea typeface="Apple SD Gothic Neo"/>
                <a:cs typeface="Apple SD Gothic Neo"/>
              </a:defRPr>
            </a:lvl6pPr>
            <a:lvl7pPr algn="l">
              <a:defRPr sz="1425" b="0">
                <a:solidFill>
                  <a:srgbClr val="626A73"/>
                </a:solidFill>
                <a:latin typeface="Apple SD Gothic Neo"/>
                <a:ea typeface="Apple SD Gothic Neo"/>
                <a:cs typeface="Apple SD Gothic Neo"/>
              </a:defRPr>
            </a:lvl7pPr>
            <a:lvl8pPr algn="l">
              <a:defRPr sz="1425" b="0">
                <a:solidFill>
                  <a:srgbClr val="626A73"/>
                </a:solidFill>
                <a:latin typeface="Apple SD Gothic Neo"/>
                <a:ea typeface="Apple SD Gothic Neo"/>
                <a:cs typeface="Apple SD Gothic Neo"/>
              </a:defRPr>
            </a:lvl8pPr>
            <a:lvl9pPr algn="l">
              <a:defRPr sz="1425" b="0">
                <a:solidFill>
                  <a:srgbClr val="626A73"/>
                </a:solidFill>
                <a:latin typeface="Apple SD Gothic Neo"/>
                <a:ea typeface="Apple SD Gothic Neo"/>
                <a:cs typeface="Apple SD Gothic Neo"/>
              </a:defRPr>
            </a:lvl9pPr>
          </a:lstStyle>
          <a:p xmlns:a="http://schemas.openxmlformats.org/drawingml/2006/main">
            <a:pPr algn="l">
              <a:defRPr sz="1425" b="0">
                <a:solidFill>
                  <a:srgbClr val="626A73"/>
                </a:solidFill>
                <a:latin typeface="Apple SD Gothic Neo"/>
                <a:ea typeface="Apple SD Gothic Neo"/>
                <a:cs typeface="Apple SD Gothic Neo"/>
              </a:defRPr>
            </a:pPr>
            <a:r>
              <a:rPr sz="1425" b="0">
                <a:solidFill>
                  <a:srgbClr val="626A73"/>
                </a:solidFill>
                <a:latin typeface="Apple SD Gothic Neo"/>
                <a:ea typeface="Apple SD Gothic Neo"/>
                <a:cs typeface="Apple SD Gothic Neo"/>
              </a:rPr>
              <a:t>LangGraph · MCP · RAG/임베딩 · LangSmith · 의존성 주입 · 모듈화 · 단위 테스트</a:t>
            </a:r>
          </a:p>
        </p:txBody>
      </p:sp>
      <p:sp>
        <p:nvSpPr>
          <p:cNvPr id="11" name="">
            <a:extLst xmlns:a="http://schemas.openxmlformats.org/drawingml/2006/main">
              <a:ext uri="{FF2B5EF4-FFF2-40B4-BE49-F238E27FC236}">
                <a16:creationId xmlns:a16="http://schemas.microsoft.com/office/drawing/2014/main" id="{8ECC0AC3-57DB-435E-A627-AA7203FA856F}"/>
              </a:ext>
            </a:extLst>
          </p:cNvPr>
          <p:cNvSpPr>
            <a:spLocks xmlns:a="http://schemas.openxmlformats.org/drawingml/2006/main" noGrp="1"/>
          </p:cNvSpPr>
          <p:nvPr/>
        </p:nvSpPr>
        <p:spPr>
          <a:xfrm xmlns:a="http://schemas.openxmlformats.org/drawingml/2006/main">
            <a:off x="685800" y="1019175"/>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4232D"/>
                </a:solidFill>
                <a:latin typeface="Apple SD Gothic Neo"/>
                <a:ea typeface="Apple SD Gothic Neo"/>
                <a:cs typeface="Apple SD Gothic Neo"/>
              </a:defRPr>
            </a:defPPr>
            <a:lvl1pPr algn="l">
              <a:defRPr sz="1200" b="1">
                <a:solidFill>
                  <a:srgbClr val="B4232D"/>
                </a:solidFill>
                <a:latin typeface="Apple SD Gothic Neo"/>
                <a:ea typeface="Apple SD Gothic Neo"/>
                <a:cs typeface="Apple SD Gothic Neo"/>
              </a:defRPr>
            </a:lvl1pPr>
            <a:lvl2pPr algn="l">
              <a:defRPr sz="1200" b="1">
                <a:solidFill>
                  <a:srgbClr val="B4232D"/>
                </a:solidFill>
                <a:latin typeface="Apple SD Gothic Neo"/>
                <a:ea typeface="Apple SD Gothic Neo"/>
                <a:cs typeface="Apple SD Gothic Neo"/>
              </a:defRPr>
            </a:lvl2pPr>
            <a:lvl3pPr algn="l">
              <a:defRPr sz="1200" b="1">
                <a:solidFill>
                  <a:srgbClr val="B4232D"/>
                </a:solidFill>
                <a:latin typeface="Apple SD Gothic Neo"/>
                <a:ea typeface="Apple SD Gothic Neo"/>
                <a:cs typeface="Apple SD Gothic Neo"/>
              </a:defRPr>
            </a:lvl3pPr>
            <a:lvl4pPr algn="l">
              <a:defRPr sz="1200" b="1">
                <a:solidFill>
                  <a:srgbClr val="B4232D"/>
                </a:solidFill>
                <a:latin typeface="Apple SD Gothic Neo"/>
                <a:ea typeface="Apple SD Gothic Neo"/>
                <a:cs typeface="Apple SD Gothic Neo"/>
              </a:defRPr>
            </a:lvl4pPr>
            <a:lvl5pPr algn="l">
              <a:defRPr sz="1200" b="1">
                <a:solidFill>
                  <a:srgbClr val="B4232D"/>
                </a:solidFill>
                <a:latin typeface="Apple SD Gothic Neo"/>
                <a:ea typeface="Apple SD Gothic Neo"/>
                <a:cs typeface="Apple SD Gothic Neo"/>
              </a:defRPr>
            </a:lvl5pPr>
            <a:lvl6pPr algn="l">
              <a:defRPr sz="1200" b="1">
                <a:solidFill>
                  <a:srgbClr val="B4232D"/>
                </a:solidFill>
                <a:latin typeface="Apple SD Gothic Neo"/>
                <a:ea typeface="Apple SD Gothic Neo"/>
                <a:cs typeface="Apple SD Gothic Neo"/>
              </a:defRPr>
            </a:lvl6pPr>
            <a:lvl7pPr algn="l">
              <a:defRPr sz="1200" b="1">
                <a:solidFill>
                  <a:srgbClr val="B4232D"/>
                </a:solidFill>
                <a:latin typeface="Apple SD Gothic Neo"/>
                <a:ea typeface="Apple SD Gothic Neo"/>
                <a:cs typeface="Apple SD Gothic Neo"/>
              </a:defRPr>
            </a:lvl7pPr>
            <a:lvl8pPr algn="l">
              <a:defRPr sz="1200" b="1">
                <a:solidFill>
                  <a:srgbClr val="B4232D"/>
                </a:solidFill>
                <a:latin typeface="Apple SD Gothic Neo"/>
                <a:ea typeface="Apple SD Gothic Neo"/>
                <a:cs typeface="Apple SD Gothic Neo"/>
              </a:defRPr>
            </a:lvl8pPr>
            <a:lvl9pPr algn="l">
              <a:defRPr sz="1200" b="1">
                <a:solidFill>
                  <a:srgbClr val="B4232D"/>
                </a:solidFill>
                <a:latin typeface="Apple SD Gothic Neo"/>
                <a:ea typeface="Apple SD Gothic Neo"/>
                <a:cs typeface="Apple SD Gothic Neo"/>
              </a:defRPr>
            </a:lvl9pPr>
          </a:lstStyle>
          <a:p xmlns:a="http://schemas.openxmlformats.org/drawingml/2006/main">
            <a:pPr algn="l">
              <a:defRPr sz="1200" b="1">
                <a:solidFill>
                  <a:srgbClr val="B4232D"/>
                </a:solidFill>
                <a:latin typeface="Apple SD Gothic Neo"/>
                <a:ea typeface="Apple SD Gothic Neo"/>
                <a:cs typeface="Apple SD Gothic Neo"/>
              </a:defRPr>
            </a:pPr>
            <a:r>
              <a:rPr sz="1200" b="1">
                <a:solidFill>
                  <a:srgbClr val="B4232D"/>
                </a:solidFill>
                <a:latin typeface="Apple SD Gothic Neo"/>
                <a:ea typeface="Apple SD Gothic Neo"/>
                <a:cs typeface="Apple SD Gothic Neo"/>
              </a:rPr>
              <a:t>마무리</a:t>
            </a:r>
          </a:p>
        </p:txBody>
      </p:sp>
    </p:spTree>
    <p:extLst>
      <p:ext uri="{BB962C8B-B14F-4D97-AF65-F5344CB8AC3E}">
        <p14:creationId xmlns:p14="http://schemas.microsoft.com/office/powerpoint/2010/main" val="17312215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2026-10-22T05:27:57.0250000Z</dcterms:created>
  <dcterms:modified xsi:type="dcterms:W3CDTF">2026-10-22T05:27:57.0250000Z</dcterms:modified>
</coreProperties>
</file>