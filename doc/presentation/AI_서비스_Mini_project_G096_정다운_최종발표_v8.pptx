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d12bb6a2f1462f" /><Relationship Type="http://schemas.openxmlformats.org/officeDocument/2006/relationships/extended-properties" Target="/docProps/app.xml" Id="R2161579fc3c54b89" /><Relationship Type="http://schemas.openxmlformats.org/officeDocument/2006/relationships/officeDocument" Target="/ppt/presentation.xml" Id="Rd01f5994730d4954" /></Relationships>
</file>

<file path=ppt/presentation.xml><?xml version="1.0" encoding="utf-8"?>
<p:presentation xmlns:p="http://schemas.openxmlformats.org/presentationml/2006/main">
  <p:sldMasterIdLst>
    <p:sldMasterId xmlns:r="http://schemas.openxmlformats.org/officeDocument/2006/relationships" id="2147483648" r:id="Rba64737a7c094eaf"/>
  </p:sldMasterIdLst>
  <p:notesMasterIdLst>
    <p:notesMasterId xmlns:r="http://schemas.openxmlformats.org/officeDocument/2006/relationships" r:id="R5f7137c506fb4db1"/>
  </p:notesMasterIdLst>
  <p:sldIdLst>
    <p:sldId xmlns:r="http://schemas.openxmlformats.org/officeDocument/2006/relationships" id="256" r:id="R49f15e3d13b445d2"/>
    <p:sldId xmlns:r="http://schemas.openxmlformats.org/officeDocument/2006/relationships" id="257" r:id="Ra5378d1f71ab4c5a"/>
    <p:sldId xmlns:r="http://schemas.openxmlformats.org/officeDocument/2006/relationships" id="258" r:id="R865c7b991d6f436b"/>
    <p:sldId xmlns:r="http://schemas.openxmlformats.org/officeDocument/2006/relationships" id="259" r:id="Rc4ca447d18c84da0"/>
    <p:sldId xmlns:r="http://schemas.openxmlformats.org/officeDocument/2006/relationships" id="260" r:id="Rcb8c522565b64e4a"/>
    <p:sldId xmlns:r="http://schemas.openxmlformats.org/officeDocument/2006/relationships" id="261" r:id="R4dc14c295fea4b3e"/>
    <p:sldId xmlns:r="http://schemas.openxmlformats.org/officeDocument/2006/relationships" id="262" r:id="Rbfa865dbdd0b4132"/>
    <p:sldId xmlns:r="http://schemas.openxmlformats.org/officeDocument/2006/relationships" id="263" r:id="R69cdcd88eb9c40a9"/>
    <p:sldId xmlns:r="http://schemas.openxmlformats.org/officeDocument/2006/relationships" id="264" r:id="R457f1aadf0c54d69"/>
    <p:sldId xmlns:r="http://schemas.openxmlformats.org/officeDocument/2006/relationships" id="265" r:id="Rc2c94678f6c24c3e"/>
    <p:sldId xmlns:r="http://schemas.openxmlformats.org/officeDocument/2006/relationships" id="266" r:id="R957bbfccad5841d7"/>
    <p:sldId xmlns:r="http://schemas.openxmlformats.org/officeDocument/2006/relationships" id="267" r:id="R2beedf96fb8d4a7d"/>
    <p:sldId xmlns:r="http://schemas.openxmlformats.org/officeDocument/2006/relationships" id="268" r:id="R9699583ad8524ffe"/>
    <p:sldId xmlns:r="http://schemas.openxmlformats.org/officeDocument/2006/relationships" id="269" r:id="R1906bcaf30f24b8b"/>
    <p:sldId xmlns:r="http://schemas.openxmlformats.org/officeDocument/2006/relationships" id="270" r:id="Rfc0fef36d47b47ff"/>
    <p:sldId xmlns:r="http://schemas.openxmlformats.org/officeDocument/2006/relationships" id="271" r:id="R547261c74be84f10"/>
    <p:sldId xmlns:r="http://schemas.openxmlformats.org/officeDocument/2006/relationships" id="272" r:id="Raaf47f180db64e8c"/>
    <p:sldId xmlns:r="http://schemas.openxmlformats.org/officeDocument/2006/relationships" id="273" r:id="Rff4ae9d6e7e643eb"/>
    <p:sldId xmlns:r="http://schemas.openxmlformats.org/officeDocument/2006/relationships" id="274" r:id="Rb793c69fe93a49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618d0dd9f84921" /><Relationship Type="http://schemas.openxmlformats.org/officeDocument/2006/relationships/slideMaster" Target="/ppt/slideMasters/slideMaster1.xml" Id="Rba64737a7c094eaf" /><Relationship Type="http://schemas.openxmlformats.org/officeDocument/2006/relationships/notesMaster" Target="/ppt/notesMasters/notesMaster1.xml" Id="R5f7137c506fb4db1" /><Relationship Type="http://schemas.openxmlformats.org/officeDocument/2006/relationships/presProps" Target="/ppt/presProps.xml" Id="R3a4075c1b20c4fde" /><Relationship Type="http://schemas.openxmlformats.org/officeDocument/2006/relationships/tableStyles" Target="/ppt/tableStyles.xml" Id="Rbf268366dd5f46a4" /><Relationship Type="http://schemas.openxmlformats.org/officeDocument/2006/relationships/slide" Target="/ppt/slides/slide1.xml" Id="R49f15e3d13b445d2" /><Relationship Type="http://schemas.openxmlformats.org/officeDocument/2006/relationships/slide" Target="/ppt/slides/slide2.xml" Id="Ra5378d1f71ab4c5a" /><Relationship Type="http://schemas.openxmlformats.org/officeDocument/2006/relationships/slide" Target="/ppt/slides/slide3.xml" Id="R865c7b991d6f436b" /><Relationship Type="http://schemas.openxmlformats.org/officeDocument/2006/relationships/slide" Target="/ppt/slides/slide4.xml" Id="Rc4ca447d18c84da0" /><Relationship Type="http://schemas.openxmlformats.org/officeDocument/2006/relationships/slide" Target="/ppt/slides/slide5.xml" Id="Rcb8c522565b64e4a" /><Relationship Type="http://schemas.openxmlformats.org/officeDocument/2006/relationships/slide" Target="/ppt/slides/slide6.xml" Id="R4dc14c295fea4b3e" /><Relationship Type="http://schemas.openxmlformats.org/officeDocument/2006/relationships/slide" Target="/ppt/slides/slide7.xml" Id="Rbfa865dbdd0b4132" /><Relationship Type="http://schemas.openxmlformats.org/officeDocument/2006/relationships/slide" Target="/ppt/slides/slide8.xml" Id="R69cdcd88eb9c40a9" /><Relationship Type="http://schemas.openxmlformats.org/officeDocument/2006/relationships/slide" Target="/ppt/slides/slide9.xml" Id="R457f1aadf0c54d69" /><Relationship Type="http://schemas.openxmlformats.org/officeDocument/2006/relationships/slide" Target="/ppt/slides/slide10.xml" Id="Rc2c94678f6c24c3e" /><Relationship Type="http://schemas.openxmlformats.org/officeDocument/2006/relationships/slide" Target="/ppt/slides/slide11.xml" Id="R957bbfccad5841d7" /><Relationship Type="http://schemas.openxmlformats.org/officeDocument/2006/relationships/slide" Target="/ppt/slides/slide12.xml" Id="R2beedf96fb8d4a7d" /><Relationship Type="http://schemas.openxmlformats.org/officeDocument/2006/relationships/slide" Target="/ppt/slides/slide13.xml" Id="R9699583ad8524ffe" /><Relationship Type="http://schemas.openxmlformats.org/officeDocument/2006/relationships/slide" Target="/ppt/slides/slide14.xml" Id="R1906bcaf30f24b8b" /><Relationship Type="http://schemas.openxmlformats.org/officeDocument/2006/relationships/slide" Target="/ppt/slides/slide15.xml" Id="Rfc0fef36d47b47ff" /><Relationship Type="http://schemas.openxmlformats.org/officeDocument/2006/relationships/slide" Target="/ppt/slides/slide16.xml" Id="R547261c74be84f10" /><Relationship Type="http://schemas.openxmlformats.org/officeDocument/2006/relationships/slide" Target="/ppt/slides/slide17.xml" Id="Raaf47f180db64e8c" /><Relationship Type="http://schemas.openxmlformats.org/officeDocument/2006/relationships/slide" Target="/ppt/slides/slide18.xml" Id="Rff4ae9d6e7e643eb" /><Relationship Type="http://schemas.openxmlformats.org/officeDocument/2006/relationships/slide" Target="/ppt/slides/slide19.xml" Id="Rb793c69fe93a49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d4b1d963b245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67e6f49f3e4360" /><Relationship Type="http://schemas.openxmlformats.org/officeDocument/2006/relationships/notesMaster" Target="/ppt/notesMasters/notesMaster1.xml" Id="Rd63b10d1284747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074e0f0a5a4868" /><Relationship Type="http://schemas.openxmlformats.org/officeDocument/2006/relationships/notesMaster" Target="/ppt/notesMasters/notesMaster1.xml" Id="Rb337f6e9b2b94e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ac85587cc0451a" /><Relationship Type="http://schemas.openxmlformats.org/officeDocument/2006/relationships/notesMaster" Target="/ppt/notesMasters/notesMaster1.xml" Id="Rf73640db435642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ba54377a3b4dff" /><Relationship Type="http://schemas.openxmlformats.org/officeDocument/2006/relationships/notesMaster" Target="/ppt/notesMasters/notesMaster1.xml" Id="R872939c29d4143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cf0554867d4913" /><Relationship Type="http://schemas.openxmlformats.org/officeDocument/2006/relationships/notesMaster" Target="/ppt/notesMasters/notesMaster1.xml" Id="Rf8ef295ecdb747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b16010b58d4b18" /><Relationship Type="http://schemas.openxmlformats.org/officeDocument/2006/relationships/notesMaster" Target="/ppt/notesMasters/notesMaster1.xml" Id="Rb08c06101a1c43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963b8ab5394621" /><Relationship Type="http://schemas.openxmlformats.org/officeDocument/2006/relationships/notesMaster" Target="/ppt/notesMasters/notesMaster1.xml" Id="R1fcc408165c340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b03ca64f6a4356" /><Relationship Type="http://schemas.openxmlformats.org/officeDocument/2006/relationships/notesMaster" Target="/ppt/notesMasters/notesMaster1.xml" Id="R5a53455a2eb848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ba9340e11448a1" /><Relationship Type="http://schemas.openxmlformats.org/officeDocument/2006/relationships/notesMaster" Target="/ppt/notesMasters/notesMaster1.xml" Id="Rb0a090f2500244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8e7763b26e4459" /><Relationship Type="http://schemas.openxmlformats.org/officeDocument/2006/relationships/notesMaster" Target="/ppt/notesMasters/notesMaster1.xml" Id="R27cffbdbe51d43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7d6011aa7f4450" /><Relationship Type="http://schemas.openxmlformats.org/officeDocument/2006/relationships/notesMaster" Target="/ppt/notesMasters/notesMaster1.xml" Id="R73f785d623f04f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4b6b9d4a204aa4" /><Relationship Type="http://schemas.openxmlformats.org/officeDocument/2006/relationships/notesMaster" Target="/ppt/notesMasters/notesMaster1.xml" Id="Rd60067161b9c43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c88fb389cf4bcb" /><Relationship Type="http://schemas.openxmlformats.org/officeDocument/2006/relationships/notesMaster" Target="/ppt/notesMasters/notesMaster1.xml" Id="R83c45c06e42549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279ad7dc6b94d2b" /><Relationship Type="http://schemas.openxmlformats.org/officeDocument/2006/relationships/notesMaster" Target="/ppt/notesMasters/notesMaster1.xml" Id="R6c656c1513e5406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a9fab4b687742ab" /><Relationship Type="http://schemas.openxmlformats.org/officeDocument/2006/relationships/notesMaster" Target="/ppt/notesMasters/notesMaster1.xml" Id="R4795a6e3451e481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f354a0895d14fa5" /><Relationship Type="http://schemas.openxmlformats.org/officeDocument/2006/relationships/notesMaster" Target="/ppt/notesMasters/notesMaster1.xml" Id="R7828b79b244f493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a6e6fdb1cd64269" /><Relationship Type="http://schemas.openxmlformats.org/officeDocument/2006/relationships/notesMaster" Target="/ppt/notesMasters/notesMaster1.xml" Id="Ra7e07e36bc9b44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cac1d4b9621456f" /><Relationship Type="http://schemas.openxmlformats.org/officeDocument/2006/relationships/notesMaster" Target="/ppt/notesMasters/notesMaster1.xml" Id="Rf781d6ed4fd84f3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1e9e05a360c4b21" /><Relationship Type="http://schemas.openxmlformats.org/officeDocument/2006/relationships/notesMaster" Target="/ppt/notesMasters/notesMaster1.xml" Id="Ra0161d71abd742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과제 1로 기존 FastAPI·LangGraph·MCP 장애 대응 코드를 개선했습니다. 앞 2분은 기능과 결과, 뒤 3분은 Graph와 MCP·RAG 코드를 설명하겠습니다. 근거: README.md 1–5절.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코드는 대상을 못 찾으면 기본 서비스로 처리할 위험이 있었고, 영문 키워드로 Runbook 하나만 골랐습니다. 답변도 길이와 형식 위주로 검사했습니다. 이번에는 조사 대상 확인, 다중 Runbook 검색, 근거 검증, 부분 실패 대응, 모듈화·평가 다섯 부분만 개선했습니다. 근거: README.md 1·3절.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세 군데를 구체적으로 개선했습니다. 첫째, 시스템명이 없으면 auth-service로 대체하던 부분을 Registry 검증과 사용자 재질문으로 바꿨습니다. 둘째, 모니터링 키워드로 Runbook 하나만 선택하던 부분을 질문과 알림을 이용한 다중 문서 검색으로 바꿨습니다. 셋째, 길이와 번호만 검사하고 세 번 뒤 강제 통과시키던 답변 검증에 수치·출처 검사와 Judge를 추가했습니다. 왼쪽은 초기 커밋, 오른쪽은 현재 구현의 핵심 경로입니다. 기존에도 MCP Monitoring Tool과 Runbook Resource는 있었습니다. 근거: git f6d7ea2:agent/graph.py, 현재 agent/graph.py:11–24·165–270.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기존에는 대상이 없으면 auth-service로 대체했습니다. 이제 resolve_target이 monitoring.json의 시스템명·설명을 LLM에 주고 후보를 받습니다. SystemRegistry가 실제 등록된 이름인지 확인한 뒤 resolved, missing, unknown, ambiguous 네 상태 중 하나로 정리합니다. resolved만 plan으로 이동합니다. 대상이 없거나, 미등록 이름이거나, 여러 후보 중 확정하지 못하면 clarify_target으로 가서 질문합니다. 왼쪽 화면은 처음 missing이었다가 사용자가 auth-service라고 답한 사례입니다. 근거: agent/target_nodes.py:12–44, agent/graph.py:220–258, agent/system_registry.py:74–112, doc/screenshots/target_clarification_progress.jpg.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resolved가 아닌 세 상태는 clarify_target으로 갑니다. 서버는 AsyncSqliteSaver를 열어 Graph와 연결했고, 노드의 interrupt()가 실행을 멈추면 현재 상태와 원래 query가 체크포인트에 남습니다. 화면은 clarification 질문과 graph_thread_id를 받습니다. 사용자 답을 보낼 때 서버는 그 ID가 같은 채팅의 실제 중단 상태인지 검사하고, LangGraph 설정의 같은 thread_id로 Command(resume=message)를 전달합니다. 재개된 답은 clarification_answer에 저장되고 다시 resolve_target에서 검증합니다. resolved면 그때 plan으로 가고, 여전히 불명확하면 다시 질문합니다. 앱의 thread_id는 채팅 세션이고 graph_thread_id는 체크포인트 키입니다. 근거: server.py:103–106·157–170, agent/graph.py:220–270, agent/target_nodes.py:12–53, web_chat.html:165–207.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MCP 서버의 Prompt, Tool, Resource는 원래 실습 코드에도 있었습니다. plan은 Prompt의 표준 진단 절차를 읽지만 그것만으로 Tool을 실행하지는 않습니다. research가 get_monitoring_status Tool을 호출하면 서버는 monitoring.json을 읽어 status, cpu_percent, memory_percent, alerts[]를 반환합니다. alerts[]는 CPU 수치 필드 자체가 아니라 예를 들어 CPU 91% 초과나 upstream timeout을 적은 경고 문구의 목록입니다. Runbook 원문은 Resource URI로 읽습니다. 근거: mcp_server.py:19–78, agent/graph.py:52–70·89–133·165–195.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plan은 resolve_target이 확정한 target_systems만 입력받습니다. MCP Prompt incident_analysis_prompt에서 표준 진단 순서를 읽어 fast_llm.plan에 원래 장애 질문, 절차, 확정된 시스템을 전달합니다. 모델의 JSON을 그대로 실행하지 않고 task_planner.normalize_plan이 등록된 대상마다 research·monitoring·pending task를 하나씩 만듭니다. 예를 들어 payments-service와 gateway-service가 확정되면 모니터링 task 두 개가 생기고 research가 이를 병렬 실행합니다. 모델이 패턴 비교를 제안하면 analysis task도 만들 수 있습니다. needs_analysis=False인데 analysis task가 섞이면 gate가 제거합니다. plan은 MCP Tool을 실행하지 않습니다. 근거: agent/graph.py:51–85, agent/task_planner.py:6–29, agent/openai_llm.py:139–156.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FastAPI가 시작할 때 MCPClient는 ops와 docs 서버에 stdio 세션을 연결하고 요청마다 재사용합니다. plan은 MCP Prompt를 읽어 확정된 시스템별 Monitoring task를 만듭니다. 첫 research가 get_monitoring_status Tool을 호출해 status·cpu_percent·memory_percent·alerts[]를 collected에 저장합니다. replan_check의 검색은 원래 질문과 성공한 조회의 alerts[] 경고 문구를 사용합니다. 선택된 Runbook ID가 있으면 같은 research가 Resource 원문을 읽습니다. 근거: server.py:69–112, agent/mcp_client.py:44–122, agent/graph.py:51–70·88–195.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MCP Tool get_monitoring_status는 system_name을 입력받아 monitoring.json을 매번 읽고 status, cpu_percent, memory_percent, alerts[]를 반환합니다. cpu_percent는 별도 숫자 필드이고 alerts[]는 경고 문구 문자열 목록입니다. plan이 아니라 research가 monitoring task마다 deps.mcp.call_tool을 with_retry로 호출합니다. 성공 결과만 collected에 저장하고 실패는 task.error로 남깁니다. 시연 화면에서 gateway-service는 조회를 마쳤고 payments-service는 실패했습니다. 근거: mcp_server.py:33–53, agent/graph.py:117–151, agent/mcp_client.py:70–77.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사용자 질문은 payments-service와 gateway-service의 CPU 급증 및 timeout 장애입니다. plan이 만든 두 Monitoring task를 첫 research가 실행합니다. Tool 결과에서 payments-service의 alerts[]에는 CPU 91% (threshold 80%), gateway-service의 alerts[]에는 upstream timeout to payments-service (504)가 있습니다. alerts[]는 경고 문구 문자열 목록이고, 별도의 cpu_percent·memory_percent 수치 필드와 다릅니다. 현재 임베딩 검색은 원래 질문과 alerts[]의 각 문구를 개별 질의로 사용합니다. 이 예시에서는 cpu-spike와 network-timeout ID가 선택됩니다. 첫 replan_check가 Runbook task를 만들고 두 번째 research가 MCP Resource에서 network-timeout.md 원문을 읽습니다. 오른쪽 1·2번은 이미 확인된 장애 사실이 아니라 문서에 적힌 후속 점검 지시입니다. gateway의 upstream timeout 알림이 그 점검의 출발 단서입니다. 근거: data/monitoring.json, agent/runbook_retrieval.py:38–61, agent/graph.py:165–195, data/runbooks/network-timeout.md.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첫 실행 뒤 replan_check는 Monitoring 조회의 성공·실패를 포함한 현재 상태를 봅니다. 그러나 성공 수치가 충분한지 품질 심사를 하는 노드는 아닙니다. 성공한 조회는 collected에 남고 실패 task에는 error가 남습니다. 첫 replan_check는 원래 질문과 성공한 Monitoring 알림으로 RunbookRetriever.search를 한 번 호출합니다. 관련 문서가 하나 이상 나오면 문서별 research·runbook·pending task를 추가하고 is_sufficient=False로 같은 research에 되돌립니다. 문서가 없거나 검색 오류라면 새 task가 없으므로 is_sufficient=True로 analysis로 이동합니다. Resource 조회 후 두 번째 replan_check는 rounds&gt;=1 조건으로 더 검색하지 않고 is_sufficient=True로 analysis에 보냅니다. Resource 실패도 자동 재시도가 아니라 실패 기록으로 남습니다. 여기서 sufficient는 추가 Runbook 조사 task가 없다는 의미이고 보고서 품질의 합격 판정은 validate의 책임입니다. 근거: agent/graph.py:130–195, 227–231.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Runbook 여섯 개와 고정 질문 다섯 개로 검색 단계만 비교했습니다. gpt-4o-mini 문서 랭킹의 정밀도는 85.7%였습니다. 첫 시도인 본문 전체와 합친 질문 임베딩은 정밀도·재현율 각각 66.7%로 낮았습니다. 공통 절차 문장과 복합 증상이 한 벡터에 섞이는 문제로 판단해 문서 제목을 임베딩하고 원래 질문과 Monitoring 결과의 alerts[] 각 경고 문구를 개별 검색 질의로 바꿨습니다. 여기서 alerts[]는 cpu_percent 숫자 필드가 아닙니다. 수정 결과는 고정 질문 5건에서 정밀도 100%, 검색 시간 합계 1.51초였습니다. 5문항은 조정에도 썼으므로 독립 평가가 아닙니다. 근거: README.md 4절, scripts/evaluate_retrieval.py, agent/runbook_retrieval.py:49–133.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Runbook은 여섯 개입니다. 제목 벡터를 메모리에 캐시하고 원래 질문 및 Monitoring alerts[] 문구의 벡터를 코사인 유사도로 비교합니다. 파일 본문 해시가 바뀌면 해당 제목 벡터만 다시 만듭니다. 검색 후 문서 원문은 MCP Resource에서 읽습니다. 벡터 DB를 안 쓴 것은 현재 규모의 저장소 운영 부담을 줄인 선택입니다. 재시작 시 캐시가 사라지고 질문·alerts[] 임베딩 호출 비용은 남습니다. 근거: agent/runbook_retrieval.py:11–22, 89–138, README.md 4절.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개선 전 validate_node는 응답이 30자 이상이고 1) 번호가 있는지만 확인했습니다. 수치·시스템명·Runbook 근거가 틀려도 형식을 맞추면 통과할 수 있고, 세 번째 실패에서는 강제 합격 처리했습니다. 현재는 grounded_issues가 시스템명, 수치, Runbook 출처, 조회 실패 고지를 코드로 검사합니다. 이어 deps.quality_llm.judge가 초안과 수집 근거를 비교합니다. LLM_BACKEND=openai 또는 ollama일 때 OpenAIQualityLLM.judge 또는 OllamaQualityLLM.judge가 실제 모델 API를 다시 호출하므로 구현한 기능은 LLM-as-a-Judge가 맞습니다. 작성과 Judge는 같은 quality_llm 객체를 쓰지만 서로 다른 호출입니다. 다만 server.py의 기본값은 fake이고, 이때 Fake QualityLLM.judge는 비용 없는 고정 평가를 위한 규칙 기반 테스트 대역입니다. 따라서 기본 Fake 시연 화면만으로 실제 LLM Judge 호출을 증명할 수는 없습니다. 코드 검사와 해당 모드의 Judge가 모두 통과해야 합격하며, 최대 세 번 재작성 후에도 실패하면 확인 가능한 사실만 반환합니다. 근거: server.py:49–68, agent/answer_validation.py:22–84, agent/openai_llm.py:232–255, agent/ollama_llm.py:244–267, agent/fake_llm.py:275–285, agent/report_nodes.py:31–55.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개선 전 research의 asyncio.gather는 하나의 Monitoring 또는 Resource 호출이 예외를 던지면 research 노드 전체가 예외로 종료됐습니다. 그래서 다른 시스템의 조회가 성공했더라도 아래 결과 처리 루프에 도달하지 못해 collected에 남기지 못했습니다. 현재 run_one은 개별 task의 예외를 잡아 ok=False와 error를 반환합니다. gather가 모든 결과를 돌려주면 성공한 항목만 collected에 넣고 실패 task는 status=failed와 error를 남깁니다. report_nodes.write는 이 실패 정보를 작성 모델에 함께 주고, answer_validation은 실패 대상과 실패 고지를 확인합니다. 시연에서는 payments-service 조회를 의도적으로 실패시켜 gateway-service의 성공 결과가 보고서에 남고 payments 실패는 진단 한계에 표기되는 것을 보여줍니다. 이 변화는 데이터 오류를 복구하는 것이 아니라 확보한 근거를 보존하고 진단 한계를 명확히 하는 것입니다. 근거: git f6d7ea2:agent/graph.py:135–183, agent/graph.py:89–161, agent/report_nodes.py:12–27, agent/answer_validation.py:22–40, scripts/demo_partial_failure.py.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build_graph는 노드를 등록하고 다음 노드로 갈 조건을 연결합니다. route가 일반 대화로 판단하면 chat_answer로 끝나고, 장애라면 resolve_target을 거칩니다. resolved 뒤 plan은 시스템별 Monitoring task를 만들고 gate는 필요 없는 분석 task를 제거합니다. 05 research는 MCP Monitoring Tool을 조회합니다. 06 replan_check에서 관련 Runbook task를 추가했다면 07 research로 되돌아가 Resource 원문을 읽고, 08 replan_check를 지나 09 analysis로 갑니다. 새 문서 task가 없거나 검색 오류라면 06에서 바로 09로 갑니다. 08은 재검색하지 않고 09로 보냅니다. 여기서 is_sufficient는 다음 research에 보낼 Runbook task가 없다는 분기값이지 보고서 품질 합격이 아닙니다. 09 analysis 노드는 그래프 경로에는 있지만 실제 분석 task가 없으면 비교 작업을 건너뛰고 write로 이어집니다. validate가 불합격이면 write로 되돌아가며, 역할별 코드는 target_nodes, runbook_retrieval, report_nodes로 분리했습니다. 근거: agent/graph.py:51–270, agent/task_planner.py:6–28.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시연용 고정 데이터에서 같은 CPU 급증·timeout 질문을 개선 전 Graph와 개선 후 Graph에 각각 입력했습니다. scripts/evaluate.py가 두 실행을 독립적으로 마친 뒤 한 case에 query, before, after를 나란히 기록한 평가 JSON 화면입니다. 같은 Graph의 상태가 누적된 화면이 아니고, 개선 전 결과가 개선 후 Agent의 맥락으로 전달되지도 않습니다. 이전에는 불필요한 web-01까지 조사하고 CPU Runbook 하나만 읽었습니다. 개선 후에는 확정된 두 시스템을 조사하고 cpu-spike와 network-timeout 두 문서를 읽었습니다. 속도 차이는 주로 기존 교육용 0.35초 지연 제거 영향이며 임베딩 속도 개선의 증거가 아닙니다. 두 실행 모두 최종 보고서 검증 미통과였습니다. 근거: doc/evaluation_results.json, scripts/evaluate.py, doc/screenshots/before_after_results.jpg.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시연 화면은 대상 재질문 후 auth-service를 확정하고, Monitoring 결과와 high-latency Runbook 원문의 점검 절차를 활용해 검증된 보고서를 보여줍니다. 실제 장애 조치를 수행한 화면은 아니며, 조사와 보고서 생성 과정의 데모입니다. 근거: doc/screenshots/final_chat.jpg, README.md 6–8절.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과제에서는 시스템을 임의로 정하지 않고 사용자에게 확인한 뒤 진단했고, 질문과 Monitoring의 alerts[] 경고 문구로 여러 Runbook을 검색해 원문을 답변에 반영했습니다. 수치·출처와 Judge 검증을 추가했으며 일부 조회 실패도 보고서에 밝혔습니다. 느낀 점은 작은 규모의 Agent라도 정확도와 속도, 구현 복잡성과 확장성을 모두 함께 고려해야 해서 균형을 잡기 어려웠다는 것입니다. 단순한 키워드 방식은 구현이 쉽지만 복합 장애에 약했고, 임베딩 검색은 결과를 개선했지만 API 호출과 캐시 관리 비용이 생겼습니다. 앞으로는 별도 질문으로 검색 성능을 독립 평가하고, SSE가 검증 전 초안을 보여주는 문제를 막고, 오래된 체크포인트의 보관 정책을 정해야 합니다. 근거: README.md 3–8절, doc/evaluation_results.json.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3e5a69849d41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99ea6ca581459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d9e400ab9647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1c964ae2ea14b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b4ab7333634b4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9aaf5dc33647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B93289-D7D8-4E56-9FB6-E94E6AF128D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B616CE2-189C-43B6-95EB-78F858EB153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7FCE70A-ADEB-43B8-87F3-FC872BABAC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B36162-3406-4EAD-9149-248B6069B1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D29D0CF-A0D6-47F0-998C-ECF845A8DD2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226296-B934-473A-9231-BD1A7357E4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AE094F-76ED-47CE-AC31-39BD5EA977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2F32A7C-2D3D-4D12-BFA1-0D2E8805E12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6CF04B-547A-4577-927D-4C3448E8F5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5D1862-7DC7-4226-BCAD-D02486E951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8c5a021c1c4563" /><Relationship Type="http://schemas.openxmlformats.org/officeDocument/2006/relationships/slideLayout" Target="/ppt/slideLayouts/slideLayout1.xml" Id="R4ae8702d926e4f64" /><Relationship Type="http://schemas.openxmlformats.org/officeDocument/2006/relationships/slideLayout" Target="/ppt/slideLayouts/slideLayout2.xml" Id="R63b4843a1b22462c" /><Relationship Type="http://schemas.openxmlformats.org/officeDocument/2006/relationships/slideLayout" Target="/ppt/slideLayouts/slideLayout3.xml" Id="R51fc4123037345e7" /><Relationship Type="http://schemas.openxmlformats.org/officeDocument/2006/relationships/slideLayout" Target="/ppt/slideLayouts/slideLayout4.xml" Id="Rff89415cc659441d" /><Relationship Type="http://schemas.openxmlformats.org/officeDocument/2006/relationships/slideLayout" Target="/ppt/slideLayouts/slideLayout5.xml" Id="R940c57fcab2d4cba" /><Relationship Type="http://schemas.openxmlformats.org/officeDocument/2006/relationships/slideLayout" Target="/ppt/slideLayouts/slideLayout6.xml" Id="Rf5ac663be41449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e8702d926e4f64"/>
    <p:sldLayoutId xmlns:r="http://schemas.openxmlformats.org/officeDocument/2006/relationships" id="2147483650" r:id="R63b4843a1b22462c"/>
    <p:sldLayoutId xmlns:r="http://schemas.openxmlformats.org/officeDocument/2006/relationships" id="2147483651" r:id="R51fc4123037345e7"/>
    <p:sldLayoutId xmlns:r="http://schemas.openxmlformats.org/officeDocument/2006/relationships" id="2147483652" r:id="Rff89415cc659441d"/>
    <p:sldLayoutId xmlns:r="http://schemas.openxmlformats.org/officeDocument/2006/relationships" id="2147483653" r:id="R940c57fcab2d4cba"/>
    <p:sldLayoutId xmlns:r="http://schemas.openxmlformats.org/officeDocument/2006/relationships" id="2147483654" r:id="Rf5ac663be41449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9b6dc6e6684e36" /><Relationship Type="http://schemas.openxmlformats.org/officeDocument/2006/relationships/notesSlide" Target="/ppt/notesSlides/notesSlide1.xml" Id="Rb44727e2755d40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f167516b43043e9" /><Relationship Type="http://schemas.openxmlformats.org/officeDocument/2006/relationships/notesSlide" Target="/ppt/notesSlides/notesSlide2.xml" Id="R21484d8051a044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5d0a1ec642a44eb" /><Relationship Type="http://schemas.openxmlformats.org/officeDocument/2006/relationships/notesSlide" Target="/ppt/notesSlides/notesSlide3.xml" Id="R3027ac84218840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81dabe815bc43cc" /><Relationship Type="http://schemas.openxmlformats.org/officeDocument/2006/relationships/image" Target="/ppt/media/image.jpeg" Id="R6d2ddac8d9444870" /><Relationship Type="http://schemas.openxmlformats.org/officeDocument/2006/relationships/notesSlide" Target="/ppt/notesSlides/notesSlide4.xml" Id="Rf1531b5c4e9548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5a9c5668ce04d90" /><Relationship Type="http://schemas.openxmlformats.org/officeDocument/2006/relationships/notesSlide" Target="/ppt/notesSlides/notesSlide5.xml" Id="R1026adf53e0342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fe86520d8ce4caf" /><Relationship Type="http://schemas.openxmlformats.org/officeDocument/2006/relationships/notesSlide" Target="/ppt/notesSlides/notesSlide6.xml" Id="Rbbfe669ee8af47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3fb20eedfc944d2" /><Relationship Type="http://schemas.openxmlformats.org/officeDocument/2006/relationships/notesSlide" Target="/ppt/notesSlides/notesSlide7.xml" Id="Rde910cbd8c4f41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f3483e0cfd426a" /><Relationship Type="http://schemas.openxmlformats.org/officeDocument/2006/relationships/notesSlide" Target="/ppt/notesSlides/notesSlide8.xml" Id="R49bf46a11a734b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8696b5e8d204a3d" /><Relationship Type="http://schemas.openxmlformats.org/officeDocument/2006/relationships/image" Target="/ppt/media/image2.jpeg" Id="R7a968d0454c54627" /><Relationship Type="http://schemas.openxmlformats.org/officeDocument/2006/relationships/notesSlide" Target="/ppt/notesSlides/notesSlide9.xml" Id="R1dea718bcf194a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8b6dac5516a4859" /><Relationship Type="http://schemas.openxmlformats.org/officeDocument/2006/relationships/notesSlide" Target="/ppt/notesSlides/notesSlide10.xml" Id="R8b1c941a5d9b4c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5716566af874855" /><Relationship Type="http://schemas.openxmlformats.org/officeDocument/2006/relationships/notesSlide" Target="/ppt/notesSlides/notesSlide11.xml" Id="R8b2a482381e741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d2acd11927a448c" /><Relationship Type="http://schemas.openxmlformats.org/officeDocument/2006/relationships/notesSlide" Target="/ppt/notesSlides/notesSlide12.xml" Id="R12c1496b5f9a41a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a49646c4f5e47e4" /><Relationship Type="http://schemas.openxmlformats.org/officeDocument/2006/relationships/notesSlide" Target="/ppt/notesSlides/notesSlide13.xml" Id="Reab74e8d121d45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cf085006f29497f" /><Relationship Type="http://schemas.openxmlformats.org/officeDocument/2006/relationships/notesSlide" Target="/ppt/notesSlides/notesSlide14.xml" Id="Rf334885215e941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405361770bb46fa" /><Relationship Type="http://schemas.openxmlformats.org/officeDocument/2006/relationships/image" Target="/ppt/media/image3.jpeg" Id="R3770d1288cd34cd4" /><Relationship Type="http://schemas.openxmlformats.org/officeDocument/2006/relationships/notesSlide" Target="/ppt/notesSlides/notesSlide15.xml" Id="R20abaf25a4584c2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88ce376dc3344f8" /><Relationship Type="http://schemas.openxmlformats.org/officeDocument/2006/relationships/notesSlide" Target="/ppt/notesSlides/notesSlide16.xml" Id="Rca61c16ff0dd41e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2be8b846a684550" /><Relationship Type="http://schemas.openxmlformats.org/officeDocument/2006/relationships/image" Target="/ppt/media/image4.jpeg" Id="Rc5b05882840e463e" /><Relationship Type="http://schemas.openxmlformats.org/officeDocument/2006/relationships/notesSlide" Target="/ppt/notesSlides/notesSlide17.xml" Id="Ra4b783db650c427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99214c8aada45a3" /><Relationship Type="http://schemas.openxmlformats.org/officeDocument/2006/relationships/image" Target="/ppt/media/image5.jpeg" Id="Rb30b7f6330624a6e" /><Relationship Type="http://schemas.openxmlformats.org/officeDocument/2006/relationships/notesSlide" Target="/ppt/notesSlides/notesSlide18.xml" Id="R322191740b594fa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bf2ee49acfd43c6" /><Relationship Type="http://schemas.openxmlformats.org/officeDocument/2006/relationships/notesSlide" Target="/ppt/notesSlides/notesSlide19.xml" Id="R79c7180889ef403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941B3E-F328-4B88-A6AF-4081DAE52928}"/>
              </a:ext>
            </a:extLst>
          </p:cNvPr>
          <p:cNvSpPr>
            <a:spLocks xmlns:a="http://schemas.openxmlformats.org/drawingml/2006/main" noGrp="1"/>
          </p:cNvSpPr>
          <p:nvPr/>
        </p:nvSpPr>
        <p:spPr>
          <a:xfrm xmlns:a="http://schemas.openxmlformats.org/drawingml/2006/main">
            <a:off x="723900" y="1743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3151A"/>
                </a:solidFill>
                <a:latin typeface="Apple SD Gothic Neo"/>
                <a:ea typeface="Apple SD Gothic Neo"/>
                <a:cs typeface="Apple SD Gothic Neo"/>
              </a:defRPr>
            </a:defPPr>
            <a:lvl1pPr algn="l">
              <a:defRPr sz="4050" b="1">
                <a:solidFill>
                  <a:srgbClr val="13151A"/>
                </a:solidFill>
                <a:latin typeface="Apple SD Gothic Neo"/>
                <a:ea typeface="Apple SD Gothic Neo"/>
                <a:cs typeface="Apple SD Gothic Neo"/>
              </a:defRPr>
            </a:lvl1pPr>
            <a:lvl2pPr algn="l">
              <a:defRPr sz="4050" b="1">
                <a:solidFill>
                  <a:srgbClr val="13151A"/>
                </a:solidFill>
                <a:latin typeface="Apple SD Gothic Neo"/>
                <a:ea typeface="Apple SD Gothic Neo"/>
                <a:cs typeface="Apple SD Gothic Neo"/>
              </a:defRPr>
            </a:lvl2pPr>
            <a:lvl3pPr algn="l">
              <a:defRPr sz="4050" b="1">
                <a:solidFill>
                  <a:srgbClr val="13151A"/>
                </a:solidFill>
                <a:latin typeface="Apple SD Gothic Neo"/>
                <a:ea typeface="Apple SD Gothic Neo"/>
                <a:cs typeface="Apple SD Gothic Neo"/>
              </a:defRPr>
            </a:lvl3pPr>
            <a:lvl4pPr algn="l">
              <a:defRPr sz="4050" b="1">
                <a:solidFill>
                  <a:srgbClr val="13151A"/>
                </a:solidFill>
                <a:latin typeface="Apple SD Gothic Neo"/>
                <a:ea typeface="Apple SD Gothic Neo"/>
                <a:cs typeface="Apple SD Gothic Neo"/>
              </a:defRPr>
            </a:lvl4pPr>
            <a:lvl5pPr algn="l">
              <a:defRPr sz="4050" b="1">
                <a:solidFill>
                  <a:srgbClr val="13151A"/>
                </a:solidFill>
                <a:latin typeface="Apple SD Gothic Neo"/>
                <a:ea typeface="Apple SD Gothic Neo"/>
                <a:cs typeface="Apple SD Gothic Neo"/>
              </a:defRPr>
            </a:lvl5pPr>
            <a:lvl6pPr algn="l">
              <a:defRPr sz="4050" b="1">
                <a:solidFill>
                  <a:srgbClr val="13151A"/>
                </a:solidFill>
                <a:latin typeface="Apple SD Gothic Neo"/>
                <a:ea typeface="Apple SD Gothic Neo"/>
                <a:cs typeface="Apple SD Gothic Neo"/>
              </a:defRPr>
            </a:lvl6pPr>
            <a:lvl7pPr algn="l">
              <a:defRPr sz="4050" b="1">
                <a:solidFill>
                  <a:srgbClr val="13151A"/>
                </a:solidFill>
                <a:latin typeface="Apple SD Gothic Neo"/>
                <a:ea typeface="Apple SD Gothic Neo"/>
                <a:cs typeface="Apple SD Gothic Neo"/>
              </a:defRPr>
            </a:lvl7pPr>
            <a:lvl8pPr algn="l">
              <a:defRPr sz="4050" b="1">
                <a:solidFill>
                  <a:srgbClr val="13151A"/>
                </a:solidFill>
                <a:latin typeface="Apple SD Gothic Neo"/>
                <a:ea typeface="Apple SD Gothic Neo"/>
                <a:cs typeface="Apple SD Gothic Neo"/>
              </a:defRPr>
            </a:lvl8pPr>
            <a:lvl9pPr algn="l">
              <a:defRPr sz="4050" b="1">
                <a:solidFill>
                  <a:srgbClr val="13151A"/>
                </a:solidFill>
                <a:latin typeface="Apple SD Gothic Neo"/>
                <a:ea typeface="Apple SD Gothic Neo"/>
                <a:cs typeface="Apple SD Gothic Neo"/>
              </a:defRPr>
            </a:lvl9pPr>
          </a:lstStyle>
          <a:p xmlns:a="http://schemas.openxmlformats.org/drawingml/2006/main">
            <a:pPr algn="l">
              <a:defRPr sz="4050" b="1">
                <a:solidFill>
                  <a:srgbClr val="13151A"/>
                </a:solidFill>
                <a:latin typeface="Apple SD Gothic Neo"/>
                <a:ea typeface="Apple SD Gothic Neo"/>
                <a:cs typeface="Apple SD Gothic Neo"/>
              </a:defRPr>
            </a:pPr>
            <a:r>
              <a:rPr sz="4050" b="1">
                <a:solidFill>
                  <a:srgbClr val="13151A"/>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1AD6281F-FF1E-40BE-8BCE-E40BE5CD56DC}"/>
              </a:ext>
            </a:extLst>
          </p:cNvPr>
          <p:cNvSpPr>
            <a:spLocks xmlns:a="http://schemas.openxmlformats.org/drawingml/2006/main" noGrp="1"/>
          </p:cNvSpPr>
          <p:nvPr/>
        </p:nvSpPr>
        <p:spPr>
          <a:xfrm xmlns:a="http://schemas.openxmlformats.org/drawingml/2006/main">
            <a:off x="74295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B4232D"/>
                </a:solidFill>
                <a:latin typeface="Apple SD Gothic Neo"/>
                <a:ea typeface="Apple SD Gothic Neo"/>
                <a:cs typeface="Apple SD Gothic Neo"/>
              </a:defRPr>
            </a:defPPr>
            <a:lvl1pPr algn="l">
              <a:defRPr sz="2550" b="0">
                <a:solidFill>
                  <a:srgbClr val="B4232D"/>
                </a:solidFill>
                <a:latin typeface="Apple SD Gothic Neo"/>
                <a:ea typeface="Apple SD Gothic Neo"/>
                <a:cs typeface="Apple SD Gothic Neo"/>
              </a:defRPr>
            </a:lvl1pPr>
            <a:lvl2pPr algn="l">
              <a:defRPr sz="2550" b="0">
                <a:solidFill>
                  <a:srgbClr val="B4232D"/>
                </a:solidFill>
                <a:latin typeface="Apple SD Gothic Neo"/>
                <a:ea typeface="Apple SD Gothic Neo"/>
                <a:cs typeface="Apple SD Gothic Neo"/>
              </a:defRPr>
            </a:lvl2pPr>
            <a:lvl3pPr algn="l">
              <a:defRPr sz="2550" b="0">
                <a:solidFill>
                  <a:srgbClr val="B4232D"/>
                </a:solidFill>
                <a:latin typeface="Apple SD Gothic Neo"/>
                <a:ea typeface="Apple SD Gothic Neo"/>
                <a:cs typeface="Apple SD Gothic Neo"/>
              </a:defRPr>
            </a:lvl3pPr>
            <a:lvl4pPr algn="l">
              <a:defRPr sz="2550" b="0">
                <a:solidFill>
                  <a:srgbClr val="B4232D"/>
                </a:solidFill>
                <a:latin typeface="Apple SD Gothic Neo"/>
                <a:ea typeface="Apple SD Gothic Neo"/>
                <a:cs typeface="Apple SD Gothic Neo"/>
              </a:defRPr>
            </a:lvl4pPr>
            <a:lvl5pPr algn="l">
              <a:defRPr sz="2550" b="0">
                <a:solidFill>
                  <a:srgbClr val="B4232D"/>
                </a:solidFill>
                <a:latin typeface="Apple SD Gothic Neo"/>
                <a:ea typeface="Apple SD Gothic Neo"/>
                <a:cs typeface="Apple SD Gothic Neo"/>
              </a:defRPr>
            </a:lvl5pPr>
            <a:lvl6pPr algn="l">
              <a:defRPr sz="2550" b="0">
                <a:solidFill>
                  <a:srgbClr val="B4232D"/>
                </a:solidFill>
                <a:latin typeface="Apple SD Gothic Neo"/>
                <a:ea typeface="Apple SD Gothic Neo"/>
                <a:cs typeface="Apple SD Gothic Neo"/>
              </a:defRPr>
            </a:lvl6pPr>
            <a:lvl7pPr algn="l">
              <a:defRPr sz="2550" b="0">
                <a:solidFill>
                  <a:srgbClr val="B4232D"/>
                </a:solidFill>
                <a:latin typeface="Apple SD Gothic Neo"/>
                <a:ea typeface="Apple SD Gothic Neo"/>
                <a:cs typeface="Apple SD Gothic Neo"/>
              </a:defRPr>
            </a:lvl7pPr>
            <a:lvl8pPr algn="l">
              <a:defRPr sz="2550" b="0">
                <a:solidFill>
                  <a:srgbClr val="B4232D"/>
                </a:solidFill>
                <a:latin typeface="Apple SD Gothic Neo"/>
                <a:ea typeface="Apple SD Gothic Neo"/>
                <a:cs typeface="Apple SD Gothic Neo"/>
              </a:defRPr>
            </a:lvl8pPr>
            <a:lvl9pPr algn="l">
              <a:defRPr sz="2550" b="0">
                <a:solidFill>
                  <a:srgbClr val="B4232D"/>
                </a:solidFill>
                <a:latin typeface="Apple SD Gothic Neo"/>
                <a:ea typeface="Apple SD Gothic Neo"/>
                <a:cs typeface="Apple SD Gothic Neo"/>
              </a:defRPr>
            </a:lvl9pPr>
          </a:lstStyle>
          <a:p xmlns:a="http://schemas.openxmlformats.org/drawingml/2006/main">
            <a:pPr algn="l">
              <a:defRPr sz="2550" b="0">
                <a:solidFill>
                  <a:srgbClr val="B4232D"/>
                </a:solidFill>
                <a:latin typeface="Apple SD Gothic Neo"/>
                <a:ea typeface="Apple SD Gothic Neo"/>
                <a:cs typeface="Apple SD Gothic Neo"/>
              </a:defRPr>
            </a:pPr>
            <a:r>
              <a:rPr sz="2550" b="0">
                <a:solidFill>
                  <a:srgbClr val="B4232D"/>
                </a:solidFill>
                <a:latin typeface="Apple SD Gothic Neo"/>
                <a:ea typeface="Apple SD Gothic Neo"/>
                <a:cs typeface="Apple SD Gothic Neo"/>
              </a:rPr>
              <a:t>운영 장애 대응 에이전트 개선</a:t>
            </a:r>
          </a:p>
        </p:txBody>
      </p:sp>
      <p:sp>
        <p:nvSpPr>
          <p:cNvPr id="3" name="">
            <a:extLst xmlns:a="http://schemas.openxmlformats.org/drawingml/2006/main">
              <a:ext uri="{FF2B5EF4-FFF2-40B4-BE49-F238E27FC236}">
                <a16:creationId xmlns:a16="http://schemas.microsoft.com/office/drawing/2014/main" id="{428A9DF2-1119-4CDC-9181-FA6AA8D373CB}"/>
              </a:ext>
            </a:extLst>
          </p:cNvPr>
          <p:cNvSpPr>
            <a:spLocks xmlns:a="http://schemas.openxmlformats.org/drawingml/2006/main" noGrp="1"/>
          </p:cNvSpPr>
          <p:nvPr/>
        </p:nvSpPr>
        <p:spPr>
          <a:xfrm xmlns:a="http://schemas.openxmlformats.org/drawingml/2006/main">
            <a:off x="762000" y="36195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과제 1 · 기존 실습 코드 개선</a:t>
            </a:r>
          </a:p>
        </p:txBody>
      </p:sp>
      <p:sp>
        <p:nvSpPr>
          <p:cNvPr id="4" name="">
            <a:extLst xmlns:a="http://schemas.openxmlformats.org/drawingml/2006/main">
              <a:ext uri="{FF2B5EF4-FFF2-40B4-BE49-F238E27FC236}">
                <a16:creationId xmlns:a16="http://schemas.microsoft.com/office/drawing/2014/main" id="{15425D4C-2869-4489-9440-953683A25B63}"/>
              </a:ext>
            </a:extLst>
          </p:cNvPr>
          <p:cNvSpPr>
            <a:spLocks xmlns:a="http://schemas.openxmlformats.org/drawingml/2006/main" noGrp="1"/>
          </p:cNvSpPr>
          <p:nvPr/>
        </p:nvSpPr>
        <p:spPr>
          <a:xfrm xmlns:a="http://schemas.openxmlformats.org/drawingml/2006/main">
            <a:off x="762000" y="57340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SKALA 광주 3반 G096 정다운</a:t>
            </a:r>
          </a:p>
        </p:txBody>
      </p:sp>
    </p:spTree>
    <p:extLst>
      <p:ext uri="{BB962C8B-B14F-4D97-AF65-F5344CB8AC3E}">
        <p14:creationId xmlns:p14="http://schemas.microsoft.com/office/powerpoint/2010/main" val="18611739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21837E4-5A89-435B-83E3-9856BDFED65E}"/>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선택 과제와 개선 Task</a:t>
            </a:r>
          </a:p>
        </p:txBody>
      </p:sp>
      <p:sp>
        <p:nvSpPr>
          <p:cNvPr id="2" name="">
            <a:extLst xmlns:a="http://schemas.openxmlformats.org/drawingml/2006/main">
              <a:ext uri="{FF2B5EF4-FFF2-40B4-BE49-F238E27FC236}">
                <a16:creationId xmlns:a16="http://schemas.microsoft.com/office/drawing/2014/main" id="{1C3A621E-2156-4FAE-BA9E-19A9A147FD17}"/>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02  G096 정다운</a:t>
            </a:r>
          </a:p>
        </p:txBody>
      </p:sp>
      <p:sp>
        <p:nvSpPr>
          <p:cNvPr id="3" name="">
            <a:extLst xmlns:a="http://schemas.openxmlformats.org/drawingml/2006/main">
              <a:ext uri="{FF2B5EF4-FFF2-40B4-BE49-F238E27FC236}">
                <a16:creationId xmlns:a16="http://schemas.microsoft.com/office/drawing/2014/main" id="{B2557F0D-73F1-4011-A98F-2E9E4564BE79}"/>
              </a:ext>
            </a:extLst>
          </p:cNvPr>
          <p:cNvSpPr>
            <a:spLocks xmlns:a="http://schemas.openxmlformats.org/drawingml/2006/main" noGrp="1"/>
          </p:cNvSpPr>
          <p:nvPr/>
        </p:nvSpPr>
        <p:spPr>
          <a:xfrm xmlns:a="http://schemas.openxmlformats.org/drawingml/2006/main">
            <a:off x="7429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B5661D2A-E048-4F6C-B01D-54CF1414CB09}"/>
              </a:ext>
            </a:extLst>
          </p:cNvPr>
          <p:cNvSpPr>
            <a:spLocks xmlns:a="http://schemas.openxmlformats.org/drawingml/2006/main" noGrp="1"/>
          </p:cNvSpPr>
          <p:nvPr/>
        </p:nvSpPr>
        <p:spPr>
          <a:xfrm xmlns:a="http://schemas.openxmlformats.org/drawingml/2006/main">
            <a:off x="14097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조사 대상 확인</a:t>
            </a:r>
          </a:p>
        </p:txBody>
      </p:sp>
      <p:sp>
        <p:nvSpPr>
          <p:cNvPr id="5" name="">
            <a:extLst xmlns:a="http://schemas.openxmlformats.org/drawingml/2006/main">
              <a:ext uri="{FF2B5EF4-FFF2-40B4-BE49-F238E27FC236}">
                <a16:creationId xmlns:a16="http://schemas.microsoft.com/office/drawing/2014/main" id="{4C872DF6-5E5C-4E4F-8B87-085272253665}"/>
              </a:ext>
            </a:extLst>
          </p:cNvPr>
          <p:cNvSpPr>
            <a:spLocks xmlns:a="http://schemas.openxmlformats.org/drawingml/2006/main" noGrp="1"/>
          </p:cNvSpPr>
          <p:nvPr/>
        </p:nvSpPr>
        <p:spPr>
          <a:xfrm xmlns:a="http://schemas.openxmlformats.org/drawingml/2006/main">
            <a:off x="14097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기본값 제거 · 질문 후 재개</a:t>
            </a:r>
          </a:p>
        </p:txBody>
      </p:sp>
      <p:sp>
        <p:nvSpPr>
          <p:cNvPr id="6" name="">
            <a:extLst xmlns:a="http://schemas.openxmlformats.org/drawingml/2006/main">
              <a:ext uri="{FF2B5EF4-FFF2-40B4-BE49-F238E27FC236}">
                <a16:creationId xmlns:a16="http://schemas.microsoft.com/office/drawing/2014/main" id="{A28ED699-2819-44F4-822D-358392600F99}"/>
              </a:ext>
            </a:extLst>
          </p:cNvPr>
          <p:cNvSpPr>
            <a:spLocks xmlns:a="http://schemas.openxmlformats.org/drawingml/2006/main" noGrp="1"/>
          </p:cNvSpPr>
          <p:nvPr/>
        </p:nvSpPr>
        <p:spPr>
          <a:xfrm xmlns:a="http://schemas.openxmlformats.org/drawingml/2006/main">
            <a:off x="7429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A1132793-8C5B-4E76-A96E-014190BC0904}"/>
              </a:ext>
            </a:extLst>
          </p:cNvPr>
          <p:cNvSpPr>
            <a:spLocks xmlns:a="http://schemas.openxmlformats.org/drawingml/2006/main" noGrp="1"/>
          </p:cNvSpPr>
          <p:nvPr/>
        </p:nvSpPr>
        <p:spPr>
          <a:xfrm xmlns:a="http://schemas.openxmlformats.org/drawingml/2006/main">
            <a:off x="14097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다중 Runbook 검색</a:t>
            </a:r>
          </a:p>
        </p:txBody>
      </p:sp>
      <p:sp>
        <p:nvSpPr>
          <p:cNvPr id="8" name="">
            <a:extLst xmlns:a="http://schemas.openxmlformats.org/drawingml/2006/main">
              <a:ext uri="{FF2B5EF4-FFF2-40B4-BE49-F238E27FC236}">
                <a16:creationId xmlns:a16="http://schemas.microsoft.com/office/drawing/2014/main" id="{87719E8F-2FF0-4598-90A7-BE95900D9701}"/>
              </a:ext>
            </a:extLst>
          </p:cNvPr>
          <p:cNvSpPr>
            <a:spLocks xmlns:a="http://schemas.openxmlformats.org/drawingml/2006/main" noGrp="1"/>
          </p:cNvSpPr>
          <p:nvPr/>
        </p:nvSpPr>
        <p:spPr>
          <a:xfrm xmlns:a="http://schemas.openxmlformats.org/drawingml/2006/main">
            <a:off x="14097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질문·Monitoring alerts[]로 문서 선택</a:t>
            </a:r>
          </a:p>
        </p:txBody>
      </p:sp>
      <p:sp>
        <p:nvSpPr>
          <p:cNvPr id="9" name="">
            <a:extLst xmlns:a="http://schemas.openxmlformats.org/drawingml/2006/main">
              <a:ext uri="{FF2B5EF4-FFF2-40B4-BE49-F238E27FC236}">
                <a16:creationId xmlns:a16="http://schemas.microsoft.com/office/drawing/2014/main" id="{B84E4EB1-AFDF-48AA-8F22-793217E3BDBC}"/>
              </a:ext>
            </a:extLst>
          </p:cNvPr>
          <p:cNvSpPr>
            <a:spLocks xmlns:a="http://schemas.openxmlformats.org/drawingml/2006/main" noGrp="1"/>
          </p:cNvSpPr>
          <p:nvPr/>
        </p:nvSpPr>
        <p:spPr>
          <a:xfrm xmlns:a="http://schemas.openxmlformats.org/drawingml/2006/main">
            <a:off x="742950" y="440055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6B3A42D7-668D-4BD4-989D-A27584285178}"/>
              </a:ext>
            </a:extLst>
          </p:cNvPr>
          <p:cNvSpPr>
            <a:spLocks xmlns:a="http://schemas.openxmlformats.org/drawingml/2006/main" noGrp="1"/>
          </p:cNvSpPr>
          <p:nvPr/>
        </p:nvSpPr>
        <p:spPr>
          <a:xfrm xmlns:a="http://schemas.openxmlformats.org/drawingml/2006/main">
            <a:off x="1409700" y="441960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근거 검증</a:t>
            </a:r>
          </a:p>
        </p:txBody>
      </p:sp>
      <p:sp>
        <p:nvSpPr>
          <p:cNvPr id="11" name="">
            <a:extLst xmlns:a="http://schemas.openxmlformats.org/drawingml/2006/main">
              <a:ext uri="{FF2B5EF4-FFF2-40B4-BE49-F238E27FC236}">
                <a16:creationId xmlns:a16="http://schemas.microsoft.com/office/drawing/2014/main" id="{E7D178DB-F943-4EFE-85A2-B90F79FFBAE2}"/>
              </a:ext>
            </a:extLst>
          </p:cNvPr>
          <p:cNvSpPr>
            <a:spLocks xmlns:a="http://schemas.openxmlformats.org/drawingml/2006/main" noGrp="1"/>
          </p:cNvSpPr>
          <p:nvPr/>
        </p:nvSpPr>
        <p:spPr>
          <a:xfrm xmlns:a="http://schemas.openxmlformats.org/drawingml/2006/main">
            <a:off x="1409700" y="488632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수치·출처 확인 · Judge 재검토</a:t>
            </a:r>
          </a:p>
        </p:txBody>
      </p:sp>
      <p:sp>
        <p:nvSpPr>
          <p:cNvPr id="12" name="">
            <a:extLst xmlns:a="http://schemas.openxmlformats.org/drawingml/2006/main">
              <a:ext uri="{FF2B5EF4-FFF2-40B4-BE49-F238E27FC236}">
                <a16:creationId xmlns:a16="http://schemas.microsoft.com/office/drawing/2014/main" id="{EEBA08D0-88DA-4421-815A-5083EE44D03B}"/>
              </a:ext>
            </a:extLst>
          </p:cNvPr>
          <p:cNvSpPr>
            <a:spLocks xmlns:a="http://schemas.openxmlformats.org/drawingml/2006/main" noGrp="1"/>
          </p:cNvSpPr>
          <p:nvPr/>
        </p:nvSpPr>
        <p:spPr>
          <a:xfrm xmlns:a="http://schemas.openxmlformats.org/drawingml/2006/main">
            <a:off x="65341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9E3ADA2E-ACB9-4BBC-BC4C-8CFA0749FED6}"/>
              </a:ext>
            </a:extLst>
          </p:cNvPr>
          <p:cNvSpPr>
            <a:spLocks xmlns:a="http://schemas.openxmlformats.org/drawingml/2006/main" noGrp="1"/>
          </p:cNvSpPr>
          <p:nvPr/>
        </p:nvSpPr>
        <p:spPr>
          <a:xfrm xmlns:a="http://schemas.openxmlformats.org/drawingml/2006/main">
            <a:off x="72009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부분 실패 대응</a:t>
            </a:r>
          </a:p>
        </p:txBody>
      </p:sp>
      <p:sp>
        <p:nvSpPr>
          <p:cNvPr id="14" name="">
            <a:extLst xmlns:a="http://schemas.openxmlformats.org/drawingml/2006/main">
              <a:ext uri="{FF2B5EF4-FFF2-40B4-BE49-F238E27FC236}">
                <a16:creationId xmlns:a16="http://schemas.microsoft.com/office/drawing/2014/main" id="{9DAA6E08-7E6F-4ECC-AF70-A74BD33005F1}"/>
              </a:ext>
            </a:extLst>
          </p:cNvPr>
          <p:cNvSpPr>
            <a:spLocks xmlns:a="http://schemas.openxmlformats.org/drawingml/2006/main" noGrp="1"/>
          </p:cNvSpPr>
          <p:nvPr/>
        </p:nvSpPr>
        <p:spPr>
          <a:xfrm xmlns:a="http://schemas.openxmlformats.org/drawingml/2006/main">
            <a:off x="72009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성공 근거 유지 · 실패 고지</a:t>
            </a:r>
          </a:p>
        </p:txBody>
      </p:sp>
      <p:sp>
        <p:nvSpPr>
          <p:cNvPr id="15" name="">
            <a:extLst xmlns:a="http://schemas.openxmlformats.org/drawingml/2006/main">
              <a:ext uri="{FF2B5EF4-FFF2-40B4-BE49-F238E27FC236}">
                <a16:creationId xmlns:a16="http://schemas.microsoft.com/office/drawing/2014/main" id="{747179D9-7CD1-4601-955C-CE07C2005ECB}"/>
              </a:ext>
            </a:extLst>
          </p:cNvPr>
          <p:cNvSpPr>
            <a:spLocks xmlns:a="http://schemas.openxmlformats.org/drawingml/2006/main" noGrp="1"/>
          </p:cNvSpPr>
          <p:nvPr/>
        </p:nvSpPr>
        <p:spPr>
          <a:xfrm xmlns:a="http://schemas.openxmlformats.org/drawingml/2006/main">
            <a:off x="65341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4CAA894A-062B-47CD-A16B-BE5F27807B5D}"/>
              </a:ext>
            </a:extLst>
          </p:cNvPr>
          <p:cNvSpPr>
            <a:spLocks xmlns:a="http://schemas.openxmlformats.org/drawingml/2006/main" noGrp="1"/>
          </p:cNvSpPr>
          <p:nvPr/>
        </p:nvSpPr>
        <p:spPr>
          <a:xfrm xmlns:a="http://schemas.openxmlformats.org/drawingml/2006/main">
            <a:off x="72009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모듈화와 평가</a:t>
            </a:r>
          </a:p>
        </p:txBody>
      </p:sp>
      <p:sp>
        <p:nvSpPr>
          <p:cNvPr id="17" name="">
            <a:extLst xmlns:a="http://schemas.openxmlformats.org/drawingml/2006/main">
              <a:ext uri="{FF2B5EF4-FFF2-40B4-BE49-F238E27FC236}">
                <a16:creationId xmlns:a16="http://schemas.microsoft.com/office/drawing/2014/main" id="{7EFE47D2-582F-4A5C-A423-57AC071E0511}"/>
              </a:ext>
            </a:extLst>
          </p:cNvPr>
          <p:cNvSpPr>
            <a:spLocks xmlns:a="http://schemas.openxmlformats.org/drawingml/2006/main" noGrp="1"/>
          </p:cNvSpPr>
          <p:nvPr/>
        </p:nvSpPr>
        <p:spPr>
          <a:xfrm xmlns:a="http://schemas.openxmlformats.org/drawingml/2006/main">
            <a:off x="72009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역할 분리 · 단위 테스트 12개</a:t>
            </a:r>
          </a:p>
        </p:txBody>
      </p:sp>
      <p:sp>
        <p:nvSpPr>
          <p:cNvPr id="18" name="">
            <a:extLst xmlns:a="http://schemas.openxmlformats.org/drawingml/2006/main">
              <a:ext uri="{FF2B5EF4-FFF2-40B4-BE49-F238E27FC236}">
                <a16:creationId xmlns:a16="http://schemas.microsoft.com/office/drawing/2014/main" id="{BF29E7D4-0DC8-4EEF-8A5A-8CE40F79CB04}"/>
              </a:ext>
            </a:extLst>
          </p:cNvPr>
          <p:cNvSpPr>
            <a:spLocks xmlns:a="http://schemas.openxmlformats.org/drawingml/2006/main" noGrp="1"/>
          </p:cNvSpPr>
          <p:nvPr/>
        </p:nvSpPr>
        <p:spPr>
          <a:xfrm xmlns:a="http://schemas.openxmlformats.org/drawingml/2006/main">
            <a:off x="733425" y="60388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 · agent/runbook_retrieval.py · agent/report_nodes.py</a:t>
            </a:r>
          </a:p>
        </p:txBody>
      </p:sp>
    </p:spTree>
    <p:extLst>
      <p:ext uri="{BB962C8B-B14F-4D97-AF65-F5344CB8AC3E}">
        <p14:creationId xmlns:p14="http://schemas.microsoft.com/office/powerpoint/2010/main" val="11478760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FFC89F8-C07C-4E88-BC87-682A2AD71E8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기존 구조와 개선 구조 비교</a:t>
            </a:r>
          </a:p>
        </p:txBody>
      </p:sp>
      <p:sp>
        <p:nvSpPr>
          <p:cNvPr id="2" name="">
            <a:extLst xmlns:a="http://schemas.openxmlformats.org/drawingml/2006/main">
              <a:ext uri="{FF2B5EF4-FFF2-40B4-BE49-F238E27FC236}">
                <a16:creationId xmlns:a16="http://schemas.microsoft.com/office/drawing/2014/main" id="{750F1BAC-10CF-440E-AB9A-1546D805DB8B}"/>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03  G096 정다운</a:t>
            </a:r>
          </a:p>
        </p:txBody>
      </p:sp>
      <p:sp>
        <p:nvSpPr>
          <p:cNvPr id="3" name="">
            <a:extLst xmlns:a="http://schemas.openxmlformats.org/drawingml/2006/main">
              <a:ext uri="{FF2B5EF4-FFF2-40B4-BE49-F238E27FC236}">
                <a16:creationId xmlns:a16="http://schemas.microsoft.com/office/drawing/2014/main" id="{9C7B71EB-254F-48A9-A021-D4DA1F835B4E}"/>
              </a:ext>
            </a:extLst>
          </p:cNvPr>
          <p:cNvSpPr>
            <a:spLocks xmlns:a="http://schemas.openxmlformats.org/drawingml/2006/main" noGrp="1"/>
          </p:cNvSpPr>
          <p:nvPr/>
        </p:nvSpPr>
        <p:spPr>
          <a:xfrm xmlns:a="http://schemas.openxmlformats.org/drawingml/2006/main">
            <a:off x="6953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기존 실습 코드</a:t>
            </a:r>
          </a:p>
        </p:txBody>
      </p:sp>
      <p:sp>
        <p:nvSpPr>
          <p:cNvPr id="4" name="">
            <a:extLst xmlns:a="http://schemas.openxmlformats.org/drawingml/2006/main">
              <a:ext uri="{FF2B5EF4-FFF2-40B4-BE49-F238E27FC236}">
                <a16:creationId xmlns:a16="http://schemas.microsoft.com/office/drawing/2014/main" id="{F0B92253-5E28-4EA1-A5E9-D4712A04B3A4}"/>
              </a:ext>
            </a:extLst>
          </p:cNvPr>
          <p:cNvSpPr>
            <a:spLocks xmlns:a="http://schemas.openxmlformats.org/drawingml/2006/main" noGrp="1"/>
          </p:cNvSpPr>
          <p:nvPr/>
        </p:nvSpPr>
        <p:spPr>
          <a:xfrm xmlns:a="http://schemas.openxmlformats.org/drawingml/2006/main">
            <a:off x="66008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4232D"/>
                </a:solidFill>
                <a:latin typeface="Apple SD Gothic Neo"/>
                <a:ea typeface="Apple SD Gothic Neo"/>
                <a:cs typeface="Apple SD Gothic Neo"/>
              </a:defRPr>
            </a:defPPr>
            <a:lvl1pPr algn="l">
              <a:defRPr sz="2025" b="1">
                <a:solidFill>
                  <a:srgbClr val="B4232D"/>
                </a:solidFill>
                <a:latin typeface="Apple SD Gothic Neo"/>
                <a:ea typeface="Apple SD Gothic Neo"/>
                <a:cs typeface="Apple SD Gothic Neo"/>
              </a:defRPr>
            </a:lvl1pPr>
            <a:lvl2pPr algn="l">
              <a:defRPr sz="2025" b="1">
                <a:solidFill>
                  <a:srgbClr val="B4232D"/>
                </a:solidFill>
                <a:latin typeface="Apple SD Gothic Neo"/>
                <a:ea typeface="Apple SD Gothic Neo"/>
                <a:cs typeface="Apple SD Gothic Neo"/>
              </a:defRPr>
            </a:lvl2pPr>
            <a:lvl3pPr algn="l">
              <a:defRPr sz="2025" b="1">
                <a:solidFill>
                  <a:srgbClr val="B4232D"/>
                </a:solidFill>
                <a:latin typeface="Apple SD Gothic Neo"/>
                <a:ea typeface="Apple SD Gothic Neo"/>
                <a:cs typeface="Apple SD Gothic Neo"/>
              </a:defRPr>
            </a:lvl3pPr>
            <a:lvl4pPr algn="l">
              <a:defRPr sz="2025" b="1">
                <a:solidFill>
                  <a:srgbClr val="B4232D"/>
                </a:solidFill>
                <a:latin typeface="Apple SD Gothic Neo"/>
                <a:ea typeface="Apple SD Gothic Neo"/>
                <a:cs typeface="Apple SD Gothic Neo"/>
              </a:defRPr>
            </a:lvl4pPr>
            <a:lvl5pPr algn="l">
              <a:defRPr sz="2025" b="1">
                <a:solidFill>
                  <a:srgbClr val="B4232D"/>
                </a:solidFill>
                <a:latin typeface="Apple SD Gothic Neo"/>
                <a:ea typeface="Apple SD Gothic Neo"/>
                <a:cs typeface="Apple SD Gothic Neo"/>
              </a:defRPr>
            </a:lvl5pPr>
            <a:lvl6pPr algn="l">
              <a:defRPr sz="2025" b="1">
                <a:solidFill>
                  <a:srgbClr val="B4232D"/>
                </a:solidFill>
                <a:latin typeface="Apple SD Gothic Neo"/>
                <a:ea typeface="Apple SD Gothic Neo"/>
                <a:cs typeface="Apple SD Gothic Neo"/>
              </a:defRPr>
            </a:lvl6pPr>
            <a:lvl7pPr algn="l">
              <a:defRPr sz="2025" b="1">
                <a:solidFill>
                  <a:srgbClr val="B4232D"/>
                </a:solidFill>
                <a:latin typeface="Apple SD Gothic Neo"/>
                <a:ea typeface="Apple SD Gothic Neo"/>
                <a:cs typeface="Apple SD Gothic Neo"/>
              </a:defRPr>
            </a:lvl7pPr>
            <a:lvl8pPr algn="l">
              <a:defRPr sz="2025" b="1">
                <a:solidFill>
                  <a:srgbClr val="B4232D"/>
                </a:solidFill>
                <a:latin typeface="Apple SD Gothic Neo"/>
                <a:ea typeface="Apple SD Gothic Neo"/>
                <a:cs typeface="Apple SD Gothic Neo"/>
              </a:defRPr>
            </a:lvl8pPr>
            <a:lvl9pPr algn="l">
              <a:defRPr sz="2025" b="1">
                <a:solidFill>
                  <a:srgbClr val="B4232D"/>
                </a:solidFill>
                <a:latin typeface="Apple SD Gothic Neo"/>
                <a:ea typeface="Apple SD Gothic Neo"/>
                <a:cs typeface="Apple SD Gothic Neo"/>
              </a:defRPr>
            </a:lvl9pPr>
          </a:lstStyle>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개선한 코드</a:t>
            </a:r>
          </a:p>
        </p:txBody>
      </p:sp>
      <p:sp>
        <p:nvSpPr>
          <p:cNvPr id="5" name="">
            <a:extLst xmlns:a="http://schemas.openxmlformats.org/drawingml/2006/main">
              <a:ext uri="{FF2B5EF4-FFF2-40B4-BE49-F238E27FC236}">
                <a16:creationId xmlns:a16="http://schemas.microsoft.com/office/drawing/2014/main" id="{63840225-3797-4355-9FF0-E51D22E7DCE7}"/>
              </a:ext>
            </a:extLst>
          </p:cNvPr>
          <p:cNvSpPr>
            <a:spLocks xmlns:a="http://schemas.openxmlformats.org/drawingml/2006/main" noGrp="1"/>
          </p:cNvSpPr>
          <p:nvPr/>
        </p:nvSpPr>
        <p:spPr>
          <a:xfrm xmlns:a="http://schemas.openxmlformats.org/drawingml/2006/main">
            <a:off x="6953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6" name="">
            <a:extLst xmlns:a="http://schemas.openxmlformats.org/drawingml/2006/main">
              <a:ext uri="{FF2B5EF4-FFF2-40B4-BE49-F238E27FC236}">
                <a16:creationId xmlns:a16="http://schemas.microsoft.com/office/drawing/2014/main" id="{B61D8BC4-A814-4A77-86C5-B665A99C162D}"/>
              </a:ext>
            </a:extLst>
          </p:cNvPr>
          <p:cNvSpPr>
            <a:spLocks xmlns:a="http://schemas.openxmlformats.org/drawingml/2006/main" noGrp="1"/>
          </p:cNvSpPr>
          <p:nvPr/>
        </p:nvSpPr>
        <p:spPr>
          <a:xfrm xmlns:a="http://schemas.openxmlformats.org/drawingml/2006/main">
            <a:off x="30861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E447B95C-B6C9-4DF5-A35A-3A1266AC01AD}"/>
              </a:ext>
            </a:extLst>
          </p:cNvPr>
          <p:cNvSpPr>
            <a:spLocks xmlns:a="http://schemas.openxmlformats.org/drawingml/2006/main" noGrp="1"/>
          </p:cNvSpPr>
          <p:nvPr/>
        </p:nvSpPr>
        <p:spPr>
          <a:xfrm xmlns:a="http://schemas.openxmlformats.org/drawingml/2006/main">
            <a:off x="6953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대상 없으면 Prompt에 auth-service</a:t>
            </a:r>
          </a:p>
        </p:txBody>
      </p:sp>
      <p:sp>
        <p:nvSpPr>
          <p:cNvPr id="8" name="">
            <a:extLst xmlns:a="http://schemas.openxmlformats.org/drawingml/2006/main">
              <a:ext uri="{FF2B5EF4-FFF2-40B4-BE49-F238E27FC236}">
                <a16:creationId xmlns:a16="http://schemas.microsoft.com/office/drawing/2014/main" id="{221A01C0-4FF1-413E-AF44-D6E772040986}"/>
              </a:ext>
            </a:extLst>
          </p:cNvPr>
          <p:cNvSpPr>
            <a:spLocks xmlns:a="http://schemas.openxmlformats.org/drawingml/2006/main" noGrp="1"/>
          </p:cNvSpPr>
          <p:nvPr/>
        </p:nvSpPr>
        <p:spPr>
          <a:xfrm xmlns:a="http://schemas.openxmlformats.org/drawingml/2006/main">
            <a:off x="30861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00544C7D-EF07-4092-87DD-9A60FC0DA110}"/>
              </a:ext>
            </a:extLst>
          </p:cNvPr>
          <p:cNvSpPr>
            <a:spLocks xmlns:a="http://schemas.openxmlformats.org/drawingml/2006/main" noGrp="1"/>
          </p:cNvSpPr>
          <p:nvPr/>
        </p:nvSpPr>
        <p:spPr>
          <a:xfrm xmlns:a="http://schemas.openxmlformats.org/drawingml/2006/main">
            <a:off x="6953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10" name="">
            <a:extLst xmlns:a="http://schemas.openxmlformats.org/drawingml/2006/main">
              <a:ext uri="{FF2B5EF4-FFF2-40B4-BE49-F238E27FC236}">
                <a16:creationId xmlns:a16="http://schemas.microsoft.com/office/drawing/2014/main" id="{C83C388D-9B4B-45E8-91DD-4D679E4A7720}"/>
              </a:ext>
            </a:extLst>
          </p:cNvPr>
          <p:cNvSpPr>
            <a:spLocks xmlns:a="http://schemas.openxmlformats.org/drawingml/2006/main" noGrp="1"/>
          </p:cNvSpPr>
          <p:nvPr/>
        </p:nvSpPr>
        <p:spPr>
          <a:xfrm xmlns:a="http://schemas.openxmlformats.org/drawingml/2006/main">
            <a:off x="30861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04C9423C-045C-48D7-AEF3-7E16F83683C5}"/>
              </a:ext>
            </a:extLst>
          </p:cNvPr>
          <p:cNvSpPr>
            <a:spLocks xmlns:a="http://schemas.openxmlformats.org/drawingml/2006/main" noGrp="1"/>
          </p:cNvSpPr>
          <p:nvPr/>
        </p:nvSpPr>
        <p:spPr>
          <a:xfrm xmlns:a="http://schemas.openxmlformats.org/drawingml/2006/main">
            <a:off x="6953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replan_check: 키워드로 Runbook 1개 선택</a:t>
            </a:r>
          </a:p>
        </p:txBody>
      </p:sp>
      <p:sp>
        <p:nvSpPr>
          <p:cNvPr id="12" name="">
            <a:extLst xmlns:a="http://schemas.openxmlformats.org/drawingml/2006/main">
              <a:ext uri="{FF2B5EF4-FFF2-40B4-BE49-F238E27FC236}">
                <a16:creationId xmlns:a16="http://schemas.microsoft.com/office/drawing/2014/main" id="{0F034B43-742D-4F6B-AA36-5A5EA69DD425}"/>
              </a:ext>
            </a:extLst>
          </p:cNvPr>
          <p:cNvSpPr>
            <a:spLocks xmlns:a="http://schemas.openxmlformats.org/drawingml/2006/main" noGrp="1"/>
          </p:cNvSpPr>
          <p:nvPr/>
        </p:nvSpPr>
        <p:spPr>
          <a:xfrm xmlns:a="http://schemas.openxmlformats.org/drawingml/2006/main">
            <a:off x="30861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3" name="">
            <a:extLst xmlns:a="http://schemas.openxmlformats.org/drawingml/2006/main">
              <a:ext uri="{FF2B5EF4-FFF2-40B4-BE49-F238E27FC236}">
                <a16:creationId xmlns:a16="http://schemas.microsoft.com/office/drawing/2014/main" id="{8FB06605-F2BC-443C-B22B-22F2922D581E}"/>
              </a:ext>
            </a:extLst>
          </p:cNvPr>
          <p:cNvSpPr>
            <a:spLocks xmlns:a="http://schemas.openxmlformats.org/drawingml/2006/main" noGrp="1"/>
          </p:cNvSpPr>
          <p:nvPr/>
        </p:nvSpPr>
        <p:spPr>
          <a:xfrm xmlns:a="http://schemas.openxmlformats.org/drawingml/2006/main">
            <a:off x="6953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14" name="">
            <a:extLst xmlns:a="http://schemas.openxmlformats.org/drawingml/2006/main">
              <a:ext uri="{FF2B5EF4-FFF2-40B4-BE49-F238E27FC236}">
                <a16:creationId xmlns:a16="http://schemas.microsoft.com/office/drawing/2014/main" id="{F990E8B2-A4E8-4DCC-8169-4E1D3F722A3A}"/>
              </a:ext>
            </a:extLst>
          </p:cNvPr>
          <p:cNvSpPr>
            <a:spLocks xmlns:a="http://schemas.openxmlformats.org/drawingml/2006/main" noGrp="1"/>
          </p:cNvSpPr>
          <p:nvPr/>
        </p:nvSpPr>
        <p:spPr>
          <a:xfrm xmlns:a="http://schemas.openxmlformats.org/drawingml/2006/main">
            <a:off x="30861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09D200E9-A0EC-4A50-8039-DEC31E1F7610}"/>
              </a:ext>
            </a:extLst>
          </p:cNvPr>
          <p:cNvSpPr>
            <a:spLocks xmlns:a="http://schemas.openxmlformats.org/drawingml/2006/main" noGrp="1"/>
          </p:cNvSpPr>
          <p:nvPr/>
        </p:nvSpPr>
        <p:spPr>
          <a:xfrm xmlns:a="http://schemas.openxmlformats.org/drawingml/2006/main">
            <a:off x="6953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write: 수집한 결과로 초안 작성</a:t>
            </a:r>
          </a:p>
        </p:txBody>
      </p:sp>
      <p:sp>
        <p:nvSpPr>
          <p:cNvPr id="16" name="">
            <a:extLst xmlns:a="http://schemas.openxmlformats.org/drawingml/2006/main">
              <a:ext uri="{FF2B5EF4-FFF2-40B4-BE49-F238E27FC236}">
                <a16:creationId xmlns:a16="http://schemas.microsoft.com/office/drawing/2014/main" id="{C475FDAD-234E-4598-B82E-B302E2FBAE7B}"/>
              </a:ext>
            </a:extLst>
          </p:cNvPr>
          <p:cNvSpPr>
            <a:spLocks xmlns:a="http://schemas.openxmlformats.org/drawingml/2006/main" noGrp="1"/>
          </p:cNvSpPr>
          <p:nvPr/>
        </p:nvSpPr>
        <p:spPr>
          <a:xfrm xmlns:a="http://schemas.openxmlformats.org/drawingml/2006/main">
            <a:off x="30861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7" name="">
            <a:extLst xmlns:a="http://schemas.openxmlformats.org/drawingml/2006/main">
              <a:ext uri="{FF2B5EF4-FFF2-40B4-BE49-F238E27FC236}">
                <a16:creationId xmlns:a16="http://schemas.microsoft.com/office/drawing/2014/main" id="{A83E4955-B6EF-46A5-AA29-E7EE74455641}"/>
              </a:ext>
            </a:extLst>
          </p:cNvPr>
          <p:cNvSpPr>
            <a:spLocks xmlns:a="http://schemas.openxmlformats.org/drawingml/2006/main" noGrp="1"/>
          </p:cNvSpPr>
          <p:nvPr/>
        </p:nvSpPr>
        <p:spPr>
          <a:xfrm xmlns:a="http://schemas.openxmlformats.org/drawingml/2006/main">
            <a:off x="6953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validate: 길이·번호 검사, 3회 뒤 강제 통과</a:t>
            </a:r>
          </a:p>
        </p:txBody>
      </p:sp>
      <p:sp>
        <p:nvSpPr>
          <p:cNvPr id="18" name="">
            <a:extLst xmlns:a="http://schemas.openxmlformats.org/drawingml/2006/main">
              <a:ext uri="{FF2B5EF4-FFF2-40B4-BE49-F238E27FC236}">
                <a16:creationId xmlns:a16="http://schemas.microsoft.com/office/drawing/2014/main" id="{49BE080A-C6C5-47E4-BA94-FD23A61AA2B8}"/>
              </a:ext>
            </a:extLst>
          </p:cNvPr>
          <p:cNvSpPr>
            <a:spLocks xmlns:a="http://schemas.openxmlformats.org/drawingml/2006/main" noGrp="1"/>
          </p:cNvSpPr>
          <p:nvPr/>
        </p:nvSpPr>
        <p:spPr>
          <a:xfrm xmlns:a="http://schemas.openxmlformats.org/drawingml/2006/main">
            <a:off x="66008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19" name="">
            <a:extLst xmlns:a="http://schemas.openxmlformats.org/drawingml/2006/main">
              <a:ext uri="{FF2B5EF4-FFF2-40B4-BE49-F238E27FC236}">
                <a16:creationId xmlns:a16="http://schemas.microsoft.com/office/drawing/2014/main" id="{68CFED78-D2DC-4C60-87AF-CED647DC7706}"/>
              </a:ext>
            </a:extLst>
          </p:cNvPr>
          <p:cNvSpPr>
            <a:spLocks xmlns:a="http://schemas.openxmlformats.org/drawingml/2006/main" noGrp="1"/>
          </p:cNvSpPr>
          <p:nvPr/>
        </p:nvSpPr>
        <p:spPr>
          <a:xfrm xmlns:a="http://schemas.openxmlformats.org/drawingml/2006/main">
            <a:off x="89916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0" name="">
            <a:extLst xmlns:a="http://schemas.openxmlformats.org/drawingml/2006/main">
              <a:ext uri="{FF2B5EF4-FFF2-40B4-BE49-F238E27FC236}">
                <a16:creationId xmlns:a16="http://schemas.microsoft.com/office/drawing/2014/main" id="{268C75B1-B200-4E95-AF8B-2F598A6E6BD3}"/>
              </a:ext>
            </a:extLst>
          </p:cNvPr>
          <p:cNvSpPr>
            <a:spLocks xmlns:a="http://schemas.openxmlformats.org/drawingml/2006/main" noGrp="1"/>
          </p:cNvSpPr>
          <p:nvPr/>
        </p:nvSpPr>
        <p:spPr>
          <a:xfrm xmlns:a="http://schemas.openxmlformats.org/drawingml/2006/main">
            <a:off x="66008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resolve_target: Registry 확인·재질문 후 재개</a:t>
            </a:r>
          </a:p>
        </p:txBody>
      </p:sp>
      <p:sp>
        <p:nvSpPr>
          <p:cNvPr id="21" name="">
            <a:extLst xmlns:a="http://schemas.openxmlformats.org/drawingml/2006/main">
              <a:ext uri="{FF2B5EF4-FFF2-40B4-BE49-F238E27FC236}">
                <a16:creationId xmlns:a16="http://schemas.microsoft.com/office/drawing/2014/main" id="{E11731D4-692A-4D50-843D-3C5C8E40EB8D}"/>
              </a:ext>
            </a:extLst>
          </p:cNvPr>
          <p:cNvSpPr>
            <a:spLocks xmlns:a="http://schemas.openxmlformats.org/drawingml/2006/main" noGrp="1"/>
          </p:cNvSpPr>
          <p:nvPr/>
        </p:nvSpPr>
        <p:spPr>
          <a:xfrm xmlns:a="http://schemas.openxmlformats.org/drawingml/2006/main">
            <a:off x="89916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2" name="">
            <a:extLst xmlns:a="http://schemas.openxmlformats.org/drawingml/2006/main">
              <a:ext uri="{FF2B5EF4-FFF2-40B4-BE49-F238E27FC236}">
                <a16:creationId xmlns:a16="http://schemas.microsoft.com/office/drawing/2014/main" id="{1739BF00-72B6-4A76-848A-9EBB5A386CDF}"/>
              </a:ext>
            </a:extLst>
          </p:cNvPr>
          <p:cNvSpPr>
            <a:spLocks xmlns:a="http://schemas.openxmlformats.org/drawingml/2006/main" noGrp="1"/>
          </p:cNvSpPr>
          <p:nvPr/>
        </p:nvSpPr>
        <p:spPr>
          <a:xfrm xmlns:a="http://schemas.openxmlformats.org/drawingml/2006/main">
            <a:off x="66008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확정된 시스템별 작업 작성</a:t>
            </a:r>
          </a:p>
        </p:txBody>
      </p:sp>
      <p:sp>
        <p:nvSpPr>
          <p:cNvPr id="23" name="">
            <a:extLst xmlns:a="http://schemas.openxmlformats.org/drawingml/2006/main">
              <a:ext uri="{FF2B5EF4-FFF2-40B4-BE49-F238E27FC236}">
                <a16:creationId xmlns:a16="http://schemas.microsoft.com/office/drawing/2014/main" id="{F951D52E-6B8C-471A-B668-9335B4FB7E46}"/>
              </a:ext>
            </a:extLst>
          </p:cNvPr>
          <p:cNvSpPr>
            <a:spLocks xmlns:a="http://schemas.openxmlformats.org/drawingml/2006/main" noGrp="1"/>
          </p:cNvSpPr>
          <p:nvPr/>
        </p:nvSpPr>
        <p:spPr>
          <a:xfrm xmlns:a="http://schemas.openxmlformats.org/drawingml/2006/main">
            <a:off x="89916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4" name="">
            <a:extLst xmlns:a="http://schemas.openxmlformats.org/drawingml/2006/main">
              <a:ext uri="{FF2B5EF4-FFF2-40B4-BE49-F238E27FC236}">
                <a16:creationId xmlns:a16="http://schemas.microsoft.com/office/drawing/2014/main" id="{E0F4311D-CE17-4D7D-86DB-9E4E13614793}"/>
              </a:ext>
            </a:extLst>
          </p:cNvPr>
          <p:cNvSpPr>
            <a:spLocks xmlns:a="http://schemas.openxmlformats.org/drawingml/2006/main" noGrp="1"/>
          </p:cNvSpPr>
          <p:nvPr/>
        </p:nvSpPr>
        <p:spPr>
          <a:xfrm xmlns:a="http://schemas.openxmlformats.org/drawingml/2006/main">
            <a:off x="66008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25" name="">
            <a:extLst xmlns:a="http://schemas.openxmlformats.org/drawingml/2006/main">
              <a:ext uri="{FF2B5EF4-FFF2-40B4-BE49-F238E27FC236}">
                <a16:creationId xmlns:a16="http://schemas.microsoft.com/office/drawing/2014/main" id="{6B1866ED-5038-44D2-B47A-AE5CF6AC0C93}"/>
              </a:ext>
            </a:extLst>
          </p:cNvPr>
          <p:cNvSpPr>
            <a:spLocks xmlns:a="http://schemas.openxmlformats.org/drawingml/2006/main" noGrp="1"/>
          </p:cNvSpPr>
          <p:nvPr/>
        </p:nvSpPr>
        <p:spPr>
          <a:xfrm xmlns:a="http://schemas.openxmlformats.org/drawingml/2006/main">
            <a:off x="89916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35E9A4E8-3851-4078-9147-ECEFCAE580F6}"/>
              </a:ext>
            </a:extLst>
          </p:cNvPr>
          <p:cNvSpPr>
            <a:spLocks xmlns:a="http://schemas.openxmlformats.org/drawingml/2006/main" noGrp="1"/>
          </p:cNvSpPr>
          <p:nvPr/>
        </p:nvSpPr>
        <p:spPr>
          <a:xfrm xmlns:a="http://schemas.openxmlformats.org/drawingml/2006/main">
            <a:off x="66008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replan_check: 질문·Monitoring alerts[]로 문서 검색</a:t>
            </a:r>
          </a:p>
        </p:txBody>
      </p:sp>
      <p:sp>
        <p:nvSpPr>
          <p:cNvPr id="27" name="">
            <a:extLst xmlns:a="http://schemas.openxmlformats.org/drawingml/2006/main">
              <a:ext uri="{FF2B5EF4-FFF2-40B4-BE49-F238E27FC236}">
                <a16:creationId xmlns:a16="http://schemas.microsoft.com/office/drawing/2014/main" id="{BF2F6372-B0F8-4E74-B29F-FD650D4C6B0B}"/>
              </a:ext>
            </a:extLst>
          </p:cNvPr>
          <p:cNvSpPr>
            <a:spLocks xmlns:a="http://schemas.openxmlformats.org/drawingml/2006/main" noGrp="1"/>
          </p:cNvSpPr>
          <p:nvPr/>
        </p:nvSpPr>
        <p:spPr>
          <a:xfrm xmlns:a="http://schemas.openxmlformats.org/drawingml/2006/main">
            <a:off x="89916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8" name="">
            <a:extLst xmlns:a="http://schemas.openxmlformats.org/drawingml/2006/main">
              <a:ext uri="{FF2B5EF4-FFF2-40B4-BE49-F238E27FC236}">
                <a16:creationId xmlns:a16="http://schemas.microsoft.com/office/drawing/2014/main" id="{325AFCD2-C6D3-4EBC-82B7-E2280CD6FF98}"/>
              </a:ext>
            </a:extLst>
          </p:cNvPr>
          <p:cNvSpPr>
            <a:spLocks xmlns:a="http://schemas.openxmlformats.org/drawingml/2006/main" noGrp="1"/>
          </p:cNvSpPr>
          <p:nvPr/>
        </p:nvSpPr>
        <p:spPr>
          <a:xfrm xmlns:a="http://schemas.openxmlformats.org/drawingml/2006/main">
            <a:off x="66008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29" name="">
            <a:extLst xmlns:a="http://schemas.openxmlformats.org/drawingml/2006/main">
              <a:ext uri="{FF2B5EF4-FFF2-40B4-BE49-F238E27FC236}">
                <a16:creationId xmlns:a16="http://schemas.microsoft.com/office/drawing/2014/main" id="{AD2AC0AB-20F9-4665-B37C-BC90719D96FB}"/>
              </a:ext>
            </a:extLst>
          </p:cNvPr>
          <p:cNvSpPr>
            <a:spLocks xmlns:a="http://schemas.openxmlformats.org/drawingml/2006/main" noGrp="1"/>
          </p:cNvSpPr>
          <p:nvPr/>
        </p:nvSpPr>
        <p:spPr>
          <a:xfrm xmlns:a="http://schemas.openxmlformats.org/drawingml/2006/main">
            <a:off x="89916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30" name="">
            <a:extLst xmlns:a="http://schemas.openxmlformats.org/drawingml/2006/main">
              <a:ext uri="{FF2B5EF4-FFF2-40B4-BE49-F238E27FC236}">
                <a16:creationId xmlns:a16="http://schemas.microsoft.com/office/drawing/2014/main" id="{EEC3B3E1-90C1-4090-962E-7272286FB858}"/>
              </a:ext>
            </a:extLst>
          </p:cNvPr>
          <p:cNvSpPr>
            <a:spLocks xmlns:a="http://schemas.openxmlformats.org/drawingml/2006/main" noGrp="1"/>
          </p:cNvSpPr>
          <p:nvPr/>
        </p:nvSpPr>
        <p:spPr>
          <a:xfrm xmlns:a="http://schemas.openxmlformats.org/drawingml/2006/main">
            <a:off x="66008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write·validate: 수치·출처·Judge 검증</a:t>
            </a:r>
          </a:p>
        </p:txBody>
      </p:sp>
      <p:sp>
        <p:nvSpPr>
          <p:cNvPr id="31" name="">
            <a:extLst xmlns:a="http://schemas.openxmlformats.org/drawingml/2006/main">
              <a:ext uri="{FF2B5EF4-FFF2-40B4-BE49-F238E27FC236}">
                <a16:creationId xmlns:a16="http://schemas.microsoft.com/office/drawing/2014/main" id="{9FD415F8-F7E2-471F-BDDF-12E127A71021}"/>
              </a:ext>
            </a:extLst>
          </p:cNvPr>
          <p:cNvSpPr>
            <a:spLocks xmlns:a="http://schemas.openxmlformats.org/drawingml/2006/main" noGrp="1"/>
          </p:cNvSpPr>
          <p:nvPr/>
        </p:nvSpPr>
        <p:spPr>
          <a:xfrm xmlns:a="http://schemas.openxmlformats.org/drawingml/2006/main">
            <a:off x="695325" y="5962650"/>
            <a:ext cx="1074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공통 gate·analysis 등은 비교를 위해 생략 · 전체 노드는 Graph 연결 페이지 참고</a:t>
            </a:r>
          </a:p>
        </p:txBody>
      </p:sp>
      <p:sp>
        <p:nvSpPr>
          <p:cNvPr id="32" name="">
            <a:extLst xmlns:a="http://schemas.openxmlformats.org/drawingml/2006/main">
              <a:ext uri="{FF2B5EF4-FFF2-40B4-BE49-F238E27FC236}">
                <a16:creationId xmlns:a16="http://schemas.microsoft.com/office/drawing/2014/main" id="{032EC35F-72A5-4806-A7D3-8A1971DE5E4D}"/>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전체 구조</a:t>
            </a:r>
          </a:p>
        </p:txBody>
      </p:sp>
    </p:spTree>
    <p:extLst>
      <p:ext uri="{BB962C8B-B14F-4D97-AF65-F5344CB8AC3E}">
        <p14:creationId xmlns:p14="http://schemas.microsoft.com/office/powerpoint/2010/main" val="3873728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7919E68-5687-43DA-8A82-232A78A4636A}"/>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대상 판별의 네 가지 결과</a:t>
            </a:r>
          </a:p>
        </p:txBody>
      </p:sp>
      <p:sp>
        <p:nvSpPr>
          <p:cNvPr id="2" name="">
            <a:extLst xmlns:a="http://schemas.openxmlformats.org/drawingml/2006/main">
              <a:ext uri="{FF2B5EF4-FFF2-40B4-BE49-F238E27FC236}">
                <a16:creationId xmlns:a16="http://schemas.microsoft.com/office/drawing/2014/main" id="{0377D31B-B31E-4829-9C32-E516A6946033}"/>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04  G096 정다운</a:t>
            </a:r>
          </a:p>
        </p:txBody>
      </p:sp>
      <p:pic>
        <p:nvPicPr>
          <p:cNvPr id="3" name="">
            <a:extLst xmlns:a="http://schemas.openxmlformats.org/drawingml/2006/main">
              <a:ext uri="{FF2B5EF4-FFF2-40B4-BE49-F238E27FC236}">
                <a16:creationId xmlns:a16="http://schemas.microsoft.com/office/drawing/2014/main" id="{0F0B63EF-74EC-40B0-A554-FC60D617E908}"/>
              </a:ext>
            </a:extLst>
          </p:cNvPr>
          <p:cNvPicPr>
            <a:picLocks xmlns:a="http://schemas.openxmlformats.org/drawingml/2006/main" noChangeAspect="1"/>
          </p:cNvPicPr>
          <p:nvPr/>
        </p:nvPicPr>
        <p:blipFill>
          <a:blip xmlns:r="http://schemas.openxmlformats.org/officeDocument/2006/relationships" xmlns:a="http://schemas.openxmlformats.org/drawingml/2006/main" r:embed="R6d2ddac8d9444870"/>
          <a:srcRect xmlns:a="http://schemas.openxmlformats.org/drawingml/2006/main" l="0" t="6000" r="0" b="0"/>
          <a:stretch xmlns:a="http://schemas.openxmlformats.org/drawingml/2006/main"/>
        </p:blipFill>
        <p:spPr>
          <a:xfrm xmlns:a="http://schemas.openxmlformats.org/drawingml/2006/main">
            <a:off x="638175" y="1266825"/>
            <a:ext cx="4714875"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6E5495E-88B5-4435-9D9A-05ADF067F95A}"/>
              </a:ext>
            </a:extLst>
          </p:cNvPr>
          <p:cNvSpPr>
            <a:spLocks xmlns:a="http://schemas.openxmlformats.org/drawingml/2006/main" noGrp="1"/>
          </p:cNvSpPr>
          <p:nvPr/>
        </p:nvSpPr>
        <p:spPr>
          <a:xfrm xmlns:a="http://schemas.openxmlformats.org/drawingml/2006/main">
            <a:off x="5810250" y="1495425"/>
            <a:ext cx="5095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문제</a:t>
            </a:r>
          </a:p>
        </p:txBody>
      </p:sp>
      <p:sp>
        <p:nvSpPr>
          <p:cNvPr id="5" name="">
            <a:extLst xmlns:a="http://schemas.openxmlformats.org/drawingml/2006/main">
              <a:ext uri="{FF2B5EF4-FFF2-40B4-BE49-F238E27FC236}">
                <a16:creationId xmlns:a16="http://schemas.microsoft.com/office/drawing/2014/main" id="{5ED8E08A-BBFC-4288-93B3-A3C796D4F626}"/>
              </a:ext>
            </a:extLst>
          </p:cNvPr>
          <p:cNvSpPr>
            <a:spLocks xmlns:a="http://schemas.openxmlformats.org/drawingml/2006/main" noGrp="1"/>
          </p:cNvSpPr>
          <p:nvPr/>
        </p:nvSpPr>
        <p:spPr>
          <a:xfrm xmlns:a="http://schemas.openxmlformats.org/drawingml/2006/main">
            <a:off x="5810250" y="1847850"/>
            <a:ext cx="5572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대상 미확인 시 auth-service로 대체</a:t>
            </a:r>
          </a:p>
        </p:txBody>
      </p:sp>
      <p:sp>
        <p:nvSpPr>
          <p:cNvPr id="6" name="">
            <a:extLst xmlns:a="http://schemas.openxmlformats.org/drawingml/2006/main">
              <a:ext uri="{FF2B5EF4-FFF2-40B4-BE49-F238E27FC236}">
                <a16:creationId xmlns:a16="http://schemas.microsoft.com/office/drawing/2014/main" id="{E8161C25-329E-4701-AE25-0C00FAF8EC7F}"/>
              </a:ext>
            </a:extLst>
          </p:cNvPr>
          <p:cNvSpPr>
            <a:spLocks xmlns:a="http://schemas.openxmlformats.org/drawingml/2006/main" noGrp="1"/>
          </p:cNvSpPr>
          <p:nvPr/>
        </p:nvSpPr>
        <p:spPr>
          <a:xfrm xmlns:a="http://schemas.openxmlformats.org/drawingml/2006/main">
            <a:off x="5810250" y="245745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LLM 후보를 Registry로 검증</a:t>
            </a:r>
          </a:p>
        </p:txBody>
      </p:sp>
      <p:sp>
        <p:nvSpPr>
          <p:cNvPr id="7" name="">
            <a:extLst xmlns:a="http://schemas.openxmlformats.org/drawingml/2006/main">
              <a:ext uri="{FF2B5EF4-FFF2-40B4-BE49-F238E27FC236}">
                <a16:creationId xmlns:a16="http://schemas.microsoft.com/office/drawing/2014/main" id="{D0A7BACF-21C1-453A-AC76-D7EF7003033F}"/>
              </a:ext>
            </a:extLst>
          </p:cNvPr>
          <p:cNvSpPr>
            <a:spLocks xmlns:a="http://schemas.openxmlformats.org/drawingml/2006/main" noGrp="1"/>
          </p:cNvSpPr>
          <p:nvPr/>
        </p:nvSpPr>
        <p:spPr>
          <a:xfrm xmlns:a="http://schemas.openxmlformats.org/drawingml/2006/main">
            <a:off x="5810250" y="28956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resolved</a:t>
            </a:r>
          </a:p>
        </p:txBody>
      </p:sp>
      <p:sp>
        <p:nvSpPr>
          <p:cNvPr id="8" name="">
            <a:extLst xmlns:a="http://schemas.openxmlformats.org/drawingml/2006/main">
              <a:ext uri="{FF2B5EF4-FFF2-40B4-BE49-F238E27FC236}">
                <a16:creationId xmlns:a16="http://schemas.microsoft.com/office/drawing/2014/main" id="{A63DA905-F34D-4400-8508-3BD5FCC35A35}"/>
              </a:ext>
            </a:extLst>
          </p:cNvPr>
          <p:cNvSpPr>
            <a:spLocks xmlns:a="http://schemas.openxmlformats.org/drawingml/2006/main" noGrp="1"/>
          </p:cNvSpPr>
          <p:nvPr/>
        </p:nvSpPr>
        <p:spPr>
          <a:xfrm xmlns:a="http://schemas.openxmlformats.org/drawingml/2006/main">
            <a:off x="7381875" y="28956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등록된 대상 확정 → plan</a:t>
            </a:r>
          </a:p>
        </p:txBody>
      </p:sp>
      <p:sp>
        <p:nvSpPr>
          <p:cNvPr id="9" name="">
            <a:extLst xmlns:a="http://schemas.openxmlformats.org/drawingml/2006/main">
              <a:ext uri="{FF2B5EF4-FFF2-40B4-BE49-F238E27FC236}">
                <a16:creationId xmlns:a16="http://schemas.microsoft.com/office/drawing/2014/main" id="{AA404BD7-21A8-4107-AC48-C2BD5CCCEB82}"/>
              </a:ext>
            </a:extLst>
          </p:cNvPr>
          <p:cNvSpPr>
            <a:spLocks xmlns:a="http://schemas.openxmlformats.org/drawingml/2006/main" noGrp="1"/>
          </p:cNvSpPr>
          <p:nvPr/>
        </p:nvSpPr>
        <p:spPr>
          <a:xfrm xmlns:a="http://schemas.openxmlformats.org/drawingml/2006/main">
            <a:off x="5810250" y="34290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missing</a:t>
            </a:r>
          </a:p>
        </p:txBody>
      </p:sp>
      <p:sp>
        <p:nvSpPr>
          <p:cNvPr id="10" name="">
            <a:extLst xmlns:a="http://schemas.openxmlformats.org/drawingml/2006/main">
              <a:ext uri="{FF2B5EF4-FFF2-40B4-BE49-F238E27FC236}">
                <a16:creationId xmlns:a16="http://schemas.microsoft.com/office/drawing/2014/main" id="{D42F486B-4F9D-43AB-A95D-2BEF943089B7}"/>
              </a:ext>
            </a:extLst>
          </p:cNvPr>
          <p:cNvSpPr>
            <a:spLocks xmlns:a="http://schemas.openxmlformats.org/drawingml/2006/main" noGrp="1"/>
          </p:cNvSpPr>
          <p:nvPr/>
        </p:nvSpPr>
        <p:spPr>
          <a:xfrm xmlns:a="http://schemas.openxmlformats.org/drawingml/2006/main">
            <a:off x="7381875" y="34290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대상을 특정할 근거 없음</a:t>
            </a:r>
          </a:p>
        </p:txBody>
      </p:sp>
      <p:sp>
        <p:nvSpPr>
          <p:cNvPr id="11" name="">
            <a:extLst xmlns:a="http://schemas.openxmlformats.org/drawingml/2006/main">
              <a:ext uri="{FF2B5EF4-FFF2-40B4-BE49-F238E27FC236}">
                <a16:creationId xmlns:a16="http://schemas.microsoft.com/office/drawing/2014/main" id="{D6D25921-1CC5-4BBF-83FD-E6A6E67BB9F6}"/>
              </a:ext>
            </a:extLst>
          </p:cNvPr>
          <p:cNvSpPr>
            <a:spLocks xmlns:a="http://schemas.openxmlformats.org/drawingml/2006/main" noGrp="1"/>
          </p:cNvSpPr>
          <p:nvPr/>
        </p:nvSpPr>
        <p:spPr>
          <a:xfrm xmlns:a="http://schemas.openxmlformats.org/drawingml/2006/main">
            <a:off x="5810250" y="39624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unknown</a:t>
            </a:r>
          </a:p>
        </p:txBody>
      </p:sp>
      <p:sp>
        <p:nvSpPr>
          <p:cNvPr id="12" name="">
            <a:extLst xmlns:a="http://schemas.openxmlformats.org/drawingml/2006/main">
              <a:ext uri="{FF2B5EF4-FFF2-40B4-BE49-F238E27FC236}">
                <a16:creationId xmlns:a16="http://schemas.microsoft.com/office/drawing/2014/main" id="{CB532CF6-7967-41B2-B018-B43258FEE8CC}"/>
              </a:ext>
            </a:extLst>
          </p:cNvPr>
          <p:cNvSpPr>
            <a:spLocks xmlns:a="http://schemas.openxmlformats.org/drawingml/2006/main" noGrp="1"/>
          </p:cNvSpPr>
          <p:nvPr/>
        </p:nvSpPr>
        <p:spPr>
          <a:xfrm xmlns:a="http://schemas.openxmlformats.org/drawingml/2006/main">
            <a:off x="7381875" y="39624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등록 목록 밖의 시스템명</a:t>
            </a:r>
          </a:p>
        </p:txBody>
      </p:sp>
      <p:sp>
        <p:nvSpPr>
          <p:cNvPr id="13" name="">
            <a:extLst xmlns:a="http://schemas.openxmlformats.org/drawingml/2006/main">
              <a:ext uri="{FF2B5EF4-FFF2-40B4-BE49-F238E27FC236}">
                <a16:creationId xmlns:a16="http://schemas.microsoft.com/office/drawing/2014/main" id="{6897D972-9978-48B6-AA87-E782CCF8CCA0}"/>
              </a:ext>
            </a:extLst>
          </p:cNvPr>
          <p:cNvSpPr>
            <a:spLocks xmlns:a="http://schemas.openxmlformats.org/drawingml/2006/main" noGrp="1"/>
          </p:cNvSpPr>
          <p:nvPr/>
        </p:nvSpPr>
        <p:spPr>
          <a:xfrm xmlns:a="http://schemas.openxmlformats.org/drawingml/2006/main">
            <a:off x="5810250" y="44958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ambiguous</a:t>
            </a:r>
          </a:p>
        </p:txBody>
      </p:sp>
      <p:sp>
        <p:nvSpPr>
          <p:cNvPr id="14" name="">
            <a:extLst xmlns:a="http://schemas.openxmlformats.org/drawingml/2006/main">
              <a:ext uri="{FF2B5EF4-FFF2-40B4-BE49-F238E27FC236}">
                <a16:creationId xmlns:a16="http://schemas.microsoft.com/office/drawing/2014/main" id="{1D4B7364-3F87-47F9-8625-3007CE58D517}"/>
              </a:ext>
            </a:extLst>
          </p:cNvPr>
          <p:cNvSpPr>
            <a:spLocks xmlns:a="http://schemas.openxmlformats.org/drawingml/2006/main" noGrp="1"/>
          </p:cNvSpPr>
          <p:nvPr/>
        </p:nvSpPr>
        <p:spPr>
          <a:xfrm xmlns:a="http://schemas.openxmlformats.org/drawingml/2006/main">
            <a:off x="7381875" y="44958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여러 후보 중 확정 불가</a:t>
            </a:r>
          </a:p>
        </p:txBody>
      </p:sp>
      <p:sp>
        <p:nvSpPr>
          <p:cNvPr id="15" name="">
            <a:extLst xmlns:a="http://schemas.openxmlformats.org/drawingml/2006/main">
              <a:ext uri="{FF2B5EF4-FFF2-40B4-BE49-F238E27FC236}">
                <a16:creationId xmlns:a16="http://schemas.microsoft.com/office/drawing/2014/main" id="{4CA13617-DEE2-4E23-AD48-F4F56291A48A}"/>
              </a:ext>
            </a:extLst>
          </p:cNvPr>
          <p:cNvSpPr>
            <a:spLocks xmlns:a="http://schemas.openxmlformats.org/drawingml/2006/main" noGrp="1"/>
          </p:cNvSpPr>
          <p:nvPr/>
        </p:nvSpPr>
        <p:spPr>
          <a:xfrm xmlns:a="http://schemas.openxmlformats.org/drawingml/2006/main">
            <a:off x="5810250" y="5248275"/>
            <a:ext cx="561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아래 3가지 → clarify_target에서 재질문</a:t>
            </a:r>
          </a:p>
        </p:txBody>
      </p:sp>
      <p:sp>
        <p:nvSpPr>
          <p:cNvPr id="16" name="">
            <a:extLst xmlns:a="http://schemas.openxmlformats.org/drawingml/2006/main">
              <a:ext uri="{FF2B5EF4-FFF2-40B4-BE49-F238E27FC236}">
                <a16:creationId xmlns:a16="http://schemas.microsoft.com/office/drawing/2014/main" id="{2C183FFC-97CD-4014-8A45-9FBF62834689}"/>
              </a:ext>
            </a:extLst>
          </p:cNvPr>
          <p:cNvSpPr>
            <a:spLocks xmlns:a="http://schemas.openxmlformats.org/drawingml/2006/main" noGrp="1"/>
          </p:cNvSpPr>
          <p:nvPr/>
        </p:nvSpPr>
        <p:spPr>
          <a:xfrm xmlns:a="http://schemas.openxmlformats.org/drawingml/2006/main">
            <a:off x="5810250" y="5715000"/>
            <a:ext cx="5619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답변도 Registry로 다시 확인한 뒤 plan 진행</a:t>
            </a:r>
          </a:p>
        </p:txBody>
      </p:sp>
      <p:sp>
        <p:nvSpPr>
          <p:cNvPr id="17" name="">
            <a:extLst xmlns:a="http://schemas.openxmlformats.org/drawingml/2006/main">
              <a:ext uri="{FF2B5EF4-FFF2-40B4-BE49-F238E27FC236}">
                <a16:creationId xmlns:a16="http://schemas.microsoft.com/office/drawing/2014/main" id="{6FD96FA3-E9B8-4781-9052-00DCA1DF0D2F}"/>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16524816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8AE77BC-28AB-4258-BD51-902D0EFDDB35}"/>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중단한 Graph의 상태 저장과 재개</a:t>
            </a:r>
          </a:p>
        </p:txBody>
      </p:sp>
      <p:sp>
        <p:nvSpPr>
          <p:cNvPr id="2" name="">
            <a:extLst xmlns:a="http://schemas.openxmlformats.org/drawingml/2006/main">
              <a:ext uri="{FF2B5EF4-FFF2-40B4-BE49-F238E27FC236}">
                <a16:creationId xmlns:a16="http://schemas.microsoft.com/office/drawing/2014/main" id="{90663C92-D923-4EA9-B5ED-221F7F625427}"/>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05  G096 정다운</a:t>
            </a:r>
          </a:p>
        </p:txBody>
      </p:sp>
      <p:sp>
        <p:nvSpPr>
          <p:cNvPr id="3" name="">
            <a:extLst xmlns:a="http://schemas.openxmlformats.org/drawingml/2006/main">
              <a:ext uri="{FF2B5EF4-FFF2-40B4-BE49-F238E27FC236}">
                <a16:creationId xmlns:a16="http://schemas.microsoft.com/office/drawing/2014/main" id="{20983244-3CCD-4069-81B6-9206C5ACC082}"/>
              </a:ext>
            </a:extLst>
          </p:cNvPr>
          <p:cNvSpPr>
            <a:spLocks xmlns:a="http://schemas.openxmlformats.org/drawingml/2006/main" noGrp="1"/>
          </p:cNvSpPr>
          <p:nvPr/>
        </p:nvSpPr>
        <p:spPr>
          <a:xfrm xmlns:a="http://schemas.openxmlformats.org/drawingml/2006/main">
            <a:off x="666750" y="1438275"/>
            <a:ext cx="557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SQLite checkpointer 연결 · server.py:103–106, graph.py:270</a:t>
            </a:r>
          </a:p>
        </p:txBody>
      </p:sp>
      <p:sp>
        <p:nvSpPr>
          <p:cNvPr id="4" name="">
            <a:extLst xmlns:a="http://schemas.openxmlformats.org/drawingml/2006/main">
              <a:ext uri="{FF2B5EF4-FFF2-40B4-BE49-F238E27FC236}">
                <a16:creationId xmlns:a16="http://schemas.microsoft.com/office/drawing/2014/main" id="{1E9DF37D-CF5D-467D-BFA8-60D4F4804874}"/>
              </a:ext>
            </a:extLst>
          </p:cNvPr>
          <p:cNvSpPr>
            <a:spLocks xmlns:a="http://schemas.openxmlformats.org/drawingml/2006/main" noGrp="1"/>
          </p:cNvSpPr>
          <p:nvPr/>
        </p:nvSpPr>
        <p:spPr>
          <a:xfrm xmlns:a="http://schemas.openxmlformats.org/drawingml/2006/main">
            <a:off x="666750" y="184785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async with AsyncSqliteSaver.from_conn_string(</a:t>
            </a:r>
          </a:p>
        </p:txBody>
      </p:sp>
      <p:sp>
        <p:nvSpPr>
          <p:cNvPr id="5" name="">
            <a:extLst xmlns:a="http://schemas.openxmlformats.org/drawingml/2006/main">
              <a:ext uri="{FF2B5EF4-FFF2-40B4-BE49-F238E27FC236}">
                <a16:creationId xmlns:a16="http://schemas.microsoft.com/office/drawing/2014/main" id="{9F284529-71C5-40BB-A635-6AA2E6F9EF68}"/>
              </a:ext>
            </a:extLst>
          </p:cNvPr>
          <p:cNvSpPr>
            <a:spLocks xmlns:a="http://schemas.openxmlformats.org/drawingml/2006/main" noGrp="1"/>
          </p:cNvSpPr>
          <p:nvPr/>
        </p:nvSpPr>
        <p:spPr>
          <a:xfrm xmlns:a="http://schemas.openxmlformats.org/drawingml/2006/main">
            <a:off x="666750" y="220980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str(checkpoint_path)) as checkpointer:</a:t>
            </a:r>
          </a:p>
        </p:txBody>
      </p:sp>
      <p:sp>
        <p:nvSpPr>
          <p:cNvPr id="6" name="">
            <a:extLst xmlns:a="http://schemas.openxmlformats.org/drawingml/2006/main">
              <a:ext uri="{FF2B5EF4-FFF2-40B4-BE49-F238E27FC236}">
                <a16:creationId xmlns:a16="http://schemas.microsoft.com/office/drawing/2014/main" id="{B4E986E5-F5EB-4DC3-B5F4-E129C9E69166}"/>
              </a:ext>
            </a:extLst>
          </p:cNvPr>
          <p:cNvSpPr>
            <a:spLocks xmlns:a="http://schemas.openxmlformats.org/drawingml/2006/main" noGrp="1"/>
          </p:cNvSpPr>
          <p:nvPr/>
        </p:nvSpPr>
        <p:spPr>
          <a:xfrm xmlns:a="http://schemas.openxmlformats.org/drawingml/2006/main">
            <a:off x="666750" y="257175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build_graph(deps, checkpointer=checkpointer)</a:t>
            </a:r>
          </a:p>
        </p:txBody>
      </p:sp>
      <p:sp>
        <p:nvSpPr>
          <p:cNvPr id="7" name="">
            <a:extLst xmlns:a="http://schemas.openxmlformats.org/drawingml/2006/main">
              <a:ext uri="{FF2B5EF4-FFF2-40B4-BE49-F238E27FC236}">
                <a16:creationId xmlns:a16="http://schemas.microsoft.com/office/drawing/2014/main" id="{148EC092-EBF5-46F2-B565-D8C427E01747}"/>
              </a:ext>
            </a:extLst>
          </p:cNvPr>
          <p:cNvSpPr>
            <a:spLocks xmlns:a="http://schemas.openxmlformats.org/drawingml/2006/main" noGrp="1"/>
          </p:cNvSpPr>
          <p:nvPr/>
        </p:nvSpPr>
        <p:spPr>
          <a:xfrm xmlns:a="http://schemas.openxmlformats.org/drawingml/2006/main">
            <a:off x="666750" y="293370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g.compile(checkpointer=checkpointer)</a:t>
            </a:r>
          </a:p>
        </p:txBody>
      </p:sp>
      <p:sp>
        <p:nvSpPr>
          <p:cNvPr id="8" name="">
            <a:extLst xmlns:a="http://schemas.openxmlformats.org/drawingml/2006/main">
              <a:ext uri="{FF2B5EF4-FFF2-40B4-BE49-F238E27FC236}">
                <a16:creationId xmlns:a16="http://schemas.microsoft.com/office/drawing/2014/main" id="{D3A613D1-9DAF-4B43-806D-F4EE36FB0496}"/>
              </a:ext>
            </a:extLst>
          </p:cNvPr>
          <p:cNvSpPr>
            <a:spLocks xmlns:a="http://schemas.openxmlformats.org/drawingml/2006/main" noGrp="1"/>
          </p:cNvSpPr>
          <p:nvPr/>
        </p:nvSpPr>
        <p:spPr>
          <a:xfrm xmlns:a="http://schemas.openxmlformats.org/drawingml/2006/main">
            <a:off x="666750" y="3724275"/>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대상 확인 질문에서 중단 · target_nodes.py:49</a:t>
            </a:r>
          </a:p>
        </p:txBody>
      </p:sp>
      <p:sp>
        <p:nvSpPr>
          <p:cNvPr id="9" name="">
            <a:extLst xmlns:a="http://schemas.openxmlformats.org/drawingml/2006/main">
              <a:ext uri="{FF2B5EF4-FFF2-40B4-BE49-F238E27FC236}">
                <a16:creationId xmlns:a16="http://schemas.microsoft.com/office/drawing/2014/main" id="{88BA8CE4-3586-4ABB-BDB6-84F09C356F69}"/>
              </a:ext>
            </a:extLst>
          </p:cNvPr>
          <p:cNvSpPr>
            <a:spLocks xmlns:a="http://schemas.openxmlformats.org/drawingml/2006/main" noGrp="1"/>
          </p:cNvSpPr>
          <p:nvPr/>
        </p:nvSpPr>
        <p:spPr>
          <a:xfrm xmlns:a="http://schemas.openxmlformats.org/drawingml/2006/main">
            <a:off x="666750" y="4124325"/>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answer = interrupt({</a:t>
            </a:r>
          </a:p>
        </p:txBody>
      </p:sp>
      <p:sp>
        <p:nvSpPr>
          <p:cNvPr id="10" name="">
            <a:extLst xmlns:a="http://schemas.openxmlformats.org/drawingml/2006/main">
              <a:ext uri="{FF2B5EF4-FFF2-40B4-BE49-F238E27FC236}">
                <a16:creationId xmlns:a16="http://schemas.microsoft.com/office/drawing/2014/main" id="{AB3625A8-A3EA-435A-AB13-125E7200B946}"/>
              </a:ext>
            </a:extLst>
          </p:cNvPr>
          <p:cNvSpPr>
            <a:spLocks xmlns:a="http://schemas.openxmlformats.org/drawingml/2006/main" noGrp="1"/>
          </p:cNvSpPr>
          <p:nvPr/>
        </p:nvSpPr>
        <p:spPr>
          <a:xfrm xmlns:a="http://schemas.openxmlformats.org/drawingml/2006/main">
            <a:off x="666750" y="4476750"/>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"question": state["clarification_question"],</a:t>
            </a:r>
          </a:p>
        </p:txBody>
      </p:sp>
      <p:sp>
        <p:nvSpPr>
          <p:cNvPr id="11" name="">
            <a:extLst xmlns:a="http://schemas.openxmlformats.org/drawingml/2006/main">
              <a:ext uri="{FF2B5EF4-FFF2-40B4-BE49-F238E27FC236}">
                <a16:creationId xmlns:a16="http://schemas.microsoft.com/office/drawing/2014/main" id="{7B9CAB30-995C-4D54-94D6-2A0A6CE70F79}"/>
              </a:ext>
            </a:extLst>
          </p:cNvPr>
          <p:cNvSpPr>
            <a:spLocks xmlns:a="http://schemas.openxmlformats.org/drawingml/2006/main" noGrp="1"/>
          </p:cNvSpPr>
          <p:nvPr/>
        </p:nvSpPr>
        <p:spPr>
          <a:xfrm xmlns:a="http://schemas.openxmlformats.org/drawingml/2006/main">
            <a:off x="666750" y="4829175"/>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"original_query": state["query"]})</a:t>
            </a:r>
          </a:p>
        </p:txBody>
      </p:sp>
      <p:sp>
        <p:nvSpPr>
          <p:cNvPr id="12" name="">
            <a:extLst xmlns:a="http://schemas.openxmlformats.org/drawingml/2006/main">
              <a:ext uri="{FF2B5EF4-FFF2-40B4-BE49-F238E27FC236}">
                <a16:creationId xmlns:a16="http://schemas.microsoft.com/office/drawing/2014/main" id="{23D070F1-966A-485C-91A1-590E2588FA3C}"/>
              </a:ext>
            </a:extLst>
          </p:cNvPr>
          <p:cNvSpPr>
            <a:spLocks xmlns:a="http://schemas.openxmlformats.org/drawingml/2006/main" noGrp="1"/>
          </p:cNvSpPr>
          <p:nvPr/>
        </p:nvSpPr>
        <p:spPr>
          <a:xfrm xmlns:a="http://schemas.openxmlformats.org/drawingml/2006/main">
            <a:off x="666750" y="5181600"/>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{"clarification_answer": str(answer).strip()}</a:t>
            </a:r>
          </a:p>
        </p:txBody>
      </p:sp>
      <p:sp>
        <p:nvSpPr>
          <p:cNvPr id="13" name="">
            <a:extLst xmlns:a="http://schemas.openxmlformats.org/drawingml/2006/main">
              <a:ext uri="{FF2B5EF4-FFF2-40B4-BE49-F238E27FC236}">
                <a16:creationId xmlns:a16="http://schemas.microsoft.com/office/drawing/2014/main" id="{5CBB72FB-0CFC-4E8F-B936-5418BC7A2F54}"/>
              </a:ext>
            </a:extLst>
          </p:cNvPr>
          <p:cNvSpPr>
            <a:spLocks xmlns:a="http://schemas.openxmlformats.org/drawingml/2006/main" noGrp="1"/>
          </p:cNvSpPr>
          <p:nvPr/>
        </p:nvSpPr>
        <p:spPr>
          <a:xfrm xmlns:a="http://schemas.openxmlformats.org/drawingml/2006/main">
            <a:off x="6381750" y="143827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같은 thread_id로 재개 · server.py:160–170</a:t>
            </a:r>
          </a:p>
        </p:txBody>
      </p:sp>
      <p:sp>
        <p:nvSpPr>
          <p:cNvPr id="14" name="">
            <a:extLst xmlns:a="http://schemas.openxmlformats.org/drawingml/2006/main">
              <a:ext uri="{FF2B5EF4-FFF2-40B4-BE49-F238E27FC236}">
                <a16:creationId xmlns:a16="http://schemas.microsoft.com/office/drawing/2014/main" id="{DD2622D6-2A59-4E43-9AEA-DFC90FDEB344}"/>
              </a:ext>
            </a:extLst>
          </p:cNvPr>
          <p:cNvSpPr>
            <a:spLocks xmlns:a="http://schemas.openxmlformats.org/drawingml/2006/main" noGrp="1"/>
          </p:cNvSpPr>
          <p:nvPr/>
        </p:nvSpPr>
        <p:spPr>
          <a:xfrm xmlns:a="http://schemas.openxmlformats.org/drawingml/2006/main">
            <a:off x="6381750" y="1847850"/>
            <a:ext cx="5095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config = {"configurable": {"thread_id": run_id}}</a:t>
            </a:r>
          </a:p>
        </p:txBody>
      </p:sp>
      <p:sp>
        <p:nvSpPr>
          <p:cNvPr id="15" name="">
            <a:extLst xmlns:a="http://schemas.openxmlformats.org/drawingml/2006/main">
              <a:ext uri="{FF2B5EF4-FFF2-40B4-BE49-F238E27FC236}">
                <a16:creationId xmlns:a16="http://schemas.microsoft.com/office/drawing/2014/main" id="{5EFED4B8-8159-43BB-806F-F8BBE4FA429D}"/>
              </a:ext>
            </a:extLst>
          </p:cNvPr>
          <p:cNvSpPr>
            <a:spLocks xmlns:a="http://schemas.openxmlformats.org/drawingml/2006/main" noGrp="1"/>
          </p:cNvSpPr>
          <p:nvPr/>
        </p:nvSpPr>
        <p:spPr>
          <a:xfrm xmlns:a="http://schemas.openxmlformats.org/drawingml/2006/main">
            <a:off x="6381750" y="2276475"/>
            <a:ext cx="5095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Command(resume=message)</a:t>
            </a:r>
          </a:p>
        </p:txBody>
      </p:sp>
      <p:sp>
        <p:nvSpPr>
          <p:cNvPr id="16" name="">
            <a:extLst xmlns:a="http://schemas.openxmlformats.org/drawingml/2006/main">
              <a:ext uri="{FF2B5EF4-FFF2-40B4-BE49-F238E27FC236}">
                <a16:creationId xmlns:a16="http://schemas.microsoft.com/office/drawing/2014/main" id="{904824C3-911A-48FC-B218-2AC06F979AB1}"/>
              </a:ext>
            </a:extLst>
          </p:cNvPr>
          <p:cNvSpPr>
            <a:spLocks xmlns:a="http://schemas.openxmlformats.org/drawingml/2006/main" noGrp="1"/>
          </p:cNvSpPr>
          <p:nvPr/>
        </p:nvSpPr>
        <p:spPr>
          <a:xfrm xmlns:a="http://schemas.openxmlformats.org/drawingml/2006/main">
            <a:off x="6381750" y="372427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④ 답변을 다시 Registry로 확인 · graph.py:258</a:t>
            </a:r>
          </a:p>
        </p:txBody>
      </p:sp>
      <p:sp>
        <p:nvSpPr>
          <p:cNvPr id="17" name="">
            <a:extLst xmlns:a="http://schemas.openxmlformats.org/drawingml/2006/main">
              <a:ext uri="{FF2B5EF4-FFF2-40B4-BE49-F238E27FC236}">
                <a16:creationId xmlns:a16="http://schemas.microsoft.com/office/drawing/2014/main" id="{97D2AE26-152B-41DB-88B2-9166CBDD38C8}"/>
              </a:ext>
            </a:extLst>
          </p:cNvPr>
          <p:cNvSpPr>
            <a:spLocks xmlns:a="http://schemas.openxmlformats.org/drawingml/2006/main" noGrp="1"/>
          </p:cNvSpPr>
          <p:nvPr/>
        </p:nvSpPr>
        <p:spPr>
          <a:xfrm xmlns:a="http://schemas.openxmlformats.org/drawingml/2006/main">
            <a:off x="6381750" y="41243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g.add_edge("clarify_target", "resolve_target")</a:t>
            </a:r>
          </a:p>
        </p:txBody>
      </p:sp>
      <p:sp>
        <p:nvSpPr>
          <p:cNvPr id="18" name="">
            <a:extLst xmlns:a="http://schemas.openxmlformats.org/drawingml/2006/main">
              <a:ext uri="{FF2B5EF4-FFF2-40B4-BE49-F238E27FC236}">
                <a16:creationId xmlns:a16="http://schemas.microsoft.com/office/drawing/2014/main" id="{C4F8AD38-B5A4-4831-8E12-55B2F9008AC9}"/>
              </a:ext>
            </a:extLst>
          </p:cNvPr>
          <p:cNvSpPr>
            <a:spLocks xmlns:a="http://schemas.openxmlformats.org/drawingml/2006/main" noGrp="1"/>
          </p:cNvSpPr>
          <p:nvPr/>
        </p:nvSpPr>
        <p:spPr>
          <a:xfrm xmlns:a="http://schemas.openxmlformats.org/drawingml/2006/main">
            <a:off x="6381750" y="44862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query=state.get("clarification_answer")</a:t>
            </a:r>
          </a:p>
        </p:txBody>
      </p:sp>
      <p:sp>
        <p:nvSpPr>
          <p:cNvPr id="19" name="">
            <a:extLst xmlns:a="http://schemas.openxmlformats.org/drawingml/2006/main">
              <a:ext uri="{FF2B5EF4-FFF2-40B4-BE49-F238E27FC236}">
                <a16:creationId xmlns:a16="http://schemas.microsoft.com/office/drawing/2014/main" id="{253850BF-09A8-482C-BAE0-8C7551FC78F0}"/>
              </a:ext>
            </a:extLst>
          </p:cNvPr>
          <p:cNvSpPr>
            <a:spLocks xmlns:a="http://schemas.openxmlformats.org/drawingml/2006/main" noGrp="1"/>
          </p:cNvSpPr>
          <p:nvPr/>
        </p:nvSpPr>
        <p:spPr>
          <a:xfrm xmlns:a="http://schemas.openxmlformats.org/drawingml/2006/main">
            <a:off x="6381750" y="48482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or state["query"]</a:t>
            </a:r>
          </a:p>
        </p:txBody>
      </p:sp>
      <p:sp>
        <p:nvSpPr>
          <p:cNvPr id="20" name="">
            <a:extLst xmlns:a="http://schemas.openxmlformats.org/drawingml/2006/main">
              <a:ext uri="{FF2B5EF4-FFF2-40B4-BE49-F238E27FC236}">
                <a16:creationId xmlns:a16="http://schemas.microsoft.com/office/drawing/2014/main" id="{CE3A0844-7580-47C5-B3C6-47DE141DB0F6}"/>
              </a:ext>
            </a:extLst>
          </p:cNvPr>
          <p:cNvSpPr>
            <a:spLocks xmlns:a="http://schemas.openxmlformats.org/drawingml/2006/main" noGrp="1"/>
          </p:cNvSpPr>
          <p:nvPr/>
        </p:nvSpPr>
        <p:spPr>
          <a:xfrm xmlns:a="http://schemas.openxmlformats.org/drawingml/2006/main">
            <a:off x="685800" y="5762625"/>
            <a:ext cx="10715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resolved → 원래 장애 질문 + 확정 대상 → plan  |  그 외 → 다시 질문</a:t>
            </a:r>
          </a:p>
        </p:txBody>
      </p:sp>
      <p:sp>
        <p:nvSpPr>
          <p:cNvPr id="21" name="">
            <a:extLst xmlns:a="http://schemas.openxmlformats.org/drawingml/2006/main">
              <a:ext uri="{FF2B5EF4-FFF2-40B4-BE49-F238E27FC236}">
                <a16:creationId xmlns:a16="http://schemas.microsoft.com/office/drawing/2014/main" id="{05B0E15E-D1A5-4FD8-B844-257A0FC9831E}"/>
              </a:ext>
            </a:extLst>
          </p:cNvPr>
          <p:cNvSpPr>
            <a:spLocks xmlns:a="http://schemas.openxmlformats.org/drawingml/2006/main" noGrp="1"/>
          </p:cNvSpPr>
          <p:nvPr/>
        </p:nvSpPr>
        <p:spPr>
          <a:xfrm xmlns:a="http://schemas.openxmlformats.org/drawingml/2006/main">
            <a:off x="685800" y="6219825"/>
            <a:ext cx="10715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앱 thread_id: 채팅 이력   /   graph_thread_id: LangGraph 체크포인트 키</a:t>
            </a:r>
          </a:p>
        </p:txBody>
      </p:sp>
      <p:sp>
        <p:nvSpPr>
          <p:cNvPr id="22" name="">
            <a:extLst xmlns:a="http://schemas.openxmlformats.org/drawingml/2006/main">
              <a:ext uri="{FF2B5EF4-FFF2-40B4-BE49-F238E27FC236}">
                <a16:creationId xmlns:a16="http://schemas.microsoft.com/office/drawing/2014/main" id="{54F59DF9-E888-4684-86CE-DC2073CE9ABD}"/>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2333628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8EDA546-2C8E-4177-8F82-52243D8DF059}"/>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서버가 제공하는 세 가지</a:t>
            </a:r>
          </a:p>
        </p:txBody>
      </p:sp>
      <p:sp>
        <p:nvSpPr>
          <p:cNvPr id="2" name="">
            <a:extLst xmlns:a="http://schemas.openxmlformats.org/drawingml/2006/main">
              <a:ext uri="{FF2B5EF4-FFF2-40B4-BE49-F238E27FC236}">
                <a16:creationId xmlns:a16="http://schemas.microsoft.com/office/drawing/2014/main" id="{954DD338-7436-45D6-B293-B1D8C11D60CD}"/>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06  G096 정다운</a:t>
            </a:r>
          </a:p>
        </p:txBody>
      </p:sp>
      <p:sp>
        <p:nvSpPr>
          <p:cNvPr id="3" name="">
            <a:extLst xmlns:a="http://schemas.openxmlformats.org/drawingml/2006/main">
              <a:ext uri="{FF2B5EF4-FFF2-40B4-BE49-F238E27FC236}">
                <a16:creationId xmlns:a16="http://schemas.microsoft.com/office/drawing/2014/main" id="{1B99D51F-4BBB-4A92-9C58-09CAA109F459}"/>
              </a:ext>
            </a:extLst>
          </p:cNvPr>
          <p:cNvSpPr>
            <a:spLocks xmlns:a="http://schemas.openxmlformats.org/drawingml/2006/main" noGrp="1"/>
          </p:cNvSpPr>
          <p:nvPr/>
        </p:nvSpPr>
        <p:spPr>
          <a:xfrm xmlns:a="http://schemas.openxmlformats.org/drawingml/2006/main">
            <a:off x="66675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Prompt</a:t>
            </a:r>
          </a:p>
        </p:txBody>
      </p:sp>
      <p:sp>
        <p:nvSpPr>
          <p:cNvPr id="4" name="">
            <a:extLst xmlns:a="http://schemas.openxmlformats.org/drawingml/2006/main">
              <a:ext uri="{FF2B5EF4-FFF2-40B4-BE49-F238E27FC236}">
                <a16:creationId xmlns:a16="http://schemas.microsoft.com/office/drawing/2014/main" id="{6C2691C9-4F1B-4877-99F2-F2F0B6E25E1F}"/>
              </a:ext>
            </a:extLst>
          </p:cNvPr>
          <p:cNvSpPr>
            <a:spLocks xmlns:a="http://schemas.openxmlformats.org/drawingml/2006/main" noGrp="1"/>
          </p:cNvSpPr>
          <p:nvPr/>
        </p:nvSpPr>
        <p:spPr>
          <a:xfrm xmlns:a="http://schemas.openxmlformats.org/drawingml/2006/main">
            <a:off x="66675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@mcp.prompt()</a:t>
            </a:r>
          </a:p>
        </p:txBody>
      </p:sp>
      <p:sp>
        <p:nvSpPr>
          <p:cNvPr id="5" name="">
            <a:extLst xmlns:a="http://schemas.openxmlformats.org/drawingml/2006/main">
              <a:ext uri="{FF2B5EF4-FFF2-40B4-BE49-F238E27FC236}">
                <a16:creationId xmlns:a16="http://schemas.microsoft.com/office/drawing/2014/main" id="{003A2B2F-7AFC-4C11-B05C-09D17313A511}"/>
              </a:ext>
            </a:extLst>
          </p:cNvPr>
          <p:cNvSpPr>
            <a:spLocks xmlns:a="http://schemas.openxmlformats.org/drawingml/2006/main" noGrp="1"/>
          </p:cNvSpPr>
          <p:nvPr/>
        </p:nvSpPr>
        <p:spPr>
          <a:xfrm xmlns:a="http://schemas.openxmlformats.org/drawingml/2006/main">
            <a:off x="66675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incident_analysis_prompt(</a:t>
            </a:r>
          </a:p>
        </p:txBody>
      </p:sp>
      <p:sp>
        <p:nvSpPr>
          <p:cNvPr id="6" name="">
            <a:extLst xmlns:a="http://schemas.openxmlformats.org/drawingml/2006/main">
              <a:ext uri="{FF2B5EF4-FFF2-40B4-BE49-F238E27FC236}">
                <a16:creationId xmlns:a16="http://schemas.microsoft.com/office/drawing/2014/main" id="{A57F6340-C500-400B-9084-8CD329240343}"/>
              </a:ext>
            </a:extLst>
          </p:cNvPr>
          <p:cNvSpPr>
            <a:spLocks xmlns:a="http://schemas.openxmlformats.org/drawingml/2006/main" noGrp="1"/>
          </p:cNvSpPr>
          <p:nvPr/>
        </p:nvSpPr>
        <p:spPr>
          <a:xfrm xmlns:a="http://schemas.openxmlformats.org/drawingml/2006/main">
            <a:off x="66675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symptom):</a:t>
            </a:r>
          </a:p>
        </p:txBody>
      </p:sp>
      <p:sp>
        <p:nvSpPr>
          <p:cNvPr id="7" name="">
            <a:extLst xmlns:a="http://schemas.openxmlformats.org/drawingml/2006/main">
              <a:ext uri="{FF2B5EF4-FFF2-40B4-BE49-F238E27FC236}">
                <a16:creationId xmlns:a16="http://schemas.microsoft.com/office/drawing/2014/main" id="{2973EC27-8D7A-4B11-9650-6D7A17B550DF}"/>
              </a:ext>
            </a:extLst>
          </p:cNvPr>
          <p:cNvSpPr>
            <a:spLocks xmlns:a="http://schemas.openxmlformats.org/drawingml/2006/main" noGrp="1"/>
          </p:cNvSpPr>
          <p:nvPr/>
        </p:nvSpPr>
        <p:spPr>
          <a:xfrm xmlns:a="http://schemas.openxmlformats.org/drawingml/2006/main">
            <a:off x="66675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표준 진단 순서 반환</a:t>
            </a:r>
          </a:p>
        </p:txBody>
      </p:sp>
      <p:sp>
        <p:nvSpPr>
          <p:cNvPr id="8" name="">
            <a:extLst xmlns:a="http://schemas.openxmlformats.org/drawingml/2006/main">
              <a:ext uri="{FF2B5EF4-FFF2-40B4-BE49-F238E27FC236}">
                <a16:creationId xmlns:a16="http://schemas.microsoft.com/office/drawing/2014/main" id="{81C615E2-02F6-42B0-8AE6-8B0D7CD11BCA}"/>
              </a:ext>
            </a:extLst>
          </p:cNvPr>
          <p:cNvSpPr>
            <a:spLocks xmlns:a="http://schemas.openxmlformats.org/drawingml/2006/main" noGrp="1"/>
          </p:cNvSpPr>
          <p:nvPr/>
        </p:nvSpPr>
        <p:spPr>
          <a:xfrm xmlns:a="http://schemas.openxmlformats.org/drawingml/2006/main">
            <a:off x="449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Tool</a:t>
            </a:r>
          </a:p>
        </p:txBody>
      </p:sp>
      <p:sp>
        <p:nvSpPr>
          <p:cNvPr id="9" name="">
            <a:extLst xmlns:a="http://schemas.openxmlformats.org/drawingml/2006/main">
              <a:ext uri="{FF2B5EF4-FFF2-40B4-BE49-F238E27FC236}">
                <a16:creationId xmlns:a16="http://schemas.microsoft.com/office/drawing/2014/main" id="{2B95BC72-DC33-4186-B9BD-59D94217056D}"/>
              </a:ext>
            </a:extLst>
          </p:cNvPr>
          <p:cNvSpPr>
            <a:spLocks xmlns:a="http://schemas.openxmlformats.org/drawingml/2006/main" noGrp="1"/>
          </p:cNvSpPr>
          <p:nvPr/>
        </p:nvSpPr>
        <p:spPr>
          <a:xfrm xmlns:a="http://schemas.openxmlformats.org/drawingml/2006/main">
            <a:off x="449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@mcp.tool()</a:t>
            </a:r>
          </a:p>
        </p:txBody>
      </p:sp>
      <p:sp>
        <p:nvSpPr>
          <p:cNvPr id="10" name="">
            <a:extLst xmlns:a="http://schemas.openxmlformats.org/drawingml/2006/main">
              <a:ext uri="{FF2B5EF4-FFF2-40B4-BE49-F238E27FC236}">
                <a16:creationId xmlns:a16="http://schemas.microsoft.com/office/drawing/2014/main" id="{EAA28364-8DCF-47CA-A8BA-463969F2566E}"/>
              </a:ext>
            </a:extLst>
          </p:cNvPr>
          <p:cNvSpPr>
            <a:spLocks xmlns:a="http://schemas.openxmlformats.org/drawingml/2006/main" noGrp="1"/>
          </p:cNvSpPr>
          <p:nvPr/>
        </p:nvSpPr>
        <p:spPr>
          <a:xfrm xmlns:a="http://schemas.openxmlformats.org/drawingml/2006/main">
            <a:off x="449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get_monitoring_status(</a:t>
            </a:r>
          </a:p>
        </p:txBody>
      </p:sp>
      <p:sp>
        <p:nvSpPr>
          <p:cNvPr id="11" name="">
            <a:extLst xmlns:a="http://schemas.openxmlformats.org/drawingml/2006/main">
              <a:ext uri="{FF2B5EF4-FFF2-40B4-BE49-F238E27FC236}">
                <a16:creationId xmlns:a16="http://schemas.microsoft.com/office/drawing/2014/main" id="{B2A05843-23FC-41DC-B66F-68B943CFDFFE}"/>
              </a:ext>
            </a:extLst>
          </p:cNvPr>
          <p:cNvSpPr>
            <a:spLocks xmlns:a="http://schemas.openxmlformats.org/drawingml/2006/main" noGrp="1"/>
          </p:cNvSpPr>
          <p:nvPr/>
        </p:nvSpPr>
        <p:spPr>
          <a:xfrm xmlns:a="http://schemas.openxmlformats.org/drawingml/2006/main">
            <a:off x="449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a:t>
            </a:r>
          </a:p>
        </p:txBody>
      </p:sp>
      <p:sp>
        <p:nvSpPr>
          <p:cNvPr id="12" name="">
            <a:extLst xmlns:a="http://schemas.openxmlformats.org/drawingml/2006/main">
              <a:ext uri="{FF2B5EF4-FFF2-40B4-BE49-F238E27FC236}">
                <a16:creationId xmlns:a16="http://schemas.microsoft.com/office/drawing/2014/main" id="{D94738BA-4BF2-4AAA-93A4-0AB2824CC990}"/>
              </a:ext>
            </a:extLst>
          </p:cNvPr>
          <p:cNvSpPr>
            <a:spLocks xmlns:a="http://schemas.openxmlformats.org/drawingml/2006/main" noGrp="1"/>
          </p:cNvSpPr>
          <p:nvPr/>
        </p:nvSpPr>
        <p:spPr>
          <a:xfrm xmlns:a="http://schemas.openxmlformats.org/drawingml/2006/main">
            <a:off x="449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상태·수치·alerts[] 반환</a:t>
            </a:r>
          </a:p>
        </p:txBody>
      </p:sp>
      <p:sp>
        <p:nvSpPr>
          <p:cNvPr id="13" name="">
            <a:extLst xmlns:a="http://schemas.openxmlformats.org/drawingml/2006/main">
              <a:ext uri="{FF2B5EF4-FFF2-40B4-BE49-F238E27FC236}">
                <a16:creationId xmlns:a16="http://schemas.microsoft.com/office/drawing/2014/main" id="{DD4FC72D-7680-4B5D-8F77-E392E4DD31F8}"/>
              </a:ext>
            </a:extLst>
          </p:cNvPr>
          <p:cNvSpPr>
            <a:spLocks xmlns:a="http://schemas.openxmlformats.org/drawingml/2006/main" noGrp="1"/>
          </p:cNvSpPr>
          <p:nvPr/>
        </p:nvSpPr>
        <p:spPr>
          <a:xfrm xmlns:a="http://schemas.openxmlformats.org/drawingml/2006/main">
            <a:off x="830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Resource</a:t>
            </a:r>
          </a:p>
        </p:txBody>
      </p:sp>
      <p:sp>
        <p:nvSpPr>
          <p:cNvPr id="14" name="">
            <a:extLst xmlns:a="http://schemas.openxmlformats.org/drawingml/2006/main">
              <a:ext uri="{FF2B5EF4-FFF2-40B4-BE49-F238E27FC236}">
                <a16:creationId xmlns:a16="http://schemas.microsoft.com/office/drawing/2014/main" id="{4F58542A-6E41-4317-841E-E8FF8482208C}"/>
              </a:ext>
            </a:extLst>
          </p:cNvPr>
          <p:cNvSpPr>
            <a:spLocks xmlns:a="http://schemas.openxmlformats.org/drawingml/2006/main" noGrp="1"/>
          </p:cNvSpPr>
          <p:nvPr/>
        </p:nvSpPr>
        <p:spPr>
          <a:xfrm xmlns:a="http://schemas.openxmlformats.org/drawingml/2006/main">
            <a:off x="830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@mcp.resource(</a:t>
            </a:r>
          </a:p>
        </p:txBody>
      </p:sp>
      <p:sp>
        <p:nvSpPr>
          <p:cNvPr id="15" name="">
            <a:extLst xmlns:a="http://schemas.openxmlformats.org/drawingml/2006/main">
              <a:ext uri="{FF2B5EF4-FFF2-40B4-BE49-F238E27FC236}">
                <a16:creationId xmlns:a16="http://schemas.microsoft.com/office/drawing/2014/main" id="{D5C66D37-343E-43FF-B7B9-AB9F52FD9252}"/>
              </a:ext>
            </a:extLst>
          </p:cNvPr>
          <p:cNvSpPr>
            <a:spLocks xmlns:a="http://schemas.openxmlformats.org/drawingml/2006/main" noGrp="1"/>
          </p:cNvSpPr>
          <p:nvPr/>
        </p:nvSpPr>
        <p:spPr>
          <a:xfrm xmlns:a="http://schemas.openxmlformats.org/drawingml/2006/main">
            <a:off x="830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"runbook://incident-"</a:t>
            </a:r>
          </a:p>
        </p:txBody>
      </p:sp>
      <p:sp>
        <p:nvSpPr>
          <p:cNvPr id="16" name="">
            <a:extLst xmlns:a="http://schemas.openxmlformats.org/drawingml/2006/main">
              <a:ext uri="{FF2B5EF4-FFF2-40B4-BE49-F238E27FC236}">
                <a16:creationId xmlns:a16="http://schemas.microsoft.com/office/drawing/2014/main" id="{C2170E8A-0348-47B9-8A87-CBB64001CA2B}"/>
              </a:ext>
            </a:extLst>
          </p:cNvPr>
          <p:cNvSpPr>
            <a:spLocks xmlns:a="http://schemas.openxmlformats.org/drawingml/2006/main" noGrp="1"/>
          </p:cNvSpPr>
          <p:nvPr/>
        </p:nvSpPr>
        <p:spPr>
          <a:xfrm xmlns:a="http://schemas.openxmlformats.org/drawingml/2006/main">
            <a:off x="830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"response/{incident_type}")</a:t>
            </a:r>
          </a:p>
        </p:txBody>
      </p:sp>
      <p:sp>
        <p:nvSpPr>
          <p:cNvPr id="17" name="">
            <a:extLst xmlns:a="http://schemas.openxmlformats.org/drawingml/2006/main">
              <a:ext uri="{FF2B5EF4-FFF2-40B4-BE49-F238E27FC236}">
                <a16:creationId xmlns:a16="http://schemas.microsoft.com/office/drawing/2014/main" id="{F30640AE-32A8-4B26-AA09-42D480C167C1}"/>
              </a:ext>
            </a:extLst>
          </p:cNvPr>
          <p:cNvSpPr>
            <a:spLocks xmlns:a="http://schemas.openxmlformats.org/drawingml/2006/main" noGrp="1"/>
          </p:cNvSpPr>
          <p:nvPr/>
        </p:nvSpPr>
        <p:spPr>
          <a:xfrm xmlns:a="http://schemas.openxmlformats.org/drawingml/2006/main">
            <a:off x="830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Runbook .md 원문 반환</a:t>
            </a:r>
          </a:p>
        </p:txBody>
      </p:sp>
      <p:sp>
        <p:nvSpPr>
          <p:cNvPr id="18" name="">
            <a:extLst xmlns:a="http://schemas.openxmlformats.org/drawingml/2006/main">
              <a:ext uri="{FF2B5EF4-FFF2-40B4-BE49-F238E27FC236}">
                <a16:creationId xmlns:a16="http://schemas.microsoft.com/office/drawing/2014/main" id="{0F3FF125-5563-4C22-A5FE-BA0587CCA9A4}"/>
              </a:ext>
            </a:extLst>
          </p:cNvPr>
          <p:cNvSpPr>
            <a:spLocks xmlns:a="http://schemas.openxmlformats.org/drawingml/2006/main" noGrp="1"/>
          </p:cNvSpPr>
          <p:nvPr/>
        </p:nvSpPr>
        <p:spPr>
          <a:xfrm xmlns:a="http://schemas.openxmlformats.org/drawingml/2006/main">
            <a:off x="66675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plan이 사용</a:t>
            </a:r>
          </a:p>
        </p:txBody>
      </p:sp>
      <p:sp>
        <p:nvSpPr>
          <p:cNvPr id="19" name="">
            <a:extLst xmlns:a="http://schemas.openxmlformats.org/drawingml/2006/main">
              <a:ext uri="{FF2B5EF4-FFF2-40B4-BE49-F238E27FC236}">
                <a16:creationId xmlns:a16="http://schemas.microsoft.com/office/drawing/2014/main" id="{DEE37A00-E08C-4694-8C27-97CC68558EAE}"/>
              </a:ext>
            </a:extLst>
          </p:cNvPr>
          <p:cNvSpPr>
            <a:spLocks xmlns:a="http://schemas.openxmlformats.org/drawingml/2006/main" noGrp="1"/>
          </p:cNvSpPr>
          <p:nvPr/>
        </p:nvSpPr>
        <p:spPr>
          <a:xfrm xmlns:a="http://schemas.openxmlformats.org/drawingml/2006/main">
            <a:off x="449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0" name="">
            <a:extLst xmlns:a="http://schemas.openxmlformats.org/drawingml/2006/main">
              <a:ext uri="{FF2B5EF4-FFF2-40B4-BE49-F238E27FC236}">
                <a16:creationId xmlns:a16="http://schemas.microsoft.com/office/drawing/2014/main" id="{3D7D76A3-AAE5-4BE1-8665-B413F96C1E21}"/>
              </a:ext>
            </a:extLst>
          </p:cNvPr>
          <p:cNvSpPr>
            <a:spLocks xmlns:a="http://schemas.openxmlformats.org/drawingml/2006/main" noGrp="1"/>
          </p:cNvSpPr>
          <p:nvPr/>
        </p:nvSpPr>
        <p:spPr>
          <a:xfrm xmlns:a="http://schemas.openxmlformats.org/drawingml/2006/main">
            <a:off x="830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1" name="">
            <a:extLst xmlns:a="http://schemas.openxmlformats.org/drawingml/2006/main">
              <a:ext uri="{FF2B5EF4-FFF2-40B4-BE49-F238E27FC236}">
                <a16:creationId xmlns:a16="http://schemas.microsoft.com/office/drawing/2014/main" id="{EB2A60CB-2318-48AD-B251-08A4AC3FB30B}"/>
              </a:ext>
            </a:extLst>
          </p:cNvPr>
          <p:cNvSpPr>
            <a:spLocks xmlns:a="http://schemas.openxmlformats.org/drawingml/2006/main" noGrp="1"/>
          </p:cNvSpPr>
          <p:nvPr/>
        </p:nvSpPr>
        <p:spPr>
          <a:xfrm xmlns:a="http://schemas.openxmlformats.org/drawingml/2006/main">
            <a:off x="685800" y="5686425"/>
            <a:ext cx="10810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Tool은 monitoring.json · Resource는 data/runbooks/*.md를 읽음</a:t>
            </a:r>
          </a:p>
        </p:txBody>
      </p:sp>
      <p:sp>
        <p:nvSpPr>
          <p:cNvPr id="22" name="">
            <a:extLst xmlns:a="http://schemas.openxmlformats.org/drawingml/2006/main">
              <a:ext uri="{FF2B5EF4-FFF2-40B4-BE49-F238E27FC236}">
                <a16:creationId xmlns:a16="http://schemas.microsoft.com/office/drawing/2014/main" id="{E9CF82DD-972A-40C3-BBF0-5B5041AC1A1C}"/>
              </a:ext>
            </a:extLst>
          </p:cNvPr>
          <p:cNvSpPr>
            <a:spLocks xmlns:a="http://schemas.openxmlformats.org/drawingml/2006/main" noGrp="1"/>
          </p:cNvSpPr>
          <p:nvPr/>
        </p:nvSpPr>
        <p:spPr>
          <a:xfrm xmlns:a="http://schemas.openxmlformats.org/drawingml/2006/main">
            <a:off x="685800" y="628650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MCP 구성 재사용 · Runbook 선택은 replan_check에서 개선</a:t>
            </a:r>
          </a:p>
        </p:txBody>
      </p:sp>
      <p:sp>
        <p:nvSpPr>
          <p:cNvPr id="23" name="">
            <a:extLst xmlns:a="http://schemas.openxmlformats.org/drawingml/2006/main">
              <a:ext uri="{FF2B5EF4-FFF2-40B4-BE49-F238E27FC236}">
                <a16:creationId xmlns:a16="http://schemas.microsoft.com/office/drawing/2014/main" id="{70CAE629-81ED-497E-8DC4-9A97977012C4}"/>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4576631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631E600-D8FC-4FA3-A396-7C9CCAAD8A54}"/>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plan은 어떤 task를 만들어 research에 넘길까?</a:t>
            </a:r>
          </a:p>
        </p:txBody>
      </p:sp>
      <p:sp>
        <p:nvSpPr>
          <p:cNvPr id="2" name="">
            <a:extLst xmlns:a="http://schemas.openxmlformats.org/drawingml/2006/main">
              <a:ext uri="{FF2B5EF4-FFF2-40B4-BE49-F238E27FC236}">
                <a16:creationId xmlns:a16="http://schemas.microsoft.com/office/drawing/2014/main" id="{7989259F-B74C-4A96-A316-D88C428A95A2}"/>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07  G096 정다운</a:t>
            </a:r>
          </a:p>
        </p:txBody>
      </p:sp>
      <p:sp>
        <p:nvSpPr>
          <p:cNvPr id="3" name="">
            <a:extLst xmlns:a="http://schemas.openxmlformats.org/drawingml/2006/main">
              <a:ext uri="{FF2B5EF4-FFF2-40B4-BE49-F238E27FC236}">
                <a16:creationId xmlns:a16="http://schemas.microsoft.com/office/drawing/2014/main" id="{D1B0766C-DD4B-4C3D-AF68-EE9169928CA2}"/>
              </a:ext>
            </a:extLst>
          </p:cNvPr>
          <p:cNvSpPr>
            <a:spLocks xmlns:a="http://schemas.openxmlformats.org/drawingml/2006/main" noGrp="1"/>
          </p:cNvSpPr>
          <p:nvPr/>
        </p:nvSpPr>
        <p:spPr>
          <a:xfrm xmlns:a="http://schemas.openxmlformats.org/drawingml/2006/main">
            <a:off x="666750" y="1438275"/>
            <a:ext cx="5381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plan · agent/graph.py:52–71</a:t>
            </a:r>
          </a:p>
        </p:txBody>
      </p:sp>
      <p:sp>
        <p:nvSpPr>
          <p:cNvPr id="4" name="">
            <a:extLst xmlns:a="http://schemas.openxmlformats.org/drawingml/2006/main">
              <a:ext uri="{FF2B5EF4-FFF2-40B4-BE49-F238E27FC236}">
                <a16:creationId xmlns:a16="http://schemas.microsoft.com/office/drawing/2014/main" id="{A5B8493F-0A47-4949-ADFE-1B50E458DADF}"/>
              </a:ext>
            </a:extLst>
          </p:cNvPr>
          <p:cNvSpPr>
            <a:spLocks xmlns:a="http://schemas.openxmlformats.org/drawingml/2006/main" noGrp="1"/>
          </p:cNvSpPr>
          <p:nvPr/>
        </p:nvSpPr>
        <p:spPr>
          <a:xfrm xmlns:a="http://schemas.openxmlformats.org/drawingml/2006/main">
            <a:off x="666750" y="1838325"/>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targets = state["target_systems"]</a:t>
            </a:r>
          </a:p>
        </p:txBody>
      </p:sp>
      <p:sp>
        <p:nvSpPr>
          <p:cNvPr id="5" name="">
            <a:extLst xmlns:a="http://schemas.openxmlformats.org/drawingml/2006/main">
              <a:ext uri="{FF2B5EF4-FFF2-40B4-BE49-F238E27FC236}">
                <a16:creationId xmlns:a16="http://schemas.microsoft.com/office/drawing/2014/main" id="{DEA2B513-BCFA-4D98-89D7-7CA524756DB4}"/>
              </a:ext>
            </a:extLst>
          </p:cNvPr>
          <p:cNvSpPr>
            <a:spLocks xmlns:a="http://schemas.openxmlformats.org/drawingml/2006/main" noGrp="1"/>
          </p:cNvSpPr>
          <p:nvPr/>
        </p:nvSpPr>
        <p:spPr>
          <a:xfrm xmlns:a="http://schemas.openxmlformats.org/drawingml/2006/main">
            <a:off x="666750" y="2190750"/>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procedure = await deps.mcp.get_prompt(</a:t>
            </a:r>
          </a:p>
        </p:txBody>
      </p:sp>
      <p:sp>
        <p:nvSpPr>
          <p:cNvPr id="6" name="">
            <a:extLst xmlns:a="http://schemas.openxmlformats.org/drawingml/2006/main">
              <a:ext uri="{FF2B5EF4-FFF2-40B4-BE49-F238E27FC236}">
                <a16:creationId xmlns:a16="http://schemas.microsoft.com/office/drawing/2014/main" id="{5E9716C2-10E0-4F84-BD0A-15AB6CA1C79F}"/>
              </a:ext>
            </a:extLst>
          </p:cNvPr>
          <p:cNvSpPr>
            <a:spLocks xmlns:a="http://schemas.openxmlformats.org/drawingml/2006/main" noGrp="1"/>
          </p:cNvSpPr>
          <p:nvPr/>
        </p:nvSpPr>
        <p:spPr>
          <a:xfrm xmlns:a="http://schemas.openxmlformats.org/drawingml/2006/main">
            <a:off x="666750" y="2543175"/>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"incident_analysis_prompt", ...)</a:t>
            </a:r>
          </a:p>
        </p:txBody>
      </p:sp>
      <p:sp>
        <p:nvSpPr>
          <p:cNvPr id="7" name="">
            <a:extLst xmlns:a="http://schemas.openxmlformats.org/drawingml/2006/main">
              <a:ext uri="{FF2B5EF4-FFF2-40B4-BE49-F238E27FC236}">
                <a16:creationId xmlns:a16="http://schemas.microsoft.com/office/drawing/2014/main" id="{116AA044-F223-4820-BF0C-504713F00EBD}"/>
              </a:ext>
            </a:extLst>
          </p:cNvPr>
          <p:cNvSpPr>
            <a:spLocks xmlns:a="http://schemas.openxmlformats.org/drawingml/2006/main" noGrp="1"/>
          </p:cNvSpPr>
          <p:nvPr/>
        </p:nvSpPr>
        <p:spPr>
          <a:xfrm xmlns:a="http://schemas.openxmlformats.org/drawingml/2006/main">
            <a:off x="666750" y="2895600"/>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result, usage = deps.fast_llm.plan(</a:t>
            </a:r>
          </a:p>
        </p:txBody>
      </p:sp>
      <p:sp>
        <p:nvSpPr>
          <p:cNvPr id="8" name="">
            <a:extLst xmlns:a="http://schemas.openxmlformats.org/drawingml/2006/main">
              <a:ext uri="{FF2B5EF4-FFF2-40B4-BE49-F238E27FC236}">
                <a16:creationId xmlns:a16="http://schemas.microsoft.com/office/drawing/2014/main" id="{69491431-0290-4107-AFE1-CD69E240B533}"/>
              </a:ext>
            </a:extLst>
          </p:cNvPr>
          <p:cNvSpPr>
            <a:spLocks xmlns:a="http://schemas.openxmlformats.org/drawingml/2006/main" noGrp="1"/>
          </p:cNvSpPr>
          <p:nvPr/>
        </p:nvSpPr>
        <p:spPr>
          <a:xfrm xmlns:a="http://schemas.openxmlformats.org/drawingml/2006/main">
            <a:off x="666750" y="3248025"/>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    state["query"], procedure, targets)</a:t>
            </a:r>
          </a:p>
        </p:txBody>
      </p:sp>
      <p:sp>
        <p:nvSpPr>
          <p:cNvPr id="9" name="">
            <a:extLst xmlns:a="http://schemas.openxmlformats.org/drawingml/2006/main">
              <a:ext uri="{FF2B5EF4-FFF2-40B4-BE49-F238E27FC236}">
                <a16:creationId xmlns:a16="http://schemas.microsoft.com/office/drawing/2014/main" id="{FAE35C1D-D741-42A9-A768-1C58D406E0F1}"/>
              </a:ext>
            </a:extLst>
          </p:cNvPr>
          <p:cNvSpPr>
            <a:spLocks xmlns:a="http://schemas.openxmlformats.org/drawingml/2006/main" noGrp="1"/>
          </p:cNvSpPr>
          <p:nvPr/>
        </p:nvSpPr>
        <p:spPr>
          <a:xfrm xmlns:a="http://schemas.openxmlformats.org/drawingml/2006/main">
            <a:off x="666750" y="3600450"/>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return {"tasks": result["tasks"], ...}</a:t>
            </a:r>
          </a:p>
        </p:txBody>
      </p:sp>
      <p:sp>
        <p:nvSpPr>
          <p:cNvPr id="10" name="">
            <a:extLst xmlns:a="http://schemas.openxmlformats.org/drawingml/2006/main">
              <a:ext uri="{FF2B5EF4-FFF2-40B4-BE49-F238E27FC236}">
                <a16:creationId xmlns:a16="http://schemas.microsoft.com/office/drawing/2014/main" id="{63484949-BD19-4AB6-8562-7DA4D5FBC52C}"/>
              </a:ext>
            </a:extLst>
          </p:cNvPr>
          <p:cNvSpPr>
            <a:spLocks xmlns:a="http://schemas.openxmlformats.org/drawingml/2006/main" noGrp="1"/>
          </p:cNvSpPr>
          <p:nvPr/>
        </p:nvSpPr>
        <p:spPr>
          <a:xfrm xmlns:a="http://schemas.openxmlformats.org/drawingml/2006/main">
            <a:off x="6419850" y="1438275"/>
            <a:ext cx="5191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정규화 · agent/task_planner.py:12–28</a:t>
            </a:r>
          </a:p>
        </p:txBody>
      </p:sp>
      <p:sp>
        <p:nvSpPr>
          <p:cNvPr id="11" name="">
            <a:extLst xmlns:a="http://schemas.openxmlformats.org/drawingml/2006/main">
              <a:ext uri="{FF2B5EF4-FFF2-40B4-BE49-F238E27FC236}">
                <a16:creationId xmlns:a16="http://schemas.microsoft.com/office/drawing/2014/main" id="{626D8801-2542-452A-BF7E-2DBFE23C5224}"/>
              </a:ext>
            </a:extLst>
          </p:cNvPr>
          <p:cNvSpPr>
            <a:spLocks xmlns:a="http://schemas.openxmlformats.org/drawingml/2006/main" noGrp="1"/>
          </p:cNvSpPr>
          <p:nvPr/>
        </p:nvSpPr>
        <p:spPr>
          <a:xfrm xmlns:a="http://schemas.openxmlformats.org/drawingml/2006/main">
            <a:off x="6419850" y="18383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tasks = [</a:t>
            </a:r>
          </a:p>
        </p:txBody>
      </p:sp>
      <p:sp>
        <p:nvSpPr>
          <p:cNvPr id="12" name="">
            <a:extLst xmlns:a="http://schemas.openxmlformats.org/drawingml/2006/main">
              <a:ext uri="{FF2B5EF4-FFF2-40B4-BE49-F238E27FC236}">
                <a16:creationId xmlns:a16="http://schemas.microsoft.com/office/drawing/2014/main" id="{B210C0ED-47D9-420B-807D-B4F13E31A5FA}"/>
              </a:ext>
            </a:extLst>
          </p:cNvPr>
          <p:cNvSpPr>
            <a:spLocks xmlns:a="http://schemas.openxmlformats.org/drawingml/2006/main" noGrp="1"/>
          </p:cNvSpPr>
          <p:nvPr/>
        </p:nvSpPr>
        <p:spPr>
          <a:xfrm xmlns:a="http://schemas.openxmlformats.org/drawingml/2006/main">
            <a:off x="6419850" y="21431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{"id": f"task-{index}", "agent": "research",</a:t>
            </a:r>
          </a:p>
        </p:txBody>
      </p:sp>
      <p:sp>
        <p:nvSpPr>
          <p:cNvPr id="13" name="">
            <a:extLst xmlns:a="http://schemas.openxmlformats.org/drawingml/2006/main">
              <a:ext uri="{FF2B5EF4-FFF2-40B4-BE49-F238E27FC236}">
                <a16:creationId xmlns:a16="http://schemas.microsoft.com/office/drawing/2014/main" id="{9CDC659D-DFC3-43B2-99D5-103CFD1A8910}"/>
              </a:ext>
            </a:extLst>
          </p:cNvPr>
          <p:cNvSpPr>
            <a:spLocks xmlns:a="http://schemas.openxmlformats.org/drawingml/2006/main" noGrp="1"/>
          </p:cNvSpPr>
          <p:nvPr/>
        </p:nvSpPr>
        <p:spPr>
          <a:xfrm xmlns:a="http://schemas.openxmlformats.org/drawingml/2006/main">
            <a:off x="6419850" y="24479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"kind": "monitoring", "target": target,</a:t>
            </a:r>
          </a:p>
        </p:txBody>
      </p:sp>
      <p:sp>
        <p:nvSpPr>
          <p:cNvPr id="14" name="">
            <a:extLst xmlns:a="http://schemas.openxmlformats.org/drawingml/2006/main">
              <a:ext uri="{FF2B5EF4-FFF2-40B4-BE49-F238E27FC236}">
                <a16:creationId xmlns:a16="http://schemas.microsoft.com/office/drawing/2014/main" id="{699170BF-9397-4A9C-9C41-31859C8574C7}"/>
              </a:ext>
            </a:extLst>
          </p:cNvPr>
          <p:cNvSpPr>
            <a:spLocks xmlns:a="http://schemas.openxmlformats.org/drawingml/2006/main" noGrp="1"/>
          </p:cNvSpPr>
          <p:nvPr/>
        </p:nvSpPr>
        <p:spPr>
          <a:xfrm xmlns:a="http://schemas.openxmlformats.org/drawingml/2006/main">
            <a:off x="6419850" y="27527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"status": "pending"}</a:t>
            </a:r>
          </a:p>
        </p:txBody>
      </p:sp>
      <p:sp>
        <p:nvSpPr>
          <p:cNvPr id="15" name="">
            <a:extLst xmlns:a="http://schemas.openxmlformats.org/drawingml/2006/main">
              <a:ext uri="{FF2B5EF4-FFF2-40B4-BE49-F238E27FC236}">
                <a16:creationId xmlns:a16="http://schemas.microsoft.com/office/drawing/2014/main" id="{F7EC29A3-2512-426B-AF52-96022D01C7AF}"/>
              </a:ext>
            </a:extLst>
          </p:cNvPr>
          <p:cNvSpPr>
            <a:spLocks xmlns:a="http://schemas.openxmlformats.org/drawingml/2006/main" noGrp="1"/>
          </p:cNvSpPr>
          <p:nvPr/>
        </p:nvSpPr>
        <p:spPr>
          <a:xfrm xmlns:a="http://schemas.openxmlformats.org/drawingml/2006/main">
            <a:off x="6419850" y="30575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for index, target in enumerate(verified)</a:t>
            </a:r>
          </a:p>
        </p:txBody>
      </p:sp>
      <p:sp>
        <p:nvSpPr>
          <p:cNvPr id="16" name="">
            <a:extLst xmlns:a="http://schemas.openxmlformats.org/drawingml/2006/main">
              <a:ext uri="{FF2B5EF4-FFF2-40B4-BE49-F238E27FC236}">
                <a16:creationId xmlns:a16="http://schemas.microsoft.com/office/drawing/2014/main" id="{2E0B1DB4-DC70-4337-AA9C-0E4FCC799469}"/>
              </a:ext>
            </a:extLst>
          </p:cNvPr>
          <p:cNvSpPr>
            <a:spLocks xmlns:a="http://schemas.openxmlformats.org/drawingml/2006/main" noGrp="1"/>
          </p:cNvSpPr>
          <p:nvPr/>
        </p:nvSpPr>
        <p:spPr>
          <a:xfrm xmlns:a="http://schemas.openxmlformats.org/drawingml/2006/main">
            <a:off x="6419850" y="33623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a:t>
            </a:r>
          </a:p>
        </p:txBody>
      </p:sp>
      <p:sp>
        <p:nvSpPr>
          <p:cNvPr id="17" name="">
            <a:extLst xmlns:a="http://schemas.openxmlformats.org/drawingml/2006/main">
              <a:ext uri="{FF2B5EF4-FFF2-40B4-BE49-F238E27FC236}">
                <a16:creationId xmlns:a16="http://schemas.microsoft.com/office/drawing/2014/main" id="{06721F1D-9E72-43AE-86DA-96C834FCDADE}"/>
              </a:ext>
            </a:extLst>
          </p:cNvPr>
          <p:cNvSpPr>
            <a:spLocks xmlns:a="http://schemas.openxmlformats.org/drawingml/2006/main" noGrp="1"/>
          </p:cNvSpPr>
          <p:nvPr/>
        </p:nvSpPr>
        <p:spPr>
          <a:xfrm xmlns:a="http://schemas.openxmlformats.org/drawingml/2006/main">
            <a:off x="6419850" y="36671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if needs_analysis or has_analysis:</a:t>
            </a:r>
          </a:p>
        </p:txBody>
      </p:sp>
      <p:sp>
        <p:nvSpPr>
          <p:cNvPr id="18" name="">
            <a:extLst xmlns:a="http://schemas.openxmlformats.org/drawingml/2006/main">
              <a:ext uri="{FF2B5EF4-FFF2-40B4-BE49-F238E27FC236}">
                <a16:creationId xmlns:a16="http://schemas.microsoft.com/office/drawing/2014/main" id="{358EC5BC-CDD2-46BB-92A2-8B1460BA4BAD}"/>
              </a:ext>
            </a:extLst>
          </p:cNvPr>
          <p:cNvSpPr>
            <a:spLocks xmlns:a="http://schemas.openxmlformats.org/drawingml/2006/main" noGrp="1"/>
          </p:cNvSpPr>
          <p:nvPr/>
        </p:nvSpPr>
        <p:spPr>
          <a:xfrm xmlns:a="http://schemas.openxmlformats.org/drawingml/2006/main">
            <a:off x="6419850" y="39719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tasks.append({"agent": "analysis", ...})</a:t>
            </a:r>
          </a:p>
        </p:txBody>
      </p:sp>
      <p:sp>
        <p:nvSpPr>
          <p:cNvPr id="19" name="">
            <a:extLst xmlns:a="http://schemas.openxmlformats.org/drawingml/2006/main">
              <a:ext uri="{FF2B5EF4-FFF2-40B4-BE49-F238E27FC236}">
                <a16:creationId xmlns:a16="http://schemas.microsoft.com/office/drawing/2014/main" id="{D78DAF23-EABC-40D1-9255-575733D6CAED}"/>
              </a:ext>
            </a:extLst>
          </p:cNvPr>
          <p:cNvSpPr>
            <a:spLocks xmlns:a="http://schemas.openxmlformats.org/drawingml/2006/main" noGrp="1"/>
          </p:cNvSpPr>
          <p:nvPr/>
        </p:nvSpPr>
        <p:spPr>
          <a:xfrm xmlns:a="http://schemas.openxmlformats.org/drawingml/2006/main">
            <a:off x="666750" y="46291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예: 확정 대상 2개</a:t>
            </a:r>
          </a:p>
        </p:txBody>
      </p:sp>
      <p:sp>
        <p:nvSpPr>
          <p:cNvPr id="20" name="">
            <a:extLst xmlns:a="http://schemas.openxmlformats.org/drawingml/2006/main">
              <a:ext uri="{FF2B5EF4-FFF2-40B4-BE49-F238E27FC236}">
                <a16:creationId xmlns:a16="http://schemas.microsoft.com/office/drawing/2014/main" id="{3376FCE4-5599-495F-915D-379AE11D0F5E}"/>
              </a:ext>
            </a:extLst>
          </p:cNvPr>
          <p:cNvSpPr>
            <a:spLocks xmlns:a="http://schemas.openxmlformats.org/drawingml/2006/main" noGrp="1"/>
          </p:cNvSpPr>
          <p:nvPr/>
        </p:nvSpPr>
        <p:spPr>
          <a:xfrm xmlns:a="http://schemas.openxmlformats.org/drawingml/2006/main">
            <a:off x="666750" y="5067300"/>
            <a:ext cx="10763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payments-service · gateway-service → Monitoring task 2개 → research 병렬 실행</a:t>
            </a:r>
          </a:p>
        </p:txBody>
      </p:sp>
      <p:sp>
        <p:nvSpPr>
          <p:cNvPr id="21" name="">
            <a:extLst xmlns:a="http://schemas.openxmlformats.org/drawingml/2006/main">
              <a:ext uri="{FF2B5EF4-FFF2-40B4-BE49-F238E27FC236}">
                <a16:creationId xmlns:a16="http://schemas.microsoft.com/office/drawing/2014/main" id="{CBC235D1-469D-470F-885E-1BD67CBD3DAF}"/>
              </a:ext>
            </a:extLst>
          </p:cNvPr>
          <p:cNvSpPr>
            <a:spLocks xmlns:a="http://schemas.openxmlformats.org/drawingml/2006/main" noGrp="1"/>
          </p:cNvSpPr>
          <p:nvPr/>
        </p:nvSpPr>
        <p:spPr>
          <a:xfrm xmlns:a="http://schemas.openxmlformats.org/drawingml/2006/main">
            <a:off x="666750" y="5762625"/>
            <a:ext cx="10810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선택적 analysis task는 gate 검사 후 유지·제거 · Runbook task는 아직 만들지 않음</a:t>
            </a:r>
          </a:p>
        </p:txBody>
      </p:sp>
      <p:sp>
        <p:nvSpPr>
          <p:cNvPr id="22" name="">
            <a:extLst xmlns:a="http://schemas.openxmlformats.org/drawingml/2006/main">
              <a:ext uri="{FF2B5EF4-FFF2-40B4-BE49-F238E27FC236}">
                <a16:creationId xmlns:a16="http://schemas.microsoft.com/office/drawing/2014/main" id="{0B514485-8EF2-4083-B3A8-C87EDEC800A8}"/>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6183536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A129F36-504A-4A77-A5BA-36922A574718}"/>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호출은 Graph의 어느 단계에서 일어날까?</a:t>
            </a:r>
          </a:p>
        </p:txBody>
      </p:sp>
      <p:sp>
        <p:nvSpPr>
          <p:cNvPr id="2" name="">
            <a:extLst xmlns:a="http://schemas.openxmlformats.org/drawingml/2006/main">
              <a:ext uri="{FF2B5EF4-FFF2-40B4-BE49-F238E27FC236}">
                <a16:creationId xmlns:a16="http://schemas.microsoft.com/office/drawing/2014/main" id="{75AD64B3-4B1F-4DCC-A53D-4D94FF1CCAB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08  G096 정다운</a:t>
            </a:r>
          </a:p>
        </p:txBody>
      </p:sp>
      <p:sp>
        <p:nvSpPr>
          <p:cNvPr id="3" name="">
            <a:extLst xmlns:a="http://schemas.openxmlformats.org/drawingml/2006/main">
              <a:ext uri="{FF2B5EF4-FFF2-40B4-BE49-F238E27FC236}">
                <a16:creationId xmlns:a16="http://schemas.microsoft.com/office/drawing/2014/main" id="{513AE792-C8D2-4E11-B7AF-473038965F11}"/>
              </a:ext>
            </a:extLst>
          </p:cNvPr>
          <p:cNvSpPr>
            <a:spLocks xmlns:a="http://schemas.openxmlformats.org/drawingml/2006/main" noGrp="1"/>
          </p:cNvSpPr>
          <p:nvPr/>
        </p:nvSpPr>
        <p:spPr>
          <a:xfrm xmlns:a="http://schemas.openxmlformats.org/drawingml/2006/main">
            <a:off x="685800" y="1381125"/>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연결은 앱 시작 때 한 번</a:t>
            </a:r>
          </a:p>
        </p:txBody>
      </p:sp>
      <p:sp>
        <p:nvSpPr>
          <p:cNvPr id="4" name="">
            <a:extLst xmlns:a="http://schemas.openxmlformats.org/drawingml/2006/main">
              <a:ext uri="{FF2B5EF4-FFF2-40B4-BE49-F238E27FC236}">
                <a16:creationId xmlns:a16="http://schemas.microsoft.com/office/drawing/2014/main" id="{58094B76-5C3E-4F9A-9BCA-EFB01D3D91CF}"/>
              </a:ext>
            </a:extLst>
          </p:cNvPr>
          <p:cNvSpPr>
            <a:spLocks xmlns:a="http://schemas.openxmlformats.org/drawingml/2006/main" noGrp="1"/>
          </p:cNvSpPr>
          <p:nvPr/>
        </p:nvSpPr>
        <p:spPr>
          <a:xfrm xmlns:a="http://schemas.openxmlformats.org/drawingml/2006/main">
            <a:off x="685800" y="178117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mcp = MCPClient()</a:t>
            </a:r>
          </a:p>
        </p:txBody>
      </p:sp>
      <p:sp>
        <p:nvSpPr>
          <p:cNvPr id="5" name="">
            <a:extLst xmlns:a="http://schemas.openxmlformats.org/drawingml/2006/main">
              <a:ext uri="{FF2B5EF4-FFF2-40B4-BE49-F238E27FC236}">
                <a16:creationId xmlns:a16="http://schemas.microsoft.com/office/drawing/2014/main" id="{E11A9C2A-24A9-4CC2-AAF8-572FC0E8C0A1}"/>
              </a:ext>
            </a:extLst>
          </p:cNvPr>
          <p:cNvSpPr>
            <a:spLocks xmlns:a="http://schemas.openxmlformats.org/drawingml/2006/main" noGrp="1"/>
          </p:cNvSpPr>
          <p:nvPr/>
        </p:nvSpPr>
        <p:spPr>
          <a:xfrm xmlns:a="http://schemas.openxmlformats.org/drawingml/2006/main">
            <a:off x="685800" y="21526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await mcp.start()</a:t>
            </a:r>
          </a:p>
        </p:txBody>
      </p:sp>
      <p:sp>
        <p:nvSpPr>
          <p:cNvPr id="6" name="">
            <a:extLst xmlns:a="http://schemas.openxmlformats.org/drawingml/2006/main">
              <a:ext uri="{FF2B5EF4-FFF2-40B4-BE49-F238E27FC236}">
                <a16:creationId xmlns:a16="http://schemas.microsoft.com/office/drawing/2014/main" id="{205BBAFE-3B20-4AC2-8241-11EAE35D257B}"/>
              </a:ext>
            </a:extLst>
          </p:cNvPr>
          <p:cNvSpPr>
            <a:spLocks xmlns:a="http://schemas.openxmlformats.org/drawingml/2006/main" noGrp="1"/>
          </p:cNvSpPr>
          <p:nvPr/>
        </p:nvSpPr>
        <p:spPr>
          <a:xfrm xmlns:a="http://schemas.openxmlformats.org/drawingml/2006/main">
            <a:off x="685800" y="252412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 요청마다 세션 재사용</a:t>
            </a:r>
          </a:p>
        </p:txBody>
      </p:sp>
      <p:sp>
        <p:nvSpPr>
          <p:cNvPr id="7" name="">
            <a:extLst xmlns:a="http://schemas.openxmlformats.org/drawingml/2006/main">
              <a:ext uri="{FF2B5EF4-FFF2-40B4-BE49-F238E27FC236}">
                <a16:creationId xmlns:a16="http://schemas.microsoft.com/office/drawing/2014/main" id="{55897E91-23E5-4779-B1E6-992B06372A2E}"/>
              </a:ext>
            </a:extLst>
          </p:cNvPr>
          <p:cNvSpPr>
            <a:spLocks xmlns:a="http://schemas.openxmlformats.org/drawingml/2006/main" noGrp="1"/>
          </p:cNvSpPr>
          <p:nvPr/>
        </p:nvSpPr>
        <p:spPr>
          <a:xfrm xmlns:a="http://schemas.openxmlformats.org/drawingml/2006/main">
            <a:off x="685800" y="289560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await mcp.stop()</a:t>
            </a:r>
          </a:p>
        </p:txBody>
      </p:sp>
      <p:sp>
        <p:nvSpPr>
          <p:cNvPr id="8" name="">
            <a:extLst xmlns:a="http://schemas.openxmlformats.org/drawingml/2006/main">
              <a:ext uri="{FF2B5EF4-FFF2-40B4-BE49-F238E27FC236}">
                <a16:creationId xmlns:a16="http://schemas.microsoft.com/office/drawing/2014/main" id="{C3F499CC-0150-49E5-BBB2-D71637E55E15}"/>
              </a:ext>
            </a:extLst>
          </p:cNvPr>
          <p:cNvSpPr>
            <a:spLocks xmlns:a="http://schemas.openxmlformats.org/drawingml/2006/main" noGrp="1"/>
          </p:cNvSpPr>
          <p:nvPr/>
        </p:nvSpPr>
        <p:spPr>
          <a:xfrm xmlns:a="http://schemas.openxmlformats.org/drawingml/2006/main">
            <a:off x="685800" y="342900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server.py:90–111 · agent/mcp_client.py:53–62</a:t>
            </a:r>
          </a:p>
        </p:txBody>
      </p:sp>
      <p:sp>
        <p:nvSpPr>
          <p:cNvPr id="9" name="">
            <a:extLst xmlns:a="http://schemas.openxmlformats.org/drawingml/2006/main">
              <a:ext uri="{FF2B5EF4-FFF2-40B4-BE49-F238E27FC236}">
                <a16:creationId xmlns:a16="http://schemas.microsoft.com/office/drawing/2014/main" id="{30A71B79-9B2B-4910-8AE8-5950E0024352}"/>
              </a:ext>
            </a:extLst>
          </p:cNvPr>
          <p:cNvSpPr>
            <a:spLocks xmlns:a="http://schemas.openxmlformats.org/drawingml/2006/main" noGrp="1"/>
          </p:cNvSpPr>
          <p:nvPr/>
        </p:nvSpPr>
        <p:spPr>
          <a:xfrm xmlns:a="http://schemas.openxmlformats.org/drawingml/2006/main">
            <a:off x="5962650" y="13620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순서</a:t>
            </a:r>
          </a:p>
        </p:txBody>
      </p:sp>
      <p:sp>
        <p:nvSpPr>
          <p:cNvPr id="10" name="">
            <a:extLst xmlns:a="http://schemas.openxmlformats.org/drawingml/2006/main">
              <a:ext uri="{FF2B5EF4-FFF2-40B4-BE49-F238E27FC236}">
                <a16:creationId xmlns:a16="http://schemas.microsoft.com/office/drawing/2014/main" id="{8FF5B0F2-2B29-4BFA-ADE9-59E17E761FCB}"/>
              </a:ext>
            </a:extLst>
          </p:cNvPr>
          <p:cNvSpPr>
            <a:spLocks xmlns:a="http://schemas.openxmlformats.org/drawingml/2006/main" noGrp="1"/>
          </p:cNvSpPr>
          <p:nvPr/>
        </p:nvSpPr>
        <p:spPr>
          <a:xfrm xmlns:a="http://schemas.openxmlformats.org/drawingml/2006/main">
            <a:off x="5962650" y="1752600"/>
            <a:ext cx="1028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1F361F22-1225-45EE-9926-A1D1D213088C}"/>
              </a:ext>
            </a:extLst>
          </p:cNvPr>
          <p:cNvSpPr>
            <a:spLocks xmlns:a="http://schemas.openxmlformats.org/drawingml/2006/main" noGrp="1"/>
          </p:cNvSpPr>
          <p:nvPr/>
        </p:nvSpPr>
        <p:spPr>
          <a:xfrm xmlns:a="http://schemas.openxmlformats.org/drawingml/2006/main">
            <a:off x="7077075" y="1762125"/>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Prompt 조회 → task 작성 (Tool 호출 전)</a:t>
            </a:r>
          </a:p>
        </p:txBody>
      </p:sp>
      <p:sp>
        <p:nvSpPr>
          <p:cNvPr id="12" name="">
            <a:extLst xmlns:a="http://schemas.openxmlformats.org/drawingml/2006/main">
              <a:ext uri="{FF2B5EF4-FFF2-40B4-BE49-F238E27FC236}">
                <a16:creationId xmlns:a16="http://schemas.microsoft.com/office/drawing/2014/main" id="{C8A92CAB-7D43-4027-8828-E20AFB628D36}"/>
              </a:ext>
            </a:extLst>
          </p:cNvPr>
          <p:cNvSpPr>
            <a:spLocks xmlns:a="http://schemas.openxmlformats.org/drawingml/2006/main" noGrp="1"/>
          </p:cNvSpPr>
          <p:nvPr/>
        </p:nvSpPr>
        <p:spPr>
          <a:xfrm xmlns:a="http://schemas.openxmlformats.org/drawingml/2006/main">
            <a:off x="5962650" y="248602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1차</a:t>
            </a:r>
          </a:p>
        </p:txBody>
      </p:sp>
      <p:sp>
        <p:nvSpPr>
          <p:cNvPr id="13" name="">
            <a:extLst xmlns:a="http://schemas.openxmlformats.org/drawingml/2006/main">
              <a:ext uri="{FF2B5EF4-FFF2-40B4-BE49-F238E27FC236}">
                <a16:creationId xmlns:a16="http://schemas.microsoft.com/office/drawing/2014/main" id="{EA21BDB7-9BA0-4487-BD3C-A94206E588F8}"/>
              </a:ext>
            </a:extLst>
          </p:cNvPr>
          <p:cNvSpPr>
            <a:spLocks xmlns:a="http://schemas.openxmlformats.org/drawingml/2006/main" noGrp="1"/>
          </p:cNvSpPr>
          <p:nvPr/>
        </p:nvSpPr>
        <p:spPr>
          <a:xfrm xmlns:a="http://schemas.openxmlformats.org/drawingml/2006/main">
            <a:off x="7715250" y="2486025"/>
            <a:ext cx="3857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call_tool("get_monitoring_status")</a:t>
            </a:r>
          </a:p>
        </p:txBody>
      </p:sp>
      <p:sp>
        <p:nvSpPr>
          <p:cNvPr id="14" name="">
            <a:extLst xmlns:a="http://schemas.openxmlformats.org/drawingml/2006/main">
              <a:ext uri="{FF2B5EF4-FFF2-40B4-BE49-F238E27FC236}">
                <a16:creationId xmlns:a16="http://schemas.microsoft.com/office/drawing/2014/main" id="{54F8B202-3A4C-4E6D-BAAC-038A88AD91EE}"/>
              </a:ext>
            </a:extLst>
          </p:cNvPr>
          <p:cNvSpPr>
            <a:spLocks xmlns:a="http://schemas.openxmlformats.org/drawingml/2006/main" noGrp="1"/>
          </p:cNvSpPr>
          <p:nvPr/>
        </p:nvSpPr>
        <p:spPr>
          <a:xfrm xmlns:a="http://schemas.openxmlformats.org/drawingml/2006/main">
            <a:off x="5962650" y="3219450"/>
            <a:ext cx="1857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replan_check</a:t>
            </a:r>
          </a:p>
        </p:txBody>
      </p:sp>
      <p:sp>
        <p:nvSpPr>
          <p:cNvPr id="15" name="">
            <a:extLst xmlns:a="http://schemas.openxmlformats.org/drawingml/2006/main">
              <a:ext uri="{FF2B5EF4-FFF2-40B4-BE49-F238E27FC236}">
                <a16:creationId xmlns:a16="http://schemas.microsoft.com/office/drawing/2014/main" id="{46FB6028-F995-4B8E-951A-3BCCBD5B0026}"/>
              </a:ext>
            </a:extLst>
          </p:cNvPr>
          <p:cNvSpPr>
            <a:spLocks xmlns:a="http://schemas.openxmlformats.org/drawingml/2006/main" noGrp="1"/>
          </p:cNvSpPr>
          <p:nvPr/>
        </p:nvSpPr>
        <p:spPr>
          <a:xfrm xmlns:a="http://schemas.openxmlformats.org/drawingml/2006/main">
            <a:off x="7877175" y="3228975"/>
            <a:ext cx="3667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Apple SD Gothic Neo"/>
                <a:ea typeface="Apple SD Gothic Neo"/>
                <a:cs typeface="Apple SD Gothic Neo"/>
              </a:defRPr>
            </a:defPPr>
            <a:lvl1pPr algn="l">
              <a:defRPr sz="1350" b="0">
                <a:solidFill>
                  <a:srgbClr val="13151A"/>
                </a:solidFill>
                <a:latin typeface="Apple SD Gothic Neo"/>
                <a:ea typeface="Apple SD Gothic Neo"/>
                <a:cs typeface="Apple SD Gothic Neo"/>
              </a:defRPr>
            </a:lvl1pPr>
            <a:lvl2pPr algn="l">
              <a:defRPr sz="1350" b="0">
                <a:solidFill>
                  <a:srgbClr val="13151A"/>
                </a:solidFill>
                <a:latin typeface="Apple SD Gothic Neo"/>
                <a:ea typeface="Apple SD Gothic Neo"/>
                <a:cs typeface="Apple SD Gothic Neo"/>
              </a:defRPr>
            </a:lvl2pPr>
            <a:lvl3pPr algn="l">
              <a:defRPr sz="1350" b="0">
                <a:solidFill>
                  <a:srgbClr val="13151A"/>
                </a:solidFill>
                <a:latin typeface="Apple SD Gothic Neo"/>
                <a:ea typeface="Apple SD Gothic Neo"/>
                <a:cs typeface="Apple SD Gothic Neo"/>
              </a:defRPr>
            </a:lvl3pPr>
            <a:lvl4pPr algn="l">
              <a:defRPr sz="1350" b="0">
                <a:solidFill>
                  <a:srgbClr val="13151A"/>
                </a:solidFill>
                <a:latin typeface="Apple SD Gothic Neo"/>
                <a:ea typeface="Apple SD Gothic Neo"/>
                <a:cs typeface="Apple SD Gothic Neo"/>
              </a:defRPr>
            </a:lvl4pPr>
            <a:lvl5pPr algn="l">
              <a:defRPr sz="1350" b="0">
                <a:solidFill>
                  <a:srgbClr val="13151A"/>
                </a:solidFill>
                <a:latin typeface="Apple SD Gothic Neo"/>
                <a:ea typeface="Apple SD Gothic Neo"/>
                <a:cs typeface="Apple SD Gothic Neo"/>
              </a:defRPr>
            </a:lvl5pPr>
            <a:lvl6pPr algn="l">
              <a:defRPr sz="1350" b="0">
                <a:solidFill>
                  <a:srgbClr val="13151A"/>
                </a:solidFill>
                <a:latin typeface="Apple SD Gothic Neo"/>
                <a:ea typeface="Apple SD Gothic Neo"/>
                <a:cs typeface="Apple SD Gothic Neo"/>
              </a:defRPr>
            </a:lvl6pPr>
            <a:lvl7pPr algn="l">
              <a:defRPr sz="1350" b="0">
                <a:solidFill>
                  <a:srgbClr val="13151A"/>
                </a:solidFill>
                <a:latin typeface="Apple SD Gothic Neo"/>
                <a:ea typeface="Apple SD Gothic Neo"/>
                <a:cs typeface="Apple SD Gothic Neo"/>
              </a:defRPr>
            </a:lvl7pPr>
            <a:lvl8pPr algn="l">
              <a:defRPr sz="1350" b="0">
                <a:solidFill>
                  <a:srgbClr val="13151A"/>
                </a:solidFill>
                <a:latin typeface="Apple SD Gothic Neo"/>
                <a:ea typeface="Apple SD Gothic Neo"/>
                <a:cs typeface="Apple SD Gothic Neo"/>
              </a:defRPr>
            </a:lvl8pPr>
            <a:lvl9pPr algn="l">
              <a:defRPr sz="1350" b="0">
                <a:solidFill>
                  <a:srgbClr val="13151A"/>
                </a:solidFill>
                <a:latin typeface="Apple SD Gothic Neo"/>
                <a:ea typeface="Apple SD Gothic Neo"/>
                <a:cs typeface="Apple SD Gothic Neo"/>
              </a:defRPr>
            </a:lvl9pPr>
          </a:lstStyle>
          <a:p xmlns:a="http://schemas.openxmlformats.org/drawingml/2006/main">
            <a:pPr algn="l">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Runbook ID 선택·task 추가 (MCP 아님)</a:t>
            </a:r>
          </a:p>
        </p:txBody>
      </p:sp>
      <p:sp>
        <p:nvSpPr>
          <p:cNvPr id="16" name="">
            <a:extLst xmlns:a="http://schemas.openxmlformats.org/drawingml/2006/main">
              <a:ext uri="{FF2B5EF4-FFF2-40B4-BE49-F238E27FC236}">
                <a16:creationId xmlns:a16="http://schemas.microsoft.com/office/drawing/2014/main" id="{E2C67EE3-82E4-4597-9DCB-0FE7F49AFE81}"/>
              </a:ext>
            </a:extLst>
          </p:cNvPr>
          <p:cNvSpPr>
            <a:spLocks xmlns:a="http://schemas.openxmlformats.org/drawingml/2006/main" noGrp="1"/>
          </p:cNvSpPr>
          <p:nvPr/>
        </p:nvSpPr>
        <p:spPr>
          <a:xfrm xmlns:a="http://schemas.openxmlformats.org/drawingml/2006/main">
            <a:off x="5962650" y="395287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2차</a:t>
            </a:r>
          </a:p>
        </p:txBody>
      </p:sp>
      <p:sp>
        <p:nvSpPr>
          <p:cNvPr id="17" name="">
            <a:extLst xmlns:a="http://schemas.openxmlformats.org/drawingml/2006/main">
              <a:ext uri="{FF2B5EF4-FFF2-40B4-BE49-F238E27FC236}">
                <a16:creationId xmlns:a16="http://schemas.microsoft.com/office/drawing/2014/main" id="{8FFD66D0-55E6-497D-8636-7C7BA0049E1D}"/>
              </a:ext>
            </a:extLst>
          </p:cNvPr>
          <p:cNvSpPr>
            <a:spLocks xmlns:a="http://schemas.openxmlformats.org/drawingml/2006/main" noGrp="1"/>
          </p:cNvSpPr>
          <p:nvPr/>
        </p:nvSpPr>
        <p:spPr>
          <a:xfrm xmlns:a="http://schemas.openxmlformats.org/drawingml/2006/main">
            <a:off x="7715250" y="3952875"/>
            <a:ext cx="3924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find_resource_template → read_resource</a:t>
            </a:r>
          </a:p>
        </p:txBody>
      </p:sp>
      <p:sp>
        <p:nvSpPr>
          <p:cNvPr id="18" name="">
            <a:extLst xmlns:a="http://schemas.openxmlformats.org/drawingml/2006/main">
              <a:ext uri="{FF2B5EF4-FFF2-40B4-BE49-F238E27FC236}">
                <a16:creationId xmlns:a16="http://schemas.microsoft.com/office/drawing/2014/main" id="{71048287-CB5D-4C73-861F-CF99BFB1F325}"/>
              </a:ext>
            </a:extLst>
          </p:cNvPr>
          <p:cNvSpPr>
            <a:spLocks xmlns:a="http://schemas.openxmlformats.org/drawingml/2006/main" noGrp="1"/>
          </p:cNvSpPr>
          <p:nvPr/>
        </p:nvSpPr>
        <p:spPr>
          <a:xfrm xmlns:a="http://schemas.openxmlformats.org/drawingml/2006/main">
            <a:off x="685800" y="5305425"/>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Tool·Resource 결과가 collected에 쌓이고 write가 보고서 근거로 사용</a:t>
            </a:r>
          </a:p>
        </p:txBody>
      </p:sp>
      <p:sp>
        <p:nvSpPr>
          <p:cNvPr id="19" name="">
            <a:extLst xmlns:a="http://schemas.openxmlformats.org/drawingml/2006/main">
              <a:ext uri="{FF2B5EF4-FFF2-40B4-BE49-F238E27FC236}">
                <a16:creationId xmlns:a16="http://schemas.microsoft.com/office/drawing/2014/main" id="{56DF5705-3C86-4013-A1A1-F6A6EB46661B}"/>
              </a:ext>
            </a:extLst>
          </p:cNvPr>
          <p:cNvSpPr>
            <a:spLocks xmlns:a="http://schemas.openxmlformats.org/drawingml/2006/main" noGrp="1"/>
          </p:cNvSpPr>
          <p:nvPr/>
        </p:nvSpPr>
        <p:spPr>
          <a:xfrm xmlns:a="http://schemas.openxmlformats.org/drawingml/2006/main">
            <a:off x="685800" y="62579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graph.py:60–66, 117–151, 175–195 · Tool/Resource 호출은 research</a:t>
            </a:r>
          </a:p>
        </p:txBody>
      </p:sp>
      <p:sp>
        <p:nvSpPr>
          <p:cNvPr id="20" name="">
            <a:extLst xmlns:a="http://schemas.openxmlformats.org/drawingml/2006/main">
              <a:ext uri="{FF2B5EF4-FFF2-40B4-BE49-F238E27FC236}">
                <a16:creationId xmlns:a16="http://schemas.microsoft.com/office/drawing/2014/main" id="{432E6672-76D0-48B8-BDDD-DFC5CF1CA86A}"/>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462143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5C5AEEC-9889-4836-AF3F-305CDD658598}"/>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Tool: 정의부터 화면의 조회 완료까지</a:t>
            </a:r>
          </a:p>
        </p:txBody>
      </p:sp>
      <p:sp>
        <p:nvSpPr>
          <p:cNvPr id="2" name="">
            <a:extLst xmlns:a="http://schemas.openxmlformats.org/drawingml/2006/main">
              <a:ext uri="{FF2B5EF4-FFF2-40B4-BE49-F238E27FC236}">
                <a16:creationId xmlns:a16="http://schemas.microsoft.com/office/drawing/2014/main" id="{C4689613-8329-4B4D-9308-0048400BD26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09  G096 정다운</a:t>
            </a:r>
          </a:p>
        </p:txBody>
      </p:sp>
      <p:sp>
        <p:nvSpPr>
          <p:cNvPr id="3" name="">
            <a:extLst xmlns:a="http://schemas.openxmlformats.org/drawingml/2006/main">
              <a:ext uri="{FF2B5EF4-FFF2-40B4-BE49-F238E27FC236}">
                <a16:creationId xmlns:a16="http://schemas.microsoft.com/office/drawing/2014/main" id="{BD30EEED-A2FA-4FF6-BD26-1FB84361D369}"/>
              </a:ext>
            </a:extLst>
          </p:cNvPr>
          <p:cNvSpPr>
            <a:spLocks xmlns:a="http://schemas.openxmlformats.org/drawingml/2006/main" noGrp="1"/>
          </p:cNvSpPr>
          <p:nvPr/>
        </p:nvSpPr>
        <p:spPr>
          <a:xfrm xmlns:a="http://schemas.openxmlformats.org/drawingml/2006/main">
            <a:off x="666750" y="14192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서버가 Tool 등록 · mcp_server.py:33</a:t>
            </a:r>
          </a:p>
        </p:txBody>
      </p:sp>
      <p:sp>
        <p:nvSpPr>
          <p:cNvPr id="4" name="">
            <a:extLst xmlns:a="http://schemas.openxmlformats.org/drawingml/2006/main">
              <a:ext uri="{FF2B5EF4-FFF2-40B4-BE49-F238E27FC236}">
                <a16:creationId xmlns:a16="http://schemas.microsoft.com/office/drawing/2014/main" id="{0FD49D38-EF0F-4840-824E-B07DC41BFB1B}"/>
              </a:ext>
            </a:extLst>
          </p:cNvPr>
          <p:cNvSpPr>
            <a:spLocks xmlns:a="http://schemas.openxmlformats.org/drawingml/2006/main" noGrp="1"/>
          </p:cNvSpPr>
          <p:nvPr/>
        </p:nvSpPr>
        <p:spPr>
          <a:xfrm xmlns:a="http://schemas.openxmlformats.org/drawingml/2006/main">
            <a:off x="666750" y="17907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@mcp.tool()</a:t>
            </a:r>
          </a:p>
        </p:txBody>
      </p:sp>
      <p:sp>
        <p:nvSpPr>
          <p:cNvPr id="5" name="">
            <a:extLst xmlns:a="http://schemas.openxmlformats.org/drawingml/2006/main">
              <a:ext uri="{FF2B5EF4-FFF2-40B4-BE49-F238E27FC236}">
                <a16:creationId xmlns:a16="http://schemas.microsoft.com/office/drawing/2014/main" id="{992B263D-FF3C-4F59-84FD-64EF6DE2C3B1}"/>
              </a:ext>
            </a:extLst>
          </p:cNvPr>
          <p:cNvSpPr>
            <a:spLocks xmlns:a="http://schemas.openxmlformats.org/drawingml/2006/main" noGrp="1"/>
          </p:cNvSpPr>
          <p:nvPr/>
        </p:nvSpPr>
        <p:spPr>
          <a:xfrm xmlns:a="http://schemas.openxmlformats.org/drawingml/2006/main">
            <a:off x="666750" y="21145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def get_monitoring_status(system_name: str):</a:t>
            </a:r>
          </a:p>
        </p:txBody>
      </p:sp>
      <p:sp>
        <p:nvSpPr>
          <p:cNvPr id="6" name="">
            <a:extLst xmlns:a="http://schemas.openxmlformats.org/drawingml/2006/main">
              <a:ext uri="{FF2B5EF4-FFF2-40B4-BE49-F238E27FC236}">
                <a16:creationId xmlns:a16="http://schemas.microsoft.com/office/drawing/2014/main" id="{A2DD36BB-4D8A-4173-BAA6-A213E557FC98}"/>
              </a:ext>
            </a:extLst>
          </p:cNvPr>
          <p:cNvSpPr>
            <a:spLocks xmlns:a="http://schemas.openxmlformats.org/drawingml/2006/main" noGrp="1"/>
          </p:cNvSpPr>
          <p:nvPr/>
        </p:nvSpPr>
        <p:spPr>
          <a:xfrm xmlns:a="http://schemas.openxmlformats.org/drawingml/2006/main">
            <a:off x="666750" y="24384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monitoring_data = json.loads(...)</a:t>
            </a:r>
          </a:p>
        </p:txBody>
      </p:sp>
      <p:sp>
        <p:nvSpPr>
          <p:cNvPr id="7" name="">
            <a:extLst xmlns:a="http://schemas.openxmlformats.org/drawingml/2006/main">
              <a:ext uri="{FF2B5EF4-FFF2-40B4-BE49-F238E27FC236}">
                <a16:creationId xmlns:a16="http://schemas.microsoft.com/office/drawing/2014/main" id="{6B524165-9631-4710-B09D-2CB3D680131B}"/>
              </a:ext>
            </a:extLst>
          </p:cNvPr>
          <p:cNvSpPr>
            <a:spLocks xmlns:a="http://schemas.openxmlformats.org/drawingml/2006/main" noGrp="1"/>
          </p:cNvSpPr>
          <p:nvPr/>
        </p:nvSpPr>
        <p:spPr>
          <a:xfrm xmlns:a="http://schemas.openxmlformats.org/drawingml/2006/main">
            <a:off x="666750" y="27622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SystemStatus(...)</a:t>
            </a:r>
          </a:p>
        </p:txBody>
      </p:sp>
      <p:sp>
        <p:nvSpPr>
          <p:cNvPr id="8" name="">
            <a:extLst xmlns:a="http://schemas.openxmlformats.org/drawingml/2006/main">
              <a:ext uri="{FF2B5EF4-FFF2-40B4-BE49-F238E27FC236}">
                <a16:creationId xmlns:a16="http://schemas.microsoft.com/office/drawing/2014/main" id="{77320506-9FDA-48BC-9286-DA299C2FE615}"/>
              </a:ext>
            </a:extLst>
          </p:cNvPr>
          <p:cNvSpPr>
            <a:spLocks xmlns:a="http://schemas.openxmlformats.org/drawingml/2006/main" noGrp="1"/>
          </p:cNvSpPr>
          <p:nvPr/>
        </p:nvSpPr>
        <p:spPr>
          <a:xfrm xmlns:a="http://schemas.openxmlformats.org/drawingml/2006/main">
            <a:off x="666750" y="3324225"/>
            <a:ext cx="566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research가 호출 · agent/graph.py:117</a:t>
            </a:r>
          </a:p>
        </p:txBody>
      </p:sp>
      <p:sp>
        <p:nvSpPr>
          <p:cNvPr id="9" name="">
            <a:extLst xmlns:a="http://schemas.openxmlformats.org/drawingml/2006/main">
              <a:ext uri="{FF2B5EF4-FFF2-40B4-BE49-F238E27FC236}">
                <a16:creationId xmlns:a16="http://schemas.microsoft.com/office/drawing/2014/main" id="{31C413CB-2182-4247-86EB-ACBBC9DD1E9A}"/>
              </a:ext>
            </a:extLst>
          </p:cNvPr>
          <p:cNvSpPr>
            <a:spLocks xmlns:a="http://schemas.openxmlformats.org/drawingml/2006/main" noGrp="1"/>
          </p:cNvSpPr>
          <p:nvPr/>
        </p:nvSpPr>
        <p:spPr>
          <a:xfrm xmlns:a="http://schemas.openxmlformats.org/drawingml/2006/main">
            <a:off x="666750" y="370522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retries = await with_retry(</a:t>
            </a:r>
          </a:p>
        </p:txBody>
      </p:sp>
      <p:sp>
        <p:nvSpPr>
          <p:cNvPr id="10" name="">
            <a:extLst xmlns:a="http://schemas.openxmlformats.org/drawingml/2006/main">
              <a:ext uri="{FF2B5EF4-FFF2-40B4-BE49-F238E27FC236}">
                <a16:creationId xmlns:a16="http://schemas.microsoft.com/office/drawing/2014/main" id="{C1C1B4D7-042B-43F9-9483-057F313A3437}"/>
              </a:ext>
            </a:extLst>
          </p:cNvPr>
          <p:cNvSpPr>
            <a:spLocks xmlns:a="http://schemas.openxmlformats.org/drawingml/2006/main" noGrp="1"/>
          </p:cNvSpPr>
          <p:nvPr/>
        </p:nvSpPr>
        <p:spPr>
          <a:xfrm xmlns:a="http://schemas.openxmlformats.org/drawingml/2006/main">
            <a:off x="666750" y="4019550"/>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deps.mcp.call_tool, "get_monitoring_status",</a:t>
            </a:r>
          </a:p>
        </p:txBody>
      </p:sp>
      <p:sp>
        <p:nvSpPr>
          <p:cNvPr id="11" name="">
            <a:extLst xmlns:a="http://schemas.openxmlformats.org/drawingml/2006/main">
              <a:ext uri="{FF2B5EF4-FFF2-40B4-BE49-F238E27FC236}">
                <a16:creationId xmlns:a16="http://schemas.microsoft.com/office/drawing/2014/main" id="{C60C7B75-797F-434F-A39B-CE36142CF957}"/>
              </a:ext>
            </a:extLst>
          </p:cNvPr>
          <p:cNvSpPr>
            <a:spLocks xmlns:a="http://schemas.openxmlformats.org/drawingml/2006/main" noGrp="1"/>
          </p:cNvSpPr>
          <p:nvPr/>
        </p:nvSpPr>
        <p:spPr>
          <a:xfrm xmlns:a="http://schemas.openxmlformats.org/drawingml/2006/main">
            <a:off x="666750" y="433387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task["target"]})</a:t>
            </a:r>
          </a:p>
        </p:txBody>
      </p:sp>
      <p:sp>
        <p:nvSpPr>
          <p:cNvPr id="12" name="">
            <a:extLst xmlns:a="http://schemas.openxmlformats.org/drawingml/2006/main">
              <a:ext uri="{FF2B5EF4-FFF2-40B4-BE49-F238E27FC236}">
                <a16:creationId xmlns:a16="http://schemas.microsoft.com/office/drawing/2014/main" id="{FE740297-E0B7-4ADE-AA1E-7561FAEAC2A7}"/>
              </a:ext>
            </a:extLst>
          </p:cNvPr>
          <p:cNvSpPr>
            <a:spLocks xmlns:a="http://schemas.openxmlformats.org/drawingml/2006/main" noGrp="1"/>
          </p:cNvSpPr>
          <p:nvPr/>
        </p:nvSpPr>
        <p:spPr>
          <a:xfrm xmlns:a="http://schemas.openxmlformats.org/drawingml/2006/main">
            <a:off x="666750" y="5000625"/>
            <a:ext cx="561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세션 전송 · agent/mcp_client.py:76</a:t>
            </a:r>
          </a:p>
        </p:txBody>
      </p:sp>
      <p:sp>
        <p:nvSpPr>
          <p:cNvPr id="13" name="">
            <a:extLst xmlns:a="http://schemas.openxmlformats.org/drawingml/2006/main">
              <a:ext uri="{FF2B5EF4-FFF2-40B4-BE49-F238E27FC236}">
                <a16:creationId xmlns:a16="http://schemas.microsoft.com/office/drawing/2014/main" id="{8BC52F35-1C4F-4DFE-AA7B-F131AA3BE452}"/>
              </a:ext>
            </a:extLst>
          </p:cNvPr>
          <p:cNvSpPr>
            <a:spLocks xmlns:a="http://schemas.openxmlformats.org/drawingml/2006/main" noGrp="1"/>
          </p:cNvSpPr>
          <p:nvPr/>
        </p:nvSpPr>
        <p:spPr>
          <a:xfrm xmlns:a="http://schemas.openxmlformats.org/drawingml/2006/main">
            <a:off x="666750" y="5362575"/>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result = await self.sessions[server].call_tool(</a:t>
            </a:r>
          </a:p>
        </p:txBody>
      </p:sp>
      <p:sp>
        <p:nvSpPr>
          <p:cNvPr id="14" name="">
            <a:extLst xmlns:a="http://schemas.openxmlformats.org/drawingml/2006/main">
              <a:ext uri="{FF2B5EF4-FFF2-40B4-BE49-F238E27FC236}">
                <a16:creationId xmlns:a16="http://schemas.microsoft.com/office/drawing/2014/main" id="{C2417FCE-5713-4092-BF95-7C091896EF3A}"/>
              </a:ext>
            </a:extLst>
          </p:cNvPr>
          <p:cNvSpPr>
            <a:spLocks xmlns:a="http://schemas.openxmlformats.org/drawingml/2006/main" noGrp="1"/>
          </p:cNvSpPr>
          <p:nvPr/>
        </p:nvSpPr>
        <p:spPr>
          <a:xfrm xmlns:a="http://schemas.openxmlformats.org/drawingml/2006/main">
            <a:off x="666750" y="5657850"/>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name, arguments)</a:t>
            </a:r>
          </a:p>
        </p:txBody>
      </p:sp>
      <p:pic>
        <p:nvPicPr>
          <p:cNvPr id="15" name="">
            <a:extLst xmlns:a="http://schemas.openxmlformats.org/drawingml/2006/main">
              <a:ext uri="{FF2B5EF4-FFF2-40B4-BE49-F238E27FC236}">
                <a16:creationId xmlns:a16="http://schemas.microsoft.com/office/drawing/2014/main" id="{7DE78392-CC76-48F3-A4EB-6DB8EF95A57D}"/>
              </a:ext>
            </a:extLst>
          </p:cNvPr>
          <p:cNvPicPr>
            <a:picLocks xmlns:a="http://schemas.openxmlformats.org/drawingml/2006/main" noChangeAspect="1"/>
          </p:cNvPicPr>
          <p:nvPr/>
        </p:nvPicPr>
        <p:blipFill>
          <a:blip xmlns:r="http://schemas.openxmlformats.org/officeDocument/2006/relationships" xmlns:a="http://schemas.openxmlformats.org/drawingml/2006/main" r:embed="R7a968d0454c54627"/>
          <a:srcRect xmlns:a="http://schemas.openxmlformats.org/drawingml/2006/main" l="1500" t="15000" r="30000" b="30000"/>
          <a:stretch xmlns:a="http://schemas.openxmlformats.org/drawingml/2006/main"/>
        </p:blipFill>
        <p:spPr>
          <a:xfrm xmlns:a="http://schemas.openxmlformats.org/drawingml/2006/main">
            <a:off x="6572250" y="1362075"/>
            <a:ext cx="4695825" cy="4457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A3E0DAD-95D0-4296-9AF4-B904446A671C}"/>
              </a:ext>
            </a:extLst>
          </p:cNvPr>
          <p:cNvSpPr>
            <a:spLocks xmlns:a="http://schemas.openxmlformats.org/drawingml/2006/main" noGrp="1"/>
          </p:cNvSpPr>
          <p:nvPr/>
        </p:nvSpPr>
        <p:spPr>
          <a:xfrm xmlns:a="http://schemas.openxmlformats.org/drawingml/2006/main">
            <a:off x="6572250" y="5915025"/>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B4232D"/>
                </a:solidFill>
                <a:latin typeface="Apple SD Gothic Neo"/>
                <a:ea typeface="Apple SD Gothic Neo"/>
                <a:cs typeface="Apple SD Gothic Neo"/>
              </a:defRPr>
            </a:defPPr>
            <a:lvl1pPr algn="l">
              <a:defRPr sz="1350" b="1">
                <a:solidFill>
                  <a:srgbClr val="B4232D"/>
                </a:solidFill>
                <a:latin typeface="Apple SD Gothic Neo"/>
                <a:ea typeface="Apple SD Gothic Neo"/>
                <a:cs typeface="Apple SD Gothic Neo"/>
              </a:defRPr>
            </a:lvl1pPr>
            <a:lvl2pPr algn="l">
              <a:defRPr sz="1350" b="1">
                <a:solidFill>
                  <a:srgbClr val="B4232D"/>
                </a:solidFill>
                <a:latin typeface="Apple SD Gothic Neo"/>
                <a:ea typeface="Apple SD Gothic Neo"/>
                <a:cs typeface="Apple SD Gothic Neo"/>
              </a:defRPr>
            </a:lvl2pPr>
            <a:lvl3pPr algn="l">
              <a:defRPr sz="1350" b="1">
                <a:solidFill>
                  <a:srgbClr val="B4232D"/>
                </a:solidFill>
                <a:latin typeface="Apple SD Gothic Neo"/>
                <a:ea typeface="Apple SD Gothic Neo"/>
                <a:cs typeface="Apple SD Gothic Neo"/>
              </a:defRPr>
            </a:lvl3pPr>
            <a:lvl4pPr algn="l">
              <a:defRPr sz="1350" b="1">
                <a:solidFill>
                  <a:srgbClr val="B4232D"/>
                </a:solidFill>
                <a:latin typeface="Apple SD Gothic Neo"/>
                <a:ea typeface="Apple SD Gothic Neo"/>
                <a:cs typeface="Apple SD Gothic Neo"/>
              </a:defRPr>
            </a:lvl4pPr>
            <a:lvl5pPr algn="l">
              <a:defRPr sz="1350" b="1">
                <a:solidFill>
                  <a:srgbClr val="B4232D"/>
                </a:solidFill>
                <a:latin typeface="Apple SD Gothic Neo"/>
                <a:ea typeface="Apple SD Gothic Neo"/>
                <a:cs typeface="Apple SD Gothic Neo"/>
              </a:defRPr>
            </a:lvl5pPr>
            <a:lvl6pPr algn="l">
              <a:defRPr sz="1350" b="1">
                <a:solidFill>
                  <a:srgbClr val="B4232D"/>
                </a:solidFill>
                <a:latin typeface="Apple SD Gothic Neo"/>
                <a:ea typeface="Apple SD Gothic Neo"/>
                <a:cs typeface="Apple SD Gothic Neo"/>
              </a:defRPr>
            </a:lvl6pPr>
            <a:lvl7pPr algn="l">
              <a:defRPr sz="1350" b="1">
                <a:solidFill>
                  <a:srgbClr val="B4232D"/>
                </a:solidFill>
                <a:latin typeface="Apple SD Gothic Neo"/>
                <a:ea typeface="Apple SD Gothic Neo"/>
                <a:cs typeface="Apple SD Gothic Neo"/>
              </a:defRPr>
            </a:lvl7pPr>
            <a:lvl8pPr algn="l">
              <a:defRPr sz="1350" b="1">
                <a:solidFill>
                  <a:srgbClr val="B4232D"/>
                </a:solidFill>
                <a:latin typeface="Apple SD Gothic Neo"/>
                <a:ea typeface="Apple SD Gothic Neo"/>
                <a:cs typeface="Apple SD Gothic Neo"/>
              </a:defRPr>
            </a:lvl8pPr>
            <a:lvl9pPr algn="l">
              <a:defRPr sz="1350" b="1">
                <a:solidFill>
                  <a:srgbClr val="B4232D"/>
                </a:solidFill>
                <a:latin typeface="Apple SD Gothic Neo"/>
                <a:ea typeface="Apple SD Gothic Neo"/>
                <a:cs typeface="Apple SD Gothic Neo"/>
              </a:defRPr>
            </a:lvl9pPr>
          </a:lstStyle>
          <a:p xmlns:a="http://schemas.openxmlformats.org/drawingml/2006/main">
            <a:pPr algn="l">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Tool 결과: status·cpu_percent·memory_percent·alerts[]</a:t>
            </a:r>
          </a:p>
        </p:txBody>
      </p:sp>
      <p:sp>
        <p:nvSpPr>
          <p:cNvPr id="17" name="">
            <a:extLst xmlns:a="http://schemas.openxmlformats.org/drawingml/2006/main">
              <a:ext uri="{FF2B5EF4-FFF2-40B4-BE49-F238E27FC236}">
                <a16:creationId xmlns:a16="http://schemas.microsoft.com/office/drawing/2014/main" id="{BFEDA6D6-0B22-4017-899D-9CC651315C76}"/>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3394058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604A167-49AE-46EA-BD87-23B502B9D9D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질문과 Monitoring alerts[]에서 Runbook 원문까지</a:t>
            </a:r>
          </a:p>
        </p:txBody>
      </p:sp>
      <p:sp>
        <p:nvSpPr>
          <p:cNvPr id="2" name="">
            <a:extLst xmlns:a="http://schemas.openxmlformats.org/drawingml/2006/main">
              <a:ext uri="{FF2B5EF4-FFF2-40B4-BE49-F238E27FC236}">
                <a16:creationId xmlns:a16="http://schemas.microsoft.com/office/drawing/2014/main" id="{C399603D-49A6-4416-8441-EE800E251748}"/>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10  G096 정다운</a:t>
            </a:r>
          </a:p>
        </p:txBody>
      </p:sp>
      <p:sp>
        <p:nvSpPr>
          <p:cNvPr id="3" name="">
            <a:extLst xmlns:a="http://schemas.openxmlformats.org/drawingml/2006/main">
              <a:ext uri="{FF2B5EF4-FFF2-40B4-BE49-F238E27FC236}">
                <a16:creationId xmlns:a16="http://schemas.microsoft.com/office/drawing/2014/main" id="{F73D31E0-2C75-45F1-B786-94A58B6A6E90}"/>
              </a:ext>
            </a:extLst>
          </p:cNvPr>
          <p:cNvSpPr>
            <a:spLocks xmlns:a="http://schemas.openxmlformats.org/drawingml/2006/main" noGrp="1"/>
          </p:cNvSpPr>
          <p:nvPr/>
        </p:nvSpPr>
        <p:spPr>
          <a:xfrm xmlns:a="http://schemas.openxmlformats.org/drawingml/2006/main">
            <a:off x="685800" y="14573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사용자 질문</a:t>
            </a:r>
          </a:p>
        </p:txBody>
      </p:sp>
      <p:sp>
        <p:nvSpPr>
          <p:cNvPr id="4" name="">
            <a:extLst xmlns:a="http://schemas.openxmlformats.org/drawingml/2006/main">
              <a:ext uri="{FF2B5EF4-FFF2-40B4-BE49-F238E27FC236}">
                <a16:creationId xmlns:a16="http://schemas.microsoft.com/office/drawing/2014/main" id="{748C3698-C4D7-487C-8E32-DA42A1FD77E7}"/>
              </a:ext>
            </a:extLst>
          </p:cNvPr>
          <p:cNvSpPr>
            <a:spLocks xmlns:a="http://schemas.openxmlformats.org/drawingml/2006/main" noGrp="1"/>
          </p:cNvSpPr>
          <p:nvPr/>
        </p:nvSpPr>
        <p:spPr>
          <a:xfrm xmlns:a="http://schemas.openxmlformats.org/drawingml/2006/main">
            <a:off x="685800" y="1800225"/>
            <a:ext cx="59245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payments-service와 gateway-service</a:t>
            </a:r>
          </a:p>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CPU 급증 및 timeout 장애</a:t>
            </a:r>
          </a:p>
        </p:txBody>
      </p:sp>
      <p:sp>
        <p:nvSpPr>
          <p:cNvPr id="5" name="">
            <a:extLst xmlns:a="http://schemas.openxmlformats.org/drawingml/2006/main">
              <a:ext uri="{FF2B5EF4-FFF2-40B4-BE49-F238E27FC236}">
                <a16:creationId xmlns:a16="http://schemas.microsoft.com/office/drawing/2014/main" id="{81E7F43C-B84B-4DA0-B4EC-DB28557ED8A9}"/>
              </a:ext>
            </a:extLst>
          </p:cNvPr>
          <p:cNvSpPr>
            <a:spLocks xmlns:a="http://schemas.openxmlformats.org/drawingml/2006/main" noGrp="1"/>
          </p:cNvSpPr>
          <p:nvPr/>
        </p:nvSpPr>
        <p:spPr>
          <a:xfrm xmlns:a="http://schemas.openxmlformats.org/drawingml/2006/main">
            <a:off x="685800" y="2809875"/>
            <a:ext cx="600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Monitoring Tool 결과의 alerts[] 문구</a:t>
            </a:r>
          </a:p>
        </p:txBody>
      </p:sp>
      <p:sp>
        <p:nvSpPr>
          <p:cNvPr id="6" name="">
            <a:extLst xmlns:a="http://schemas.openxmlformats.org/drawingml/2006/main">
              <a:ext uri="{FF2B5EF4-FFF2-40B4-BE49-F238E27FC236}">
                <a16:creationId xmlns:a16="http://schemas.microsoft.com/office/drawing/2014/main" id="{BF491CD0-37FD-416C-8021-503422BA6CF9}"/>
              </a:ext>
            </a:extLst>
          </p:cNvPr>
          <p:cNvSpPr>
            <a:spLocks xmlns:a="http://schemas.openxmlformats.org/drawingml/2006/main" noGrp="1"/>
          </p:cNvSpPr>
          <p:nvPr/>
        </p:nvSpPr>
        <p:spPr>
          <a:xfrm xmlns:a="http://schemas.openxmlformats.org/drawingml/2006/main">
            <a:off x="685800" y="31718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payments: "CPU 91% (threshold 80%)"</a:t>
            </a:r>
          </a:p>
        </p:txBody>
      </p:sp>
      <p:sp>
        <p:nvSpPr>
          <p:cNvPr id="7" name="">
            <a:extLst xmlns:a="http://schemas.openxmlformats.org/drawingml/2006/main">
              <a:ext uri="{FF2B5EF4-FFF2-40B4-BE49-F238E27FC236}">
                <a16:creationId xmlns:a16="http://schemas.microsoft.com/office/drawing/2014/main" id="{E85ABD98-8FD5-4DE4-9EBF-79EE55736F37}"/>
              </a:ext>
            </a:extLst>
          </p:cNvPr>
          <p:cNvSpPr>
            <a:spLocks xmlns:a="http://schemas.openxmlformats.org/drawingml/2006/main" noGrp="1"/>
          </p:cNvSpPr>
          <p:nvPr/>
        </p:nvSpPr>
        <p:spPr>
          <a:xfrm xmlns:a="http://schemas.openxmlformats.org/drawingml/2006/main">
            <a:off x="685800" y="35147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gateway: "upstream timeout to payments-service (504)"</a:t>
            </a:r>
          </a:p>
        </p:txBody>
      </p:sp>
      <p:sp>
        <p:nvSpPr>
          <p:cNvPr id="8" name="">
            <a:extLst xmlns:a="http://schemas.openxmlformats.org/drawingml/2006/main">
              <a:ext uri="{FF2B5EF4-FFF2-40B4-BE49-F238E27FC236}">
                <a16:creationId xmlns:a16="http://schemas.microsoft.com/office/drawing/2014/main" id="{AC5E4E0F-CC96-40F3-834A-35080A041783}"/>
              </a:ext>
            </a:extLst>
          </p:cNvPr>
          <p:cNvSpPr>
            <a:spLocks xmlns:a="http://schemas.openxmlformats.org/drawingml/2006/main" noGrp="1"/>
          </p:cNvSpPr>
          <p:nvPr/>
        </p:nvSpPr>
        <p:spPr>
          <a:xfrm xmlns:a="http://schemas.openxmlformats.org/drawingml/2006/main">
            <a:off x="685800" y="4133850"/>
            <a:ext cx="5857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검색 → 선택된 문서 원문 조회</a:t>
            </a:r>
          </a:p>
        </p:txBody>
      </p:sp>
      <p:sp>
        <p:nvSpPr>
          <p:cNvPr id="9" name="">
            <a:extLst xmlns:a="http://schemas.openxmlformats.org/drawingml/2006/main">
              <a:ext uri="{FF2B5EF4-FFF2-40B4-BE49-F238E27FC236}">
                <a16:creationId xmlns:a16="http://schemas.microsoft.com/office/drawing/2014/main" id="{6C499C0A-5044-424C-8E5B-6F34918BBA5C}"/>
              </a:ext>
            </a:extLst>
          </p:cNvPr>
          <p:cNvSpPr>
            <a:spLocks xmlns:a="http://schemas.openxmlformats.org/drawingml/2006/main" noGrp="1"/>
          </p:cNvSpPr>
          <p:nvPr/>
        </p:nvSpPr>
        <p:spPr>
          <a:xfrm xmlns:a="http://schemas.openxmlformats.org/drawingml/2006/main">
            <a:off x="685800" y="44767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matches, usage = retriever.search(...)</a:t>
            </a:r>
          </a:p>
        </p:txBody>
      </p:sp>
      <p:sp>
        <p:nvSpPr>
          <p:cNvPr id="10" name="">
            <a:extLst xmlns:a="http://schemas.openxmlformats.org/drawingml/2006/main">
              <a:ext uri="{FF2B5EF4-FFF2-40B4-BE49-F238E27FC236}">
                <a16:creationId xmlns:a16="http://schemas.microsoft.com/office/drawing/2014/main" id="{D21BD8A3-0324-41EF-AD6D-F1E4723DB457}"/>
              </a:ext>
            </a:extLst>
          </p:cNvPr>
          <p:cNvSpPr>
            <a:spLocks xmlns:a="http://schemas.openxmlformats.org/drawingml/2006/main" noGrp="1"/>
          </p:cNvSpPr>
          <p:nvPr/>
        </p:nvSpPr>
        <p:spPr>
          <a:xfrm xmlns:a="http://schemas.openxmlformats.org/drawingml/2006/main">
            <a:off x="685800" y="48006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예: cpu-spike, network-timeout</a:t>
            </a:r>
          </a:p>
        </p:txBody>
      </p:sp>
      <p:sp>
        <p:nvSpPr>
          <p:cNvPr id="11" name="">
            <a:extLst xmlns:a="http://schemas.openxmlformats.org/drawingml/2006/main">
              <a:ext uri="{FF2B5EF4-FFF2-40B4-BE49-F238E27FC236}">
                <a16:creationId xmlns:a16="http://schemas.microsoft.com/office/drawing/2014/main" id="{AFB83C30-09B1-46DD-A45F-1D7C00ABA904}"/>
              </a:ext>
            </a:extLst>
          </p:cNvPr>
          <p:cNvSpPr>
            <a:spLocks xmlns:a="http://schemas.openxmlformats.org/drawingml/2006/main" noGrp="1"/>
          </p:cNvSpPr>
          <p:nvPr/>
        </p:nvSpPr>
        <p:spPr>
          <a:xfrm xmlns:a="http://schemas.openxmlformats.org/drawingml/2006/main">
            <a:off x="685800" y="51244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 await deps.mcp.read_resource(uri, ...)</a:t>
            </a:r>
          </a:p>
        </p:txBody>
      </p:sp>
      <p:sp>
        <p:nvSpPr>
          <p:cNvPr id="12" name="">
            <a:extLst xmlns:a="http://schemas.openxmlformats.org/drawingml/2006/main">
              <a:ext uri="{FF2B5EF4-FFF2-40B4-BE49-F238E27FC236}">
                <a16:creationId xmlns:a16="http://schemas.microsoft.com/office/drawing/2014/main" id="{3525201A-60A5-4DAA-94EA-9E24BFC6B222}"/>
              </a:ext>
            </a:extLst>
          </p:cNvPr>
          <p:cNvSpPr>
            <a:spLocks xmlns:a="http://schemas.openxmlformats.org/drawingml/2006/main" noGrp="1"/>
          </p:cNvSpPr>
          <p:nvPr/>
        </p:nvSpPr>
        <p:spPr>
          <a:xfrm xmlns:a="http://schemas.openxmlformats.org/drawingml/2006/main">
            <a:off x="685800" y="54483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collected.append(item)</a:t>
            </a:r>
          </a:p>
        </p:txBody>
      </p:sp>
      <p:sp>
        <p:nvSpPr>
          <p:cNvPr id="13" name="">
            <a:extLst xmlns:a="http://schemas.openxmlformats.org/drawingml/2006/main">
              <a:ext uri="{FF2B5EF4-FFF2-40B4-BE49-F238E27FC236}">
                <a16:creationId xmlns:a16="http://schemas.microsoft.com/office/drawing/2014/main" id="{441C5312-0275-4BC1-9019-2CE22F5FD822}"/>
              </a:ext>
            </a:extLst>
          </p:cNvPr>
          <p:cNvSpPr>
            <a:spLocks xmlns:a="http://schemas.openxmlformats.org/drawingml/2006/main" noGrp="1"/>
          </p:cNvSpPr>
          <p:nvPr/>
        </p:nvSpPr>
        <p:spPr>
          <a:xfrm xmlns:a="http://schemas.openxmlformats.org/drawingml/2006/main">
            <a:off x="7305675" y="1457325"/>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network-timeout.md의 점검 절차</a:t>
            </a:r>
          </a:p>
        </p:txBody>
      </p:sp>
      <p:sp>
        <p:nvSpPr>
          <p:cNvPr id="14" name="">
            <a:extLst xmlns:a="http://schemas.openxmlformats.org/drawingml/2006/main">
              <a:ext uri="{FF2B5EF4-FFF2-40B4-BE49-F238E27FC236}">
                <a16:creationId xmlns:a16="http://schemas.microsoft.com/office/drawing/2014/main" id="{D37157DD-E311-4717-A0AB-7614A9837A48}"/>
              </a:ext>
            </a:extLst>
          </p:cNvPr>
          <p:cNvSpPr>
            <a:spLocks xmlns:a="http://schemas.openxmlformats.org/drawingml/2006/main" noGrp="1"/>
          </p:cNvSpPr>
          <p:nvPr/>
        </p:nvSpPr>
        <p:spPr>
          <a:xfrm xmlns:a="http://schemas.openxmlformats.org/drawingml/2006/main">
            <a:off x="7305675" y="2057400"/>
            <a:ext cx="4191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1. 어떤 시스템 간 호출에서</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   타임아웃이 나는지 확인</a:t>
            </a:r>
          </a:p>
        </p:txBody>
      </p:sp>
      <p:sp>
        <p:nvSpPr>
          <p:cNvPr id="15" name="">
            <a:extLst xmlns:a="http://schemas.openxmlformats.org/drawingml/2006/main">
              <a:ext uri="{FF2B5EF4-FFF2-40B4-BE49-F238E27FC236}">
                <a16:creationId xmlns:a16="http://schemas.microsoft.com/office/drawing/2014/main" id="{32ABD185-5D3E-4C9A-9875-46E535559F7F}"/>
              </a:ext>
            </a:extLst>
          </p:cNvPr>
          <p:cNvSpPr>
            <a:spLocks xmlns:a="http://schemas.openxmlformats.org/drawingml/2006/main" noGrp="1"/>
          </p:cNvSpPr>
          <p:nvPr/>
        </p:nvSpPr>
        <p:spPr>
          <a:xfrm xmlns:a="http://schemas.openxmlformats.org/drawingml/2006/main">
            <a:off x="7305675" y="3314700"/>
            <a:ext cx="4191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2. DNS·방화벽·로드밸런서</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   변경 여부 점검</a:t>
            </a:r>
          </a:p>
        </p:txBody>
      </p:sp>
      <p:sp>
        <p:nvSpPr>
          <p:cNvPr id="16" name="">
            <a:extLst xmlns:a="http://schemas.openxmlformats.org/drawingml/2006/main">
              <a:ext uri="{FF2B5EF4-FFF2-40B4-BE49-F238E27FC236}">
                <a16:creationId xmlns:a16="http://schemas.microsoft.com/office/drawing/2014/main" id="{C8782796-02D7-4C4B-9923-872F2A5F4562}"/>
              </a:ext>
            </a:extLst>
          </p:cNvPr>
          <p:cNvSpPr>
            <a:spLocks xmlns:a="http://schemas.openxmlformats.org/drawingml/2006/main" noGrp="1"/>
          </p:cNvSpPr>
          <p:nvPr/>
        </p:nvSpPr>
        <p:spPr>
          <a:xfrm xmlns:a="http://schemas.openxmlformats.org/drawingml/2006/main">
            <a:off x="7305675" y="4981575"/>
            <a:ext cx="419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문서의 1·2번은 확인된 사실이 아니라</a:t>
            </a:r>
          </a:p>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이후 수행할 점검 방법입니다.</a:t>
            </a:r>
          </a:p>
        </p:txBody>
      </p:sp>
      <p:sp>
        <p:nvSpPr>
          <p:cNvPr id="17" name="">
            <a:extLst xmlns:a="http://schemas.openxmlformats.org/drawingml/2006/main">
              <a:ext uri="{FF2B5EF4-FFF2-40B4-BE49-F238E27FC236}">
                <a16:creationId xmlns:a16="http://schemas.microsoft.com/office/drawing/2014/main" id="{5AB66D41-73FB-4875-B88F-D4F8C53CDB75}"/>
              </a:ext>
            </a:extLst>
          </p:cNvPr>
          <p:cNvSpPr>
            <a:spLocks xmlns:a="http://schemas.openxmlformats.org/drawingml/2006/main" noGrp="1"/>
          </p:cNvSpPr>
          <p:nvPr/>
        </p:nvSpPr>
        <p:spPr>
          <a:xfrm xmlns:a="http://schemas.openxmlformats.org/drawingml/2006/main">
            <a:off x="685800" y="62579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임베딩 검색: 원래 질문 + alerts[] 각 문자열 · CPU/메모리 수치 필드는 별도</a:t>
            </a:r>
          </a:p>
        </p:txBody>
      </p:sp>
      <p:sp>
        <p:nvSpPr>
          <p:cNvPr id="18" name="">
            <a:extLst xmlns:a="http://schemas.openxmlformats.org/drawingml/2006/main">
              <a:ext uri="{FF2B5EF4-FFF2-40B4-BE49-F238E27FC236}">
                <a16:creationId xmlns:a16="http://schemas.microsoft.com/office/drawing/2014/main" id="{93384E7E-76F1-476F-897D-3E089204EA25}"/>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3990396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0D4D4C3-3CE8-43D7-9832-B7117DE7A5EE}"/>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replan_check는 언제 research로 되돌릴까?</a:t>
            </a:r>
          </a:p>
        </p:txBody>
      </p:sp>
      <p:sp>
        <p:nvSpPr>
          <p:cNvPr id="2" name="">
            <a:extLst xmlns:a="http://schemas.openxmlformats.org/drawingml/2006/main">
              <a:ext uri="{FF2B5EF4-FFF2-40B4-BE49-F238E27FC236}">
                <a16:creationId xmlns:a16="http://schemas.microsoft.com/office/drawing/2014/main" id="{21243B71-5520-424C-B51E-86D1A62B3AD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11  G096 정다운</a:t>
            </a:r>
          </a:p>
        </p:txBody>
      </p:sp>
      <p:sp>
        <p:nvSpPr>
          <p:cNvPr id="3" name="">
            <a:extLst xmlns:a="http://schemas.openxmlformats.org/drawingml/2006/main">
              <a:ext uri="{FF2B5EF4-FFF2-40B4-BE49-F238E27FC236}">
                <a16:creationId xmlns:a16="http://schemas.microsoft.com/office/drawing/2014/main" id="{4CA25B45-F456-4AAB-8A20-E3EA48F17C4A}"/>
              </a:ext>
            </a:extLst>
          </p:cNvPr>
          <p:cNvSpPr>
            <a:spLocks xmlns:a="http://schemas.openxmlformats.org/drawingml/2006/main" noGrp="1"/>
          </p:cNvSpPr>
          <p:nvPr/>
        </p:nvSpPr>
        <p:spPr>
          <a:xfrm xmlns:a="http://schemas.openxmlformats.org/drawingml/2006/main">
            <a:off x="685800" y="1428750"/>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분기 코드 · agent/graph.py:165–195, 227–231</a:t>
            </a:r>
          </a:p>
        </p:txBody>
      </p:sp>
      <p:sp>
        <p:nvSpPr>
          <p:cNvPr id="4" name="">
            <a:extLst xmlns:a="http://schemas.openxmlformats.org/drawingml/2006/main">
              <a:ext uri="{FF2B5EF4-FFF2-40B4-BE49-F238E27FC236}">
                <a16:creationId xmlns:a16="http://schemas.microsoft.com/office/drawing/2014/main" id="{3052748F-8E67-4420-AACF-761855A9A6D1}"/>
              </a:ext>
            </a:extLst>
          </p:cNvPr>
          <p:cNvSpPr>
            <a:spLocks xmlns:a="http://schemas.openxmlformats.org/drawingml/2006/main" noGrp="1"/>
          </p:cNvSpPr>
          <p:nvPr/>
        </p:nvSpPr>
        <p:spPr>
          <a:xfrm xmlns:a="http://schemas.openxmlformats.org/drawingml/2006/main">
            <a:off x="685800" y="18097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rounds = state.get("replan_rounds", 0)</a:t>
            </a:r>
          </a:p>
        </p:txBody>
      </p:sp>
      <p:sp>
        <p:nvSpPr>
          <p:cNvPr id="5" name="">
            <a:extLst xmlns:a="http://schemas.openxmlformats.org/drawingml/2006/main">
              <a:ext uri="{FF2B5EF4-FFF2-40B4-BE49-F238E27FC236}">
                <a16:creationId xmlns:a16="http://schemas.microsoft.com/office/drawing/2014/main" id="{C206F7BD-A89E-4AA9-BB81-A9393B03B84F}"/>
              </a:ext>
            </a:extLst>
          </p:cNvPr>
          <p:cNvSpPr>
            <a:spLocks xmlns:a="http://schemas.openxmlformats.org/drawingml/2006/main" noGrp="1"/>
          </p:cNvSpPr>
          <p:nvPr/>
        </p:nvSpPr>
        <p:spPr>
          <a:xfrm xmlns:a="http://schemas.openxmlformats.org/drawingml/2006/main">
            <a:off x="685800" y="21145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if rounds &gt;= 1:  # 두 번째 검사</a:t>
            </a:r>
          </a:p>
        </p:txBody>
      </p:sp>
      <p:sp>
        <p:nvSpPr>
          <p:cNvPr id="6" name="">
            <a:extLst xmlns:a="http://schemas.openxmlformats.org/drawingml/2006/main">
              <a:ext uri="{FF2B5EF4-FFF2-40B4-BE49-F238E27FC236}">
                <a16:creationId xmlns:a16="http://schemas.microsoft.com/office/drawing/2014/main" id="{1FE07892-15B2-446F-A96A-CA7FA519B0FD}"/>
              </a:ext>
            </a:extLst>
          </p:cNvPr>
          <p:cNvSpPr>
            <a:spLocks xmlns:a="http://schemas.openxmlformats.org/drawingml/2006/main" noGrp="1"/>
          </p:cNvSpPr>
          <p:nvPr/>
        </p:nvSpPr>
        <p:spPr>
          <a:xfrm xmlns:a="http://schemas.openxmlformats.org/drawingml/2006/main">
            <a:off x="685800" y="24193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verdict = {"is_sufficient": True, ...}</a:t>
            </a:r>
          </a:p>
        </p:txBody>
      </p:sp>
      <p:sp>
        <p:nvSpPr>
          <p:cNvPr id="7" name="">
            <a:extLst xmlns:a="http://schemas.openxmlformats.org/drawingml/2006/main">
              <a:ext uri="{FF2B5EF4-FFF2-40B4-BE49-F238E27FC236}">
                <a16:creationId xmlns:a16="http://schemas.microsoft.com/office/drawing/2014/main" id="{9E60B283-DE13-4B44-9BAB-6010A26CE657}"/>
              </a:ext>
            </a:extLst>
          </p:cNvPr>
          <p:cNvSpPr>
            <a:spLocks xmlns:a="http://schemas.openxmlformats.org/drawingml/2006/main" noGrp="1"/>
          </p:cNvSpPr>
          <p:nvPr/>
        </p:nvSpPr>
        <p:spPr>
          <a:xfrm xmlns:a="http://schemas.openxmlformats.org/drawingml/2006/main">
            <a:off x="685800" y="27241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{"events": state["events"] + [verdict]}</a:t>
            </a:r>
          </a:p>
        </p:txBody>
      </p:sp>
      <p:sp>
        <p:nvSpPr>
          <p:cNvPr id="8" name="">
            <a:extLst xmlns:a="http://schemas.openxmlformats.org/drawingml/2006/main">
              <a:ext uri="{FF2B5EF4-FFF2-40B4-BE49-F238E27FC236}">
                <a16:creationId xmlns:a16="http://schemas.microsoft.com/office/drawing/2014/main" id="{E3437671-AF98-4FBD-B1B6-6426A0B7F76E}"/>
              </a:ext>
            </a:extLst>
          </p:cNvPr>
          <p:cNvSpPr>
            <a:spLocks xmlns:a="http://schemas.openxmlformats.org/drawingml/2006/main" noGrp="1"/>
          </p:cNvSpPr>
          <p:nvPr/>
        </p:nvSpPr>
        <p:spPr>
          <a:xfrm xmlns:a="http://schemas.openxmlformats.org/drawingml/2006/main">
            <a:off x="685800" y="30289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matches, usage = retriever.search(...)</a:t>
            </a:r>
          </a:p>
        </p:txBody>
      </p:sp>
      <p:sp>
        <p:nvSpPr>
          <p:cNvPr id="9" name="">
            <a:extLst xmlns:a="http://schemas.openxmlformats.org/drawingml/2006/main">
              <a:ext uri="{FF2B5EF4-FFF2-40B4-BE49-F238E27FC236}">
                <a16:creationId xmlns:a16="http://schemas.microsoft.com/office/drawing/2014/main" id="{9F279C3B-D4FC-4597-A92C-F4E550BCF7FE}"/>
              </a:ext>
            </a:extLst>
          </p:cNvPr>
          <p:cNvSpPr>
            <a:spLocks xmlns:a="http://schemas.openxmlformats.org/drawingml/2006/main" noGrp="1"/>
          </p:cNvSpPr>
          <p:nvPr/>
        </p:nvSpPr>
        <p:spPr>
          <a:xfrm xmlns:a="http://schemas.openxmlformats.org/drawingml/2006/main">
            <a:off x="685800" y="33337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gap_tasks = [{"agent": "research", "kind": "runbook", ...}</a:t>
            </a:r>
          </a:p>
        </p:txBody>
      </p:sp>
      <p:sp>
        <p:nvSpPr>
          <p:cNvPr id="10" name="">
            <a:extLst xmlns:a="http://schemas.openxmlformats.org/drawingml/2006/main">
              <a:ext uri="{FF2B5EF4-FFF2-40B4-BE49-F238E27FC236}">
                <a16:creationId xmlns:a16="http://schemas.microsoft.com/office/drawing/2014/main" id="{CEEAE4FB-1FA6-4C76-A391-551A50842476}"/>
              </a:ext>
            </a:extLst>
          </p:cNvPr>
          <p:cNvSpPr>
            <a:spLocks xmlns:a="http://schemas.openxmlformats.org/drawingml/2006/main" noGrp="1"/>
          </p:cNvSpPr>
          <p:nvPr/>
        </p:nvSpPr>
        <p:spPr>
          <a:xfrm xmlns:a="http://schemas.openxmlformats.org/drawingml/2006/main">
            <a:off x="685800" y="36385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for match in matches]</a:t>
            </a:r>
          </a:p>
        </p:txBody>
      </p:sp>
      <p:sp>
        <p:nvSpPr>
          <p:cNvPr id="11" name="">
            <a:extLst xmlns:a="http://schemas.openxmlformats.org/drawingml/2006/main">
              <a:ext uri="{FF2B5EF4-FFF2-40B4-BE49-F238E27FC236}">
                <a16:creationId xmlns:a16="http://schemas.microsoft.com/office/drawing/2014/main" id="{73917822-4BB2-414C-8457-BDD777E2FA03}"/>
              </a:ext>
            </a:extLst>
          </p:cNvPr>
          <p:cNvSpPr>
            <a:spLocks xmlns:a="http://schemas.openxmlformats.org/drawingml/2006/main" noGrp="1"/>
          </p:cNvSpPr>
          <p:nvPr/>
        </p:nvSpPr>
        <p:spPr>
          <a:xfrm xmlns:a="http://schemas.openxmlformats.org/drawingml/2006/main">
            <a:off x="685800" y="39433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"is_sufficient": not bool(gap_tasks)</a:t>
            </a:r>
          </a:p>
        </p:txBody>
      </p:sp>
      <p:sp>
        <p:nvSpPr>
          <p:cNvPr id="12" name="">
            <a:extLst xmlns:a="http://schemas.openxmlformats.org/drawingml/2006/main">
              <a:ext uri="{FF2B5EF4-FFF2-40B4-BE49-F238E27FC236}">
                <a16:creationId xmlns:a16="http://schemas.microsoft.com/office/drawing/2014/main" id="{8B8B0C3F-EB62-48A9-B6AA-B656F03843FD}"/>
              </a:ext>
            </a:extLst>
          </p:cNvPr>
          <p:cNvSpPr>
            <a:spLocks xmlns:a="http://schemas.openxmlformats.org/drawingml/2006/main" noGrp="1"/>
          </p:cNvSpPr>
          <p:nvPr/>
        </p:nvSpPr>
        <p:spPr>
          <a:xfrm xmlns:a="http://schemas.openxmlformats.org/drawingml/2006/main">
            <a:off x="685800" y="42481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return "analysis" if last.get("is_sufficient") else "research"</a:t>
            </a:r>
          </a:p>
        </p:txBody>
      </p:sp>
      <p:sp>
        <p:nvSpPr>
          <p:cNvPr id="13" name="">
            <a:extLst xmlns:a="http://schemas.openxmlformats.org/drawingml/2006/main">
              <a:ext uri="{FF2B5EF4-FFF2-40B4-BE49-F238E27FC236}">
                <a16:creationId xmlns:a16="http://schemas.microsoft.com/office/drawing/2014/main" id="{DAE60957-987D-4276-BBEA-8E8453376F64}"/>
              </a:ext>
            </a:extLst>
          </p:cNvPr>
          <p:cNvSpPr>
            <a:spLocks xmlns:a="http://schemas.openxmlformats.org/drawingml/2006/main" noGrp="1"/>
          </p:cNvSpPr>
          <p:nvPr/>
        </p:nvSpPr>
        <p:spPr>
          <a:xfrm xmlns:a="http://schemas.openxmlformats.org/drawingml/2006/main">
            <a:off x="685800" y="469582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첫 검사</a:t>
            </a:r>
          </a:p>
        </p:txBody>
      </p:sp>
      <p:sp>
        <p:nvSpPr>
          <p:cNvPr id="14" name="">
            <a:extLst xmlns:a="http://schemas.openxmlformats.org/drawingml/2006/main">
              <a:ext uri="{FF2B5EF4-FFF2-40B4-BE49-F238E27FC236}">
                <a16:creationId xmlns:a16="http://schemas.microsoft.com/office/drawing/2014/main" id="{D456B740-9972-4753-A907-1806DFD2D1FD}"/>
              </a:ext>
            </a:extLst>
          </p:cNvPr>
          <p:cNvSpPr>
            <a:spLocks xmlns:a="http://schemas.openxmlformats.org/drawingml/2006/main" noGrp="1"/>
          </p:cNvSpPr>
          <p:nvPr/>
        </p:nvSpPr>
        <p:spPr>
          <a:xfrm xmlns:a="http://schemas.openxmlformats.org/drawingml/2006/main">
            <a:off x="685800" y="5057775"/>
            <a:ext cx="5238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문서 선택됨 → task 추가 → research 재실행</a:t>
            </a:r>
          </a:p>
        </p:txBody>
      </p:sp>
      <p:sp>
        <p:nvSpPr>
          <p:cNvPr id="15" name="">
            <a:extLst xmlns:a="http://schemas.openxmlformats.org/drawingml/2006/main">
              <a:ext uri="{FF2B5EF4-FFF2-40B4-BE49-F238E27FC236}">
                <a16:creationId xmlns:a16="http://schemas.microsoft.com/office/drawing/2014/main" id="{AD4671B4-C0BB-4B80-8E24-AF4905F4E7F5}"/>
              </a:ext>
            </a:extLst>
          </p:cNvPr>
          <p:cNvSpPr>
            <a:spLocks xmlns:a="http://schemas.openxmlformats.org/drawingml/2006/main" noGrp="1"/>
          </p:cNvSpPr>
          <p:nvPr/>
        </p:nvSpPr>
        <p:spPr>
          <a:xfrm xmlns:a="http://schemas.openxmlformats.org/drawingml/2006/main">
            <a:off x="685800" y="55149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문서 없음·검색 오류 → analysis</a:t>
            </a:r>
          </a:p>
        </p:txBody>
      </p:sp>
      <p:sp>
        <p:nvSpPr>
          <p:cNvPr id="16" name="">
            <a:extLst xmlns:a="http://schemas.openxmlformats.org/drawingml/2006/main">
              <a:ext uri="{FF2B5EF4-FFF2-40B4-BE49-F238E27FC236}">
                <a16:creationId xmlns:a16="http://schemas.microsoft.com/office/drawing/2014/main" id="{33E0B9CD-10CB-4E0D-993D-3844F35EB7F7}"/>
              </a:ext>
            </a:extLst>
          </p:cNvPr>
          <p:cNvSpPr>
            <a:spLocks xmlns:a="http://schemas.openxmlformats.org/drawingml/2006/main" noGrp="1"/>
          </p:cNvSpPr>
          <p:nvPr/>
        </p:nvSpPr>
        <p:spPr>
          <a:xfrm xmlns:a="http://schemas.openxmlformats.org/drawingml/2006/main">
            <a:off x="6362700" y="469582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두 번째 검사</a:t>
            </a:r>
          </a:p>
        </p:txBody>
      </p:sp>
      <p:sp>
        <p:nvSpPr>
          <p:cNvPr id="17" name="">
            <a:extLst xmlns:a="http://schemas.openxmlformats.org/drawingml/2006/main">
              <a:ext uri="{FF2B5EF4-FFF2-40B4-BE49-F238E27FC236}">
                <a16:creationId xmlns:a16="http://schemas.microsoft.com/office/drawing/2014/main" id="{505388AD-78F2-4B3C-BF4D-33B160519A40}"/>
              </a:ext>
            </a:extLst>
          </p:cNvPr>
          <p:cNvSpPr>
            <a:spLocks xmlns:a="http://schemas.openxmlformats.org/drawingml/2006/main" noGrp="1"/>
          </p:cNvSpPr>
          <p:nvPr/>
        </p:nvSpPr>
        <p:spPr>
          <a:xfrm xmlns:a="http://schemas.openxmlformats.org/drawingml/2006/main">
            <a:off x="6362700" y="5057775"/>
            <a:ext cx="5067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더 검색하지 않고 analysis로 진행</a:t>
            </a:r>
          </a:p>
        </p:txBody>
      </p:sp>
      <p:sp>
        <p:nvSpPr>
          <p:cNvPr id="18" name="">
            <a:extLst xmlns:a="http://schemas.openxmlformats.org/drawingml/2006/main">
              <a:ext uri="{FF2B5EF4-FFF2-40B4-BE49-F238E27FC236}">
                <a16:creationId xmlns:a16="http://schemas.microsoft.com/office/drawing/2014/main" id="{219BEE8C-8471-49E4-80C8-1752A8157403}"/>
              </a:ext>
            </a:extLst>
          </p:cNvPr>
          <p:cNvSpPr>
            <a:spLocks xmlns:a="http://schemas.openxmlformats.org/drawingml/2006/main" noGrp="1"/>
          </p:cNvSpPr>
          <p:nvPr/>
        </p:nvSpPr>
        <p:spPr>
          <a:xfrm xmlns:a="http://schemas.openxmlformats.org/drawingml/2006/main">
            <a:off x="6362700" y="5514975"/>
            <a:ext cx="506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조회 실패는 별도 기록 · 품질 검증은 validate</a:t>
            </a:r>
          </a:p>
        </p:txBody>
      </p:sp>
      <p:sp>
        <p:nvSpPr>
          <p:cNvPr id="19" name="">
            <a:extLst xmlns:a="http://schemas.openxmlformats.org/drawingml/2006/main">
              <a:ext uri="{FF2B5EF4-FFF2-40B4-BE49-F238E27FC236}">
                <a16:creationId xmlns:a16="http://schemas.microsoft.com/office/drawing/2014/main" id="{63F056E4-3A9B-4C84-8ED3-98E03BD4F2A7}"/>
              </a:ext>
            </a:extLst>
          </p:cNvPr>
          <p:cNvSpPr>
            <a:spLocks xmlns:a="http://schemas.openxmlformats.org/drawingml/2006/main" noGrp="1"/>
          </p:cNvSpPr>
          <p:nvPr/>
        </p:nvSpPr>
        <p:spPr>
          <a:xfrm xmlns:a="http://schemas.openxmlformats.org/drawingml/2006/main">
            <a:off x="685800" y="6267450"/>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is_sufficient = 추가 Runbook task가 없는가?  (조회 결과의 품질 합격은 아님)</a:t>
            </a:r>
          </a:p>
        </p:txBody>
      </p:sp>
      <p:sp>
        <p:nvSpPr>
          <p:cNvPr id="20" name="">
            <a:extLst xmlns:a="http://schemas.openxmlformats.org/drawingml/2006/main">
              <a:ext uri="{FF2B5EF4-FFF2-40B4-BE49-F238E27FC236}">
                <a16:creationId xmlns:a16="http://schemas.microsoft.com/office/drawing/2014/main" id="{B88E53FF-3EFF-4F5B-9D83-EE9A4A80E493}"/>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211875178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B887645-16FE-493A-A226-7C6D69B576D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임베딩 검색의 첫 시도와 수정 결과</a:t>
            </a:r>
          </a:p>
        </p:txBody>
      </p:sp>
      <p:sp>
        <p:nvSpPr>
          <p:cNvPr id="2" name="">
            <a:extLst xmlns:a="http://schemas.openxmlformats.org/drawingml/2006/main">
              <a:ext uri="{FF2B5EF4-FFF2-40B4-BE49-F238E27FC236}">
                <a16:creationId xmlns:a16="http://schemas.microsoft.com/office/drawing/2014/main" id="{6C1ED337-2924-4C81-B9AE-E0308EBE6A8A}"/>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12  G096 정다운</a:t>
            </a:r>
          </a:p>
        </p:txBody>
      </p:sp>
      <p:sp>
        <p:nvSpPr>
          <p:cNvPr id="3" name="">
            <a:extLst xmlns:a="http://schemas.openxmlformats.org/drawingml/2006/main">
              <a:ext uri="{FF2B5EF4-FFF2-40B4-BE49-F238E27FC236}">
                <a16:creationId xmlns:a16="http://schemas.microsoft.com/office/drawing/2014/main" id="{5CCF74F5-F6F8-4465-A5A6-8D3B5B669E4A}"/>
              </a:ext>
            </a:extLst>
          </p:cNvPr>
          <p:cNvSpPr>
            <a:spLocks xmlns:a="http://schemas.openxmlformats.org/drawingml/2006/main" noGrp="1"/>
          </p:cNvSpPr>
          <p:nvPr/>
        </p:nvSpPr>
        <p:spPr>
          <a:xfrm xmlns:a="http://schemas.openxmlformats.org/drawingml/2006/main">
            <a:off x="685800" y="1400175"/>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Runbook 6개 · 고정 질문 5개 · 검색 단계 정밀도</a:t>
            </a:r>
          </a:p>
        </p:txBody>
      </p:sp>
      <p:sp>
        <p:nvSpPr>
          <p:cNvPr id="4" name="">
            <a:extLst xmlns:a="http://schemas.openxmlformats.org/drawingml/2006/main">
              <a:ext uri="{FF2B5EF4-FFF2-40B4-BE49-F238E27FC236}">
                <a16:creationId xmlns:a16="http://schemas.microsoft.com/office/drawing/2014/main" id="{A2D9AA24-9D20-4EEB-94AB-5C0A14CF8FA1}"/>
              </a:ext>
            </a:extLst>
          </p:cNvPr>
          <p:cNvSpPr>
            <a:spLocks xmlns:a="http://schemas.openxmlformats.org/drawingml/2006/main" noGrp="1"/>
          </p:cNvSpPr>
          <p:nvPr/>
        </p:nvSpPr>
        <p:spPr>
          <a:xfrm xmlns:a="http://schemas.openxmlformats.org/drawingml/2006/main">
            <a:off x="685800" y="2000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 문서 랭킹</a:t>
            </a:r>
          </a:p>
        </p:txBody>
      </p:sp>
      <p:sp>
        <p:nvSpPr>
          <p:cNvPr id="5" name="">
            <a:extLst xmlns:a="http://schemas.openxmlformats.org/drawingml/2006/main">
              <a:ext uri="{FF2B5EF4-FFF2-40B4-BE49-F238E27FC236}">
                <a16:creationId xmlns:a16="http://schemas.microsoft.com/office/drawing/2014/main" id="{7CF2AB8D-DA92-4C99-813D-93A3BC4E34AA}"/>
              </a:ext>
            </a:extLst>
          </p:cNvPr>
          <p:cNvSpPr>
            <a:spLocks xmlns:a="http://schemas.openxmlformats.org/drawingml/2006/main" noGrp="1"/>
          </p:cNvSpPr>
          <p:nvPr/>
        </p:nvSpPr>
        <p:spPr>
          <a:xfrm xmlns:a="http://schemas.openxmlformats.org/drawingml/2006/main">
            <a:off x="4905375" y="198120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3151A"/>
                </a:solidFill>
                <a:latin typeface="Apple SD Gothic Neo"/>
                <a:ea typeface="Apple SD Gothic Neo"/>
                <a:cs typeface="Apple SD Gothic Neo"/>
              </a:defRPr>
            </a:defPPr>
            <a:lvl1pPr algn="l">
              <a:defRPr sz="2775" b="1">
                <a:solidFill>
                  <a:srgbClr val="13151A"/>
                </a:solidFill>
                <a:latin typeface="Apple SD Gothic Neo"/>
                <a:ea typeface="Apple SD Gothic Neo"/>
                <a:cs typeface="Apple SD Gothic Neo"/>
              </a:defRPr>
            </a:lvl1pPr>
            <a:lvl2pPr algn="l">
              <a:defRPr sz="2775" b="1">
                <a:solidFill>
                  <a:srgbClr val="13151A"/>
                </a:solidFill>
                <a:latin typeface="Apple SD Gothic Neo"/>
                <a:ea typeface="Apple SD Gothic Neo"/>
                <a:cs typeface="Apple SD Gothic Neo"/>
              </a:defRPr>
            </a:lvl2pPr>
            <a:lvl3pPr algn="l">
              <a:defRPr sz="2775" b="1">
                <a:solidFill>
                  <a:srgbClr val="13151A"/>
                </a:solidFill>
                <a:latin typeface="Apple SD Gothic Neo"/>
                <a:ea typeface="Apple SD Gothic Neo"/>
                <a:cs typeface="Apple SD Gothic Neo"/>
              </a:defRPr>
            </a:lvl3pPr>
            <a:lvl4pPr algn="l">
              <a:defRPr sz="2775" b="1">
                <a:solidFill>
                  <a:srgbClr val="13151A"/>
                </a:solidFill>
                <a:latin typeface="Apple SD Gothic Neo"/>
                <a:ea typeface="Apple SD Gothic Neo"/>
                <a:cs typeface="Apple SD Gothic Neo"/>
              </a:defRPr>
            </a:lvl4pPr>
            <a:lvl5pPr algn="l">
              <a:defRPr sz="2775" b="1">
                <a:solidFill>
                  <a:srgbClr val="13151A"/>
                </a:solidFill>
                <a:latin typeface="Apple SD Gothic Neo"/>
                <a:ea typeface="Apple SD Gothic Neo"/>
                <a:cs typeface="Apple SD Gothic Neo"/>
              </a:defRPr>
            </a:lvl5pPr>
            <a:lvl6pPr algn="l">
              <a:defRPr sz="2775" b="1">
                <a:solidFill>
                  <a:srgbClr val="13151A"/>
                </a:solidFill>
                <a:latin typeface="Apple SD Gothic Neo"/>
                <a:ea typeface="Apple SD Gothic Neo"/>
                <a:cs typeface="Apple SD Gothic Neo"/>
              </a:defRPr>
            </a:lvl6pPr>
            <a:lvl7pPr algn="l">
              <a:defRPr sz="2775" b="1">
                <a:solidFill>
                  <a:srgbClr val="13151A"/>
                </a:solidFill>
                <a:latin typeface="Apple SD Gothic Neo"/>
                <a:ea typeface="Apple SD Gothic Neo"/>
                <a:cs typeface="Apple SD Gothic Neo"/>
              </a:defRPr>
            </a:lvl7pPr>
            <a:lvl8pPr algn="l">
              <a:defRPr sz="2775" b="1">
                <a:solidFill>
                  <a:srgbClr val="13151A"/>
                </a:solidFill>
                <a:latin typeface="Apple SD Gothic Neo"/>
                <a:ea typeface="Apple SD Gothic Neo"/>
                <a:cs typeface="Apple SD Gothic Neo"/>
              </a:defRPr>
            </a:lvl8pPr>
            <a:lvl9pPr algn="l">
              <a:defRPr sz="2775" b="1">
                <a:solidFill>
                  <a:srgbClr val="13151A"/>
                </a:solidFill>
                <a:latin typeface="Apple SD Gothic Neo"/>
                <a:ea typeface="Apple SD Gothic Neo"/>
                <a:cs typeface="Apple SD Gothic Neo"/>
              </a:defRPr>
            </a:lvl9pPr>
          </a:lstStyle>
          <a:p xmlns:a="http://schemas.openxmlformats.org/drawingml/2006/main">
            <a:pPr algn="l">
              <a:defRPr sz="2775" b="1">
                <a:solidFill>
                  <a:srgbClr val="13151A"/>
                </a:solidFill>
                <a:latin typeface="Apple SD Gothic Neo"/>
                <a:ea typeface="Apple SD Gothic Neo"/>
                <a:cs typeface="Apple SD Gothic Neo"/>
              </a:defRPr>
            </a:pPr>
            <a:r>
              <a:rPr sz="2775" b="1">
                <a:solidFill>
                  <a:srgbClr val="13151A"/>
                </a:solidFill>
                <a:latin typeface="Apple SD Gothic Neo"/>
                <a:ea typeface="Apple SD Gothic Neo"/>
                <a:cs typeface="Apple SD Gothic Neo"/>
              </a:rPr>
              <a:t>85.7%</a:t>
            </a:r>
          </a:p>
        </p:txBody>
      </p:sp>
      <p:sp>
        <p:nvSpPr>
          <p:cNvPr id="6" name="">
            <a:extLst xmlns:a="http://schemas.openxmlformats.org/drawingml/2006/main">
              <a:ext uri="{FF2B5EF4-FFF2-40B4-BE49-F238E27FC236}">
                <a16:creationId xmlns:a16="http://schemas.microsoft.com/office/drawing/2014/main" id="{3C6B0BF7-ADA7-413D-A9C9-D9BB08E1DF85}"/>
              </a:ext>
            </a:extLst>
          </p:cNvPr>
          <p:cNvSpPr>
            <a:spLocks xmlns:a="http://schemas.openxmlformats.org/drawingml/2006/main" noGrp="1"/>
          </p:cNvSpPr>
          <p:nvPr/>
        </p:nvSpPr>
        <p:spPr>
          <a:xfrm xmlns:a="http://schemas.openxmlformats.org/drawingml/2006/main">
            <a:off x="685800" y="2895600"/>
            <a:ext cx="400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첫 임베딩: 본문 전체</a:t>
            </a:r>
          </a:p>
        </p:txBody>
      </p:sp>
      <p:sp>
        <p:nvSpPr>
          <p:cNvPr id="7" name="">
            <a:extLst xmlns:a="http://schemas.openxmlformats.org/drawingml/2006/main">
              <a:ext uri="{FF2B5EF4-FFF2-40B4-BE49-F238E27FC236}">
                <a16:creationId xmlns:a16="http://schemas.microsoft.com/office/drawing/2014/main" id="{CAED8870-C2C9-4B46-A813-33E59244368F}"/>
              </a:ext>
            </a:extLst>
          </p:cNvPr>
          <p:cNvSpPr>
            <a:spLocks xmlns:a="http://schemas.openxmlformats.org/drawingml/2006/main" noGrp="1"/>
          </p:cNvSpPr>
          <p:nvPr/>
        </p:nvSpPr>
        <p:spPr>
          <a:xfrm xmlns:a="http://schemas.openxmlformats.org/drawingml/2006/main">
            <a:off x="4905375" y="287655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4232D"/>
                </a:solidFill>
                <a:latin typeface="Apple SD Gothic Neo"/>
                <a:ea typeface="Apple SD Gothic Neo"/>
                <a:cs typeface="Apple SD Gothic Neo"/>
              </a:defRPr>
            </a:defPPr>
            <a:lvl1pPr algn="l">
              <a:defRPr sz="2775" b="1">
                <a:solidFill>
                  <a:srgbClr val="B4232D"/>
                </a:solidFill>
                <a:latin typeface="Apple SD Gothic Neo"/>
                <a:ea typeface="Apple SD Gothic Neo"/>
                <a:cs typeface="Apple SD Gothic Neo"/>
              </a:defRPr>
            </a:lvl1pPr>
            <a:lvl2pPr algn="l">
              <a:defRPr sz="2775" b="1">
                <a:solidFill>
                  <a:srgbClr val="B4232D"/>
                </a:solidFill>
                <a:latin typeface="Apple SD Gothic Neo"/>
                <a:ea typeface="Apple SD Gothic Neo"/>
                <a:cs typeface="Apple SD Gothic Neo"/>
              </a:defRPr>
            </a:lvl2pPr>
            <a:lvl3pPr algn="l">
              <a:defRPr sz="2775" b="1">
                <a:solidFill>
                  <a:srgbClr val="B4232D"/>
                </a:solidFill>
                <a:latin typeface="Apple SD Gothic Neo"/>
                <a:ea typeface="Apple SD Gothic Neo"/>
                <a:cs typeface="Apple SD Gothic Neo"/>
              </a:defRPr>
            </a:lvl3pPr>
            <a:lvl4pPr algn="l">
              <a:defRPr sz="2775" b="1">
                <a:solidFill>
                  <a:srgbClr val="B4232D"/>
                </a:solidFill>
                <a:latin typeface="Apple SD Gothic Neo"/>
                <a:ea typeface="Apple SD Gothic Neo"/>
                <a:cs typeface="Apple SD Gothic Neo"/>
              </a:defRPr>
            </a:lvl4pPr>
            <a:lvl5pPr algn="l">
              <a:defRPr sz="2775" b="1">
                <a:solidFill>
                  <a:srgbClr val="B4232D"/>
                </a:solidFill>
                <a:latin typeface="Apple SD Gothic Neo"/>
                <a:ea typeface="Apple SD Gothic Neo"/>
                <a:cs typeface="Apple SD Gothic Neo"/>
              </a:defRPr>
            </a:lvl5pPr>
            <a:lvl6pPr algn="l">
              <a:defRPr sz="2775" b="1">
                <a:solidFill>
                  <a:srgbClr val="B4232D"/>
                </a:solidFill>
                <a:latin typeface="Apple SD Gothic Neo"/>
                <a:ea typeface="Apple SD Gothic Neo"/>
                <a:cs typeface="Apple SD Gothic Neo"/>
              </a:defRPr>
            </a:lvl6pPr>
            <a:lvl7pPr algn="l">
              <a:defRPr sz="2775" b="1">
                <a:solidFill>
                  <a:srgbClr val="B4232D"/>
                </a:solidFill>
                <a:latin typeface="Apple SD Gothic Neo"/>
                <a:ea typeface="Apple SD Gothic Neo"/>
                <a:cs typeface="Apple SD Gothic Neo"/>
              </a:defRPr>
            </a:lvl7pPr>
            <a:lvl8pPr algn="l">
              <a:defRPr sz="2775" b="1">
                <a:solidFill>
                  <a:srgbClr val="B4232D"/>
                </a:solidFill>
                <a:latin typeface="Apple SD Gothic Neo"/>
                <a:ea typeface="Apple SD Gothic Neo"/>
                <a:cs typeface="Apple SD Gothic Neo"/>
              </a:defRPr>
            </a:lvl8pPr>
            <a:lvl9pPr algn="l">
              <a:defRPr sz="2775" b="1">
                <a:solidFill>
                  <a:srgbClr val="B4232D"/>
                </a:solidFill>
                <a:latin typeface="Apple SD Gothic Neo"/>
                <a:ea typeface="Apple SD Gothic Neo"/>
                <a:cs typeface="Apple SD Gothic Neo"/>
              </a:defRPr>
            </a:lvl9pPr>
          </a:lstStyle>
          <a:p xmlns:a="http://schemas.openxmlformats.org/drawingml/2006/main">
            <a:pPr algn="l">
              <a:defRPr sz="2775" b="1">
                <a:solidFill>
                  <a:srgbClr val="B4232D"/>
                </a:solidFill>
                <a:latin typeface="Apple SD Gothic Neo"/>
                <a:ea typeface="Apple SD Gothic Neo"/>
                <a:cs typeface="Apple SD Gothic Neo"/>
              </a:defRPr>
            </a:pPr>
            <a:r>
              <a:rPr sz="2775" b="1">
                <a:solidFill>
                  <a:srgbClr val="B4232D"/>
                </a:solidFill>
                <a:latin typeface="Apple SD Gothic Neo"/>
                <a:ea typeface="Apple SD Gothic Neo"/>
                <a:cs typeface="Apple SD Gothic Neo"/>
              </a:rPr>
              <a:t>66.7%</a:t>
            </a:r>
          </a:p>
        </p:txBody>
      </p:sp>
      <p:sp>
        <p:nvSpPr>
          <p:cNvPr id="8" name="">
            <a:extLst xmlns:a="http://schemas.openxmlformats.org/drawingml/2006/main">
              <a:ext uri="{FF2B5EF4-FFF2-40B4-BE49-F238E27FC236}">
                <a16:creationId xmlns:a16="http://schemas.microsoft.com/office/drawing/2014/main" id="{D48148A1-026B-43E7-BC76-944B6D5F15B9}"/>
              </a:ext>
            </a:extLst>
          </p:cNvPr>
          <p:cNvSpPr>
            <a:spLocks xmlns:a="http://schemas.openxmlformats.org/drawingml/2006/main" noGrp="1"/>
          </p:cNvSpPr>
          <p:nvPr/>
        </p:nvSpPr>
        <p:spPr>
          <a:xfrm xmlns:a="http://schemas.openxmlformats.org/drawingml/2006/main">
            <a:off x="685800" y="38195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수정: 제목 + alerts[]별 검색</a:t>
            </a:r>
          </a:p>
        </p:txBody>
      </p:sp>
      <p:sp>
        <p:nvSpPr>
          <p:cNvPr id="9" name="">
            <a:extLst xmlns:a="http://schemas.openxmlformats.org/drawingml/2006/main">
              <a:ext uri="{FF2B5EF4-FFF2-40B4-BE49-F238E27FC236}">
                <a16:creationId xmlns:a16="http://schemas.microsoft.com/office/drawing/2014/main" id="{E99A2240-0801-4CD4-A9A2-F7EDB4DC2006}"/>
              </a:ext>
            </a:extLst>
          </p:cNvPr>
          <p:cNvSpPr>
            <a:spLocks xmlns:a="http://schemas.openxmlformats.org/drawingml/2006/main" noGrp="1"/>
          </p:cNvSpPr>
          <p:nvPr/>
        </p:nvSpPr>
        <p:spPr>
          <a:xfrm xmlns:a="http://schemas.openxmlformats.org/drawingml/2006/main">
            <a:off x="4905375" y="3781425"/>
            <a:ext cx="1809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B4232D"/>
                </a:solidFill>
                <a:latin typeface="Apple SD Gothic Neo"/>
                <a:ea typeface="Apple SD Gothic Neo"/>
                <a:cs typeface="Apple SD Gothic Neo"/>
              </a:defRPr>
            </a:defPPr>
            <a:lvl1pPr algn="l">
              <a:defRPr sz="2925" b="1">
                <a:solidFill>
                  <a:srgbClr val="B4232D"/>
                </a:solidFill>
                <a:latin typeface="Apple SD Gothic Neo"/>
                <a:ea typeface="Apple SD Gothic Neo"/>
                <a:cs typeface="Apple SD Gothic Neo"/>
              </a:defRPr>
            </a:lvl1pPr>
            <a:lvl2pPr algn="l">
              <a:defRPr sz="2925" b="1">
                <a:solidFill>
                  <a:srgbClr val="B4232D"/>
                </a:solidFill>
                <a:latin typeface="Apple SD Gothic Neo"/>
                <a:ea typeface="Apple SD Gothic Neo"/>
                <a:cs typeface="Apple SD Gothic Neo"/>
              </a:defRPr>
            </a:lvl2pPr>
            <a:lvl3pPr algn="l">
              <a:defRPr sz="2925" b="1">
                <a:solidFill>
                  <a:srgbClr val="B4232D"/>
                </a:solidFill>
                <a:latin typeface="Apple SD Gothic Neo"/>
                <a:ea typeface="Apple SD Gothic Neo"/>
                <a:cs typeface="Apple SD Gothic Neo"/>
              </a:defRPr>
            </a:lvl3pPr>
            <a:lvl4pPr algn="l">
              <a:defRPr sz="2925" b="1">
                <a:solidFill>
                  <a:srgbClr val="B4232D"/>
                </a:solidFill>
                <a:latin typeface="Apple SD Gothic Neo"/>
                <a:ea typeface="Apple SD Gothic Neo"/>
                <a:cs typeface="Apple SD Gothic Neo"/>
              </a:defRPr>
            </a:lvl4pPr>
            <a:lvl5pPr algn="l">
              <a:defRPr sz="2925" b="1">
                <a:solidFill>
                  <a:srgbClr val="B4232D"/>
                </a:solidFill>
                <a:latin typeface="Apple SD Gothic Neo"/>
                <a:ea typeface="Apple SD Gothic Neo"/>
                <a:cs typeface="Apple SD Gothic Neo"/>
              </a:defRPr>
            </a:lvl5pPr>
            <a:lvl6pPr algn="l">
              <a:defRPr sz="2925" b="1">
                <a:solidFill>
                  <a:srgbClr val="B4232D"/>
                </a:solidFill>
                <a:latin typeface="Apple SD Gothic Neo"/>
                <a:ea typeface="Apple SD Gothic Neo"/>
                <a:cs typeface="Apple SD Gothic Neo"/>
              </a:defRPr>
            </a:lvl6pPr>
            <a:lvl7pPr algn="l">
              <a:defRPr sz="2925" b="1">
                <a:solidFill>
                  <a:srgbClr val="B4232D"/>
                </a:solidFill>
                <a:latin typeface="Apple SD Gothic Neo"/>
                <a:ea typeface="Apple SD Gothic Neo"/>
                <a:cs typeface="Apple SD Gothic Neo"/>
              </a:defRPr>
            </a:lvl7pPr>
            <a:lvl8pPr algn="l">
              <a:defRPr sz="2925" b="1">
                <a:solidFill>
                  <a:srgbClr val="B4232D"/>
                </a:solidFill>
                <a:latin typeface="Apple SD Gothic Neo"/>
                <a:ea typeface="Apple SD Gothic Neo"/>
                <a:cs typeface="Apple SD Gothic Neo"/>
              </a:defRPr>
            </a:lvl8pPr>
            <a:lvl9pPr algn="l">
              <a:defRPr sz="2925" b="1">
                <a:solidFill>
                  <a:srgbClr val="B4232D"/>
                </a:solidFill>
                <a:latin typeface="Apple SD Gothic Neo"/>
                <a:ea typeface="Apple SD Gothic Neo"/>
                <a:cs typeface="Apple SD Gothic Neo"/>
              </a:defRPr>
            </a:lvl9pPr>
          </a:lstStyle>
          <a:p xmlns:a="http://schemas.openxmlformats.org/drawingml/2006/main">
            <a:pPr algn="l">
              <a:defRPr sz="2925" b="1">
                <a:solidFill>
                  <a:srgbClr val="B4232D"/>
                </a:solidFill>
                <a:latin typeface="Apple SD Gothic Neo"/>
                <a:ea typeface="Apple SD Gothic Neo"/>
                <a:cs typeface="Apple SD Gothic Neo"/>
              </a:defRPr>
            </a:pPr>
            <a:r>
              <a:rPr sz="2925" b="1">
                <a:solidFill>
                  <a:srgbClr val="B4232D"/>
                </a:solidFill>
                <a:latin typeface="Apple SD Gothic Neo"/>
                <a:ea typeface="Apple SD Gothic Neo"/>
                <a:cs typeface="Apple SD Gothic Neo"/>
              </a:rPr>
              <a:t>100%</a:t>
            </a:r>
          </a:p>
        </p:txBody>
      </p:sp>
      <p:sp>
        <p:nvSpPr>
          <p:cNvPr id="10" name="">
            <a:extLst xmlns:a="http://schemas.openxmlformats.org/drawingml/2006/main">
              <a:ext uri="{FF2B5EF4-FFF2-40B4-BE49-F238E27FC236}">
                <a16:creationId xmlns:a16="http://schemas.microsoft.com/office/drawing/2014/main" id="{C7B41B99-AC2B-4A31-945B-DCC1B646E1E6}"/>
              </a:ext>
            </a:extLst>
          </p:cNvPr>
          <p:cNvSpPr>
            <a:spLocks xmlns:a="http://schemas.openxmlformats.org/drawingml/2006/main" noGrp="1"/>
          </p:cNvSpPr>
          <p:nvPr/>
        </p:nvSpPr>
        <p:spPr>
          <a:xfrm xmlns:a="http://schemas.openxmlformats.org/drawingml/2006/main">
            <a:off x="7391400" y="18669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문제 판단</a:t>
            </a:r>
          </a:p>
        </p:txBody>
      </p:sp>
      <p:sp>
        <p:nvSpPr>
          <p:cNvPr id="11" name="">
            <a:extLst xmlns:a="http://schemas.openxmlformats.org/drawingml/2006/main">
              <a:ext uri="{FF2B5EF4-FFF2-40B4-BE49-F238E27FC236}">
                <a16:creationId xmlns:a16="http://schemas.microsoft.com/office/drawing/2014/main" id="{AEA2908F-15A3-456B-A471-4FA11E13F1BC}"/>
              </a:ext>
            </a:extLst>
          </p:cNvPr>
          <p:cNvSpPr>
            <a:spLocks xmlns:a="http://schemas.openxmlformats.org/drawingml/2006/main" noGrp="1"/>
          </p:cNvSpPr>
          <p:nvPr/>
        </p:nvSpPr>
        <p:spPr>
          <a:xfrm xmlns:a="http://schemas.openxmlformats.org/drawingml/2006/main">
            <a:off x="7391400" y="22669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공통 절차 문장이 많고</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복합 증상이 한 벡터에 섞임</a:t>
            </a:r>
          </a:p>
        </p:txBody>
      </p:sp>
      <p:sp>
        <p:nvSpPr>
          <p:cNvPr id="12" name="">
            <a:extLst xmlns:a="http://schemas.openxmlformats.org/drawingml/2006/main">
              <a:ext uri="{FF2B5EF4-FFF2-40B4-BE49-F238E27FC236}">
                <a16:creationId xmlns:a16="http://schemas.microsoft.com/office/drawing/2014/main" id="{56EC0520-A61D-4399-9D6C-1F3E1750BD50}"/>
              </a:ext>
            </a:extLst>
          </p:cNvPr>
          <p:cNvSpPr>
            <a:spLocks xmlns:a="http://schemas.openxmlformats.org/drawingml/2006/main" noGrp="1"/>
          </p:cNvSpPr>
          <p:nvPr/>
        </p:nvSpPr>
        <p:spPr>
          <a:xfrm xmlns:a="http://schemas.openxmlformats.org/drawingml/2006/main">
            <a:off x="7391400" y="34671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수정</a:t>
            </a:r>
          </a:p>
        </p:txBody>
      </p:sp>
      <p:sp>
        <p:nvSpPr>
          <p:cNvPr id="13" name="">
            <a:extLst xmlns:a="http://schemas.openxmlformats.org/drawingml/2006/main">
              <a:ext uri="{FF2B5EF4-FFF2-40B4-BE49-F238E27FC236}">
                <a16:creationId xmlns:a16="http://schemas.microsoft.com/office/drawing/2014/main" id="{F46346E5-4E23-4569-B954-9A5150C97552}"/>
              </a:ext>
            </a:extLst>
          </p:cNvPr>
          <p:cNvSpPr>
            <a:spLocks xmlns:a="http://schemas.openxmlformats.org/drawingml/2006/main" noGrp="1"/>
          </p:cNvSpPr>
          <p:nvPr/>
        </p:nvSpPr>
        <p:spPr>
          <a:xfrm xmlns:a="http://schemas.openxmlformats.org/drawingml/2006/main">
            <a:off x="7391400" y="38671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제목만 임베딩</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질문과 alerts[]의 각 문구 비교</a:t>
            </a:r>
          </a:p>
        </p:txBody>
      </p:sp>
      <p:sp>
        <p:nvSpPr>
          <p:cNvPr id="14" name="">
            <a:extLst xmlns:a="http://schemas.openxmlformats.org/drawingml/2006/main">
              <a:ext uri="{FF2B5EF4-FFF2-40B4-BE49-F238E27FC236}">
                <a16:creationId xmlns:a16="http://schemas.microsoft.com/office/drawing/2014/main" id="{997884E7-5880-41D0-B962-3461701427B1}"/>
              </a:ext>
            </a:extLst>
          </p:cNvPr>
          <p:cNvSpPr>
            <a:spLocks xmlns:a="http://schemas.openxmlformats.org/drawingml/2006/main" noGrp="1"/>
          </p:cNvSpPr>
          <p:nvPr/>
        </p:nvSpPr>
        <p:spPr>
          <a:xfrm xmlns:a="http://schemas.openxmlformats.org/drawingml/2006/main">
            <a:off x="695325" y="52863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5건 검색 시간  LLM 9.12초   수정 임베딩 1.51초</a:t>
            </a:r>
          </a:p>
        </p:txBody>
      </p:sp>
      <p:sp>
        <p:nvSpPr>
          <p:cNvPr id="15" name="">
            <a:extLst xmlns:a="http://schemas.openxmlformats.org/drawingml/2006/main">
              <a:ext uri="{FF2B5EF4-FFF2-40B4-BE49-F238E27FC236}">
                <a16:creationId xmlns:a16="http://schemas.microsoft.com/office/drawing/2014/main" id="{05EBAF13-4FD7-44F3-AC30-472A79F506AD}"/>
              </a:ext>
            </a:extLst>
          </p:cNvPr>
          <p:cNvSpPr>
            <a:spLocks xmlns:a="http://schemas.openxmlformats.org/drawingml/2006/main" noGrp="1"/>
          </p:cNvSpPr>
          <p:nvPr/>
        </p:nvSpPr>
        <p:spPr>
          <a:xfrm xmlns:a="http://schemas.openxmlformats.org/drawingml/2006/main">
            <a:off x="695325" y="61626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 조정에 사용한 5문항의 한 번 측정. 독립 평가나 전체 응답 시간은 아님.</a:t>
            </a:r>
          </a:p>
        </p:txBody>
      </p:sp>
      <p:sp>
        <p:nvSpPr>
          <p:cNvPr id="16" name="">
            <a:extLst xmlns:a="http://schemas.openxmlformats.org/drawingml/2006/main">
              <a:ext uri="{FF2B5EF4-FFF2-40B4-BE49-F238E27FC236}">
                <a16:creationId xmlns:a16="http://schemas.microsoft.com/office/drawing/2014/main" id="{BD8523F9-2449-4994-B8E6-C93617966802}"/>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8254893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FA90C74-6416-401E-9271-F7EDD315F6F8}"/>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벡터 DB 없이 임베딩 검색을 택한 이유</a:t>
            </a:r>
          </a:p>
        </p:txBody>
      </p:sp>
      <p:sp>
        <p:nvSpPr>
          <p:cNvPr id="2" name="">
            <a:extLst xmlns:a="http://schemas.openxmlformats.org/drawingml/2006/main">
              <a:ext uri="{FF2B5EF4-FFF2-40B4-BE49-F238E27FC236}">
                <a16:creationId xmlns:a16="http://schemas.microsoft.com/office/drawing/2014/main" id="{8E7E6159-B914-44A2-B68C-11DC9E850F2D}"/>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13  G096 정다운</a:t>
            </a:r>
          </a:p>
        </p:txBody>
      </p:sp>
      <p:sp>
        <p:nvSpPr>
          <p:cNvPr id="3" name="">
            <a:extLst xmlns:a="http://schemas.openxmlformats.org/drawingml/2006/main">
              <a:ext uri="{FF2B5EF4-FFF2-40B4-BE49-F238E27FC236}">
                <a16:creationId xmlns:a16="http://schemas.microsoft.com/office/drawing/2014/main" id="{1F700A89-0C21-4B78-8691-C57926AF67A2}"/>
              </a:ext>
            </a:extLst>
          </p:cNvPr>
          <p:cNvSpPr>
            <a:spLocks xmlns:a="http://schemas.openxmlformats.org/drawingml/2006/main" noGrp="1"/>
          </p:cNvSpPr>
          <p:nvPr/>
        </p:nvSpPr>
        <p:spPr>
          <a:xfrm xmlns:a="http://schemas.openxmlformats.org/drawingml/2006/main">
            <a:off x="695325" y="14382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현재 규모</a:t>
            </a:r>
          </a:p>
        </p:txBody>
      </p:sp>
      <p:sp>
        <p:nvSpPr>
          <p:cNvPr id="4" name="">
            <a:extLst xmlns:a="http://schemas.openxmlformats.org/drawingml/2006/main">
              <a:ext uri="{FF2B5EF4-FFF2-40B4-BE49-F238E27FC236}">
                <a16:creationId xmlns:a16="http://schemas.microsoft.com/office/drawing/2014/main" id="{140BEAA6-99E8-4597-82B0-56C5BAB6BB07}"/>
              </a:ext>
            </a:extLst>
          </p:cNvPr>
          <p:cNvSpPr>
            <a:spLocks xmlns:a="http://schemas.openxmlformats.org/drawingml/2006/main" noGrp="1"/>
          </p:cNvSpPr>
          <p:nvPr/>
        </p:nvSpPr>
        <p:spPr>
          <a:xfrm xmlns:a="http://schemas.openxmlformats.org/drawingml/2006/main">
            <a:off x="695325" y="1828800"/>
            <a:ext cx="4619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B4232D"/>
                </a:solidFill>
                <a:latin typeface="Apple SD Gothic Neo"/>
                <a:ea typeface="Apple SD Gothic Neo"/>
                <a:cs typeface="Apple SD Gothic Neo"/>
              </a:defRPr>
            </a:defPPr>
            <a:lvl1pPr algn="l">
              <a:defRPr sz="3075" b="1">
                <a:solidFill>
                  <a:srgbClr val="B4232D"/>
                </a:solidFill>
                <a:latin typeface="Apple SD Gothic Neo"/>
                <a:ea typeface="Apple SD Gothic Neo"/>
                <a:cs typeface="Apple SD Gothic Neo"/>
              </a:defRPr>
            </a:lvl1pPr>
            <a:lvl2pPr algn="l">
              <a:defRPr sz="3075" b="1">
                <a:solidFill>
                  <a:srgbClr val="B4232D"/>
                </a:solidFill>
                <a:latin typeface="Apple SD Gothic Neo"/>
                <a:ea typeface="Apple SD Gothic Neo"/>
                <a:cs typeface="Apple SD Gothic Neo"/>
              </a:defRPr>
            </a:lvl2pPr>
            <a:lvl3pPr algn="l">
              <a:defRPr sz="3075" b="1">
                <a:solidFill>
                  <a:srgbClr val="B4232D"/>
                </a:solidFill>
                <a:latin typeface="Apple SD Gothic Neo"/>
                <a:ea typeface="Apple SD Gothic Neo"/>
                <a:cs typeface="Apple SD Gothic Neo"/>
              </a:defRPr>
            </a:lvl3pPr>
            <a:lvl4pPr algn="l">
              <a:defRPr sz="3075" b="1">
                <a:solidFill>
                  <a:srgbClr val="B4232D"/>
                </a:solidFill>
                <a:latin typeface="Apple SD Gothic Neo"/>
                <a:ea typeface="Apple SD Gothic Neo"/>
                <a:cs typeface="Apple SD Gothic Neo"/>
              </a:defRPr>
            </a:lvl4pPr>
            <a:lvl5pPr algn="l">
              <a:defRPr sz="3075" b="1">
                <a:solidFill>
                  <a:srgbClr val="B4232D"/>
                </a:solidFill>
                <a:latin typeface="Apple SD Gothic Neo"/>
                <a:ea typeface="Apple SD Gothic Neo"/>
                <a:cs typeface="Apple SD Gothic Neo"/>
              </a:defRPr>
            </a:lvl5pPr>
            <a:lvl6pPr algn="l">
              <a:defRPr sz="3075" b="1">
                <a:solidFill>
                  <a:srgbClr val="B4232D"/>
                </a:solidFill>
                <a:latin typeface="Apple SD Gothic Neo"/>
                <a:ea typeface="Apple SD Gothic Neo"/>
                <a:cs typeface="Apple SD Gothic Neo"/>
              </a:defRPr>
            </a:lvl6pPr>
            <a:lvl7pPr algn="l">
              <a:defRPr sz="3075" b="1">
                <a:solidFill>
                  <a:srgbClr val="B4232D"/>
                </a:solidFill>
                <a:latin typeface="Apple SD Gothic Neo"/>
                <a:ea typeface="Apple SD Gothic Neo"/>
                <a:cs typeface="Apple SD Gothic Neo"/>
              </a:defRPr>
            </a:lvl7pPr>
            <a:lvl8pPr algn="l">
              <a:defRPr sz="3075" b="1">
                <a:solidFill>
                  <a:srgbClr val="B4232D"/>
                </a:solidFill>
                <a:latin typeface="Apple SD Gothic Neo"/>
                <a:ea typeface="Apple SD Gothic Neo"/>
                <a:cs typeface="Apple SD Gothic Neo"/>
              </a:defRPr>
            </a:lvl8pPr>
            <a:lvl9pPr algn="l">
              <a:defRPr sz="3075" b="1">
                <a:solidFill>
                  <a:srgbClr val="B4232D"/>
                </a:solidFill>
                <a:latin typeface="Apple SD Gothic Neo"/>
                <a:ea typeface="Apple SD Gothic Neo"/>
                <a:cs typeface="Apple SD Gothic Neo"/>
              </a:defRPr>
            </a:lvl9pPr>
          </a:lstStyle>
          <a:p xmlns:a="http://schemas.openxmlformats.org/drawingml/2006/main">
            <a:pPr algn="l">
              <a:defRPr sz="3075" b="1">
                <a:solidFill>
                  <a:srgbClr val="B4232D"/>
                </a:solidFill>
                <a:latin typeface="Apple SD Gothic Neo"/>
                <a:ea typeface="Apple SD Gothic Neo"/>
                <a:cs typeface="Apple SD Gothic Neo"/>
              </a:defRPr>
            </a:pPr>
            <a:r>
              <a:rPr sz="3075" b="1">
                <a:solidFill>
                  <a:srgbClr val="B4232D"/>
                </a:solidFill>
                <a:latin typeface="Apple SD Gothic Neo"/>
                <a:ea typeface="Apple SD Gothic Neo"/>
                <a:cs typeface="Apple SD Gothic Neo"/>
              </a:rPr>
              <a:t>Runbook 6개</a:t>
            </a:r>
          </a:p>
        </p:txBody>
      </p:sp>
      <p:sp>
        <p:nvSpPr>
          <p:cNvPr id="5" name="">
            <a:extLst xmlns:a="http://schemas.openxmlformats.org/drawingml/2006/main">
              <a:ext uri="{FF2B5EF4-FFF2-40B4-BE49-F238E27FC236}">
                <a16:creationId xmlns:a16="http://schemas.microsoft.com/office/drawing/2014/main" id="{17BF59CA-FF54-4E08-82EF-DFC67EF76E38}"/>
              </a:ext>
            </a:extLst>
          </p:cNvPr>
          <p:cNvSpPr>
            <a:spLocks xmlns:a="http://schemas.openxmlformats.org/drawingml/2006/main" noGrp="1"/>
          </p:cNvSpPr>
          <p:nvPr/>
        </p:nvSpPr>
        <p:spPr>
          <a:xfrm xmlns:a="http://schemas.openxmlformats.org/drawingml/2006/main">
            <a:off x="695325" y="272415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별도 DB 설치·운영 없이</a:t>
            </a:r>
          </a:p>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메모리에서 6개 벡터 비교</a:t>
            </a:r>
          </a:p>
        </p:txBody>
      </p:sp>
      <p:sp>
        <p:nvSpPr>
          <p:cNvPr id="6" name="">
            <a:extLst xmlns:a="http://schemas.openxmlformats.org/drawingml/2006/main">
              <a:ext uri="{FF2B5EF4-FFF2-40B4-BE49-F238E27FC236}">
                <a16:creationId xmlns:a16="http://schemas.microsoft.com/office/drawing/2014/main" id="{6879A339-76EC-4A6F-91D6-36138009E26A}"/>
              </a:ext>
            </a:extLst>
          </p:cNvPr>
          <p:cNvSpPr>
            <a:spLocks xmlns:a="http://schemas.openxmlformats.org/drawingml/2006/main" noGrp="1"/>
          </p:cNvSpPr>
          <p:nvPr/>
        </p:nvSpPr>
        <p:spPr>
          <a:xfrm xmlns:a="http://schemas.openxmlformats.org/drawingml/2006/main">
            <a:off x="5943600" y="14287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코드 발췌 · agent/runbook_retrieval.py</a:t>
            </a:r>
          </a:p>
        </p:txBody>
      </p:sp>
      <p:sp>
        <p:nvSpPr>
          <p:cNvPr id="7" name="">
            <a:extLst xmlns:a="http://schemas.openxmlformats.org/drawingml/2006/main">
              <a:ext uri="{FF2B5EF4-FFF2-40B4-BE49-F238E27FC236}">
                <a16:creationId xmlns:a16="http://schemas.microsoft.com/office/drawing/2014/main" id="{A6E4B2EB-C897-4E6E-84B6-07BED0B5E7A7}"/>
              </a:ext>
            </a:extLst>
          </p:cNvPr>
          <p:cNvSpPr>
            <a:spLocks xmlns:a="http://schemas.openxmlformats.org/drawingml/2006/main" noGrp="1"/>
          </p:cNvSpPr>
          <p:nvPr/>
        </p:nvSpPr>
        <p:spPr>
          <a:xfrm xmlns:a="http://schemas.openxmlformats.org/drawingml/2006/main">
            <a:off x="5943600" y="19716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return self._embedding_search([query] + alerts[:10])</a:t>
            </a:r>
          </a:p>
        </p:txBody>
      </p:sp>
      <p:sp>
        <p:nvSpPr>
          <p:cNvPr id="8" name="">
            <a:extLst xmlns:a="http://schemas.openxmlformats.org/drawingml/2006/main">
              <a:ext uri="{FF2B5EF4-FFF2-40B4-BE49-F238E27FC236}">
                <a16:creationId xmlns:a16="http://schemas.microsoft.com/office/drawing/2014/main" id="{464214D0-A0D4-4BEC-BF42-41ED0CD8DE7D}"/>
              </a:ext>
            </a:extLst>
          </p:cNvPr>
          <p:cNvSpPr>
            <a:spLocks xmlns:a="http://schemas.openxmlformats.org/drawingml/2006/main" noGrp="1"/>
          </p:cNvSpPr>
          <p:nvPr/>
        </p:nvSpPr>
        <p:spPr>
          <a:xfrm xmlns:a="http://schemas.openxmlformats.org/drawingml/2006/main">
            <a:off x="5943600" y="249555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digest = hashlib.sha256(body.encode("utf-8")).hexdigest()</a:t>
            </a:r>
          </a:p>
        </p:txBody>
      </p:sp>
      <p:sp>
        <p:nvSpPr>
          <p:cNvPr id="9" name="">
            <a:extLst xmlns:a="http://schemas.openxmlformats.org/drawingml/2006/main">
              <a:ext uri="{FF2B5EF4-FFF2-40B4-BE49-F238E27FC236}">
                <a16:creationId xmlns:a16="http://schemas.microsoft.com/office/drawing/2014/main" id="{E1E4C7C3-0DD2-4095-89DA-7D38CA2FB0ED}"/>
              </a:ext>
            </a:extLst>
          </p:cNvPr>
          <p:cNvSpPr>
            <a:spLocks xmlns:a="http://schemas.openxmlformats.org/drawingml/2006/main" noGrp="1"/>
          </p:cNvSpPr>
          <p:nvPr/>
        </p:nvSpPr>
        <p:spPr>
          <a:xfrm xmlns:a="http://schemas.openxmlformats.org/drawingml/2006/main">
            <a:off x="5943600" y="301942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vectors, spent = self.embedder.embed(titles)</a:t>
            </a:r>
          </a:p>
        </p:txBody>
      </p:sp>
      <p:sp>
        <p:nvSpPr>
          <p:cNvPr id="10" name="">
            <a:extLst xmlns:a="http://schemas.openxmlformats.org/drawingml/2006/main">
              <a:ext uri="{FF2B5EF4-FFF2-40B4-BE49-F238E27FC236}">
                <a16:creationId xmlns:a16="http://schemas.microsoft.com/office/drawing/2014/main" id="{5FF02BB0-F7DA-4331-BB90-40589CB5CB7A}"/>
              </a:ext>
            </a:extLst>
          </p:cNvPr>
          <p:cNvSpPr>
            <a:spLocks xmlns:a="http://schemas.openxmlformats.org/drawingml/2006/main" noGrp="1"/>
          </p:cNvSpPr>
          <p:nvPr/>
        </p:nvSpPr>
        <p:spPr>
          <a:xfrm xmlns:a="http://schemas.openxmlformats.org/drawingml/2006/main">
            <a:off x="5943600" y="354330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query_vectors, spent = self.embedder.embed(search_queries)</a:t>
            </a:r>
          </a:p>
        </p:txBody>
      </p:sp>
      <p:sp>
        <p:nvSpPr>
          <p:cNvPr id="11" name="">
            <a:extLst xmlns:a="http://schemas.openxmlformats.org/drawingml/2006/main">
              <a:ext uri="{FF2B5EF4-FFF2-40B4-BE49-F238E27FC236}">
                <a16:creationId xmlns:a16="http://schemas.microsoft.com/office/drawing/2014/main" id="{3C1E3868-6FB0-4CCC-878B-FC737B109BB3}"/>
              </a:ext>
            </a:extLst>
          </p:cNvPr>
          <p:cNvSpPr>
            <a:spLocks xmlns:a="http://schemas.openxmlformats.org/drawingml/2006/main" noGrp="1"/>
          </p:cNvSpPr>
          <p:nvPr/>
        </p:nvSpPr>
        <p:spPr>
          <a:xfrm xmlns:a="http://schemas.openxmlformats.org/drawingml/2006/main">
            <a:off x="5943600" y="40671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self._cosine(query_vector, self._vectors[doc_id][1])</a:t>
            </a:r>
          </a:p>
        </p:txBody>
      </p:sp>
      <p:sp>
        <p:nvSpPr>
          <p:cNvPr id="12" name="">
            <a:extLst xmlns:a="http://schemas.openxmlformats.org/drawingml/2006/main">
              <a:ext uri="{FF2B5EF4-FFF2-40B4-BE49-F238E27FC236}">
                <a16:creationId xmlns:a16="http://schemas.microsoft.com/office/drawing/2014/main" id="{5C128E62-1A88-4021-A183-3E51568B237F}"/>
              </a:ext>
            </a:extLst>
          </p:cNvPr>
          <p:cNvSpPr>
            <a:spLocks xmlns:a="http://schemas.openxmlformats.org/drawingml/2006/main" noGrp="1"/>
          </p:cNvSpPr>
          <p:nvPr/>
        </p:nvSpPr>
        <p:spPr>
          <a:xfrm xmlns:a="http://schemas.openxmlformats.org/drawingml/2006/main">
            <a:off x="695325" y="43910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트레이드오프</a:t>
            </a:r>
          </a:p>
        </p:txBody>
      </p:sp>
      <p:sp>
        <p:nvSpPr>
          <p:cNvPr id="13" name="">
            <a:extLst xmlns:a="http://schemas.openxmlformats.org/drawingml/2006/main">
              <a:ext uri="{FF2B5EF4-FFF2-40B4-BE49-F238E27FC236}">
                <a16:creationId xmlns:a16="http://schemas.microsoft.com/office/drawing/2014/main" id="{195EE372-2F33-4058-8693-8802F4840A87}"/>
              </a:ext>
            </a:extLst>
          </p:cNvPr>
          <p:cNvSpPr>
            <a:spLocks xmlns:a="http://schemas.openxmlformats.org/drawingml/2006/main" noGrp="1"/>
          </p:cNvSpPr>
          <p:nvPr/>
        </p:nvSpPr>
        <p:spPr>
          <a:xfrm xmlns:a="http://schemas.openxmlformats.org/drawingml/2006/main">
            <a:off x="695325" y="4810125"/>
            <a:ext cx="104775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재시작하면 메모리 캐시 재생성</a:t>
            </a:r>
          </a:p>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매 질문·alerts[] 문구마다 임베딩 API 호출</a:t>
            </a:r>
          </a:p>
        </p:txBody>
      </p:sp>
      <p:sp>
        <p:nvSpPr>
          <p:cNvPr id="14" name="">
            <a:extLst xmlns:a="http://schemas.openxmlformats.org/drawingml/2006/main">
              <a:ext uri="{FF2B5EF4-FFF2-40B4-BE49-F238E27FC236}">
                <a16:creationId xmlns:a16="http://schemas.microsoft.com/office/drawing/2014/main" id="{9D65939D-9BAA-41CB-9F11-043B7D07810D}"/>
              </a:ext>
            </a:extLst>
          </p:cNvPr>
          <p:cNvSpPr>
            <a:spLocks xmlns:a="http://schemas.openxmlformats.org/drawingml/2006/main" noGrp="1"/>
          </p:cNvSpPr>
          <p:nvPr/>
        </p:nvSpPr>
        <p:spPr>
          <a:xfrm xmlns:a="http://schemas.openxmlformats.org/drawingml/2006/main">
            <a:off x="695325"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규모가 커지면 영속 인덱스·벡터 DB·하이브리드 검색 검토</a:t>
            </a:r>
          </a:p>
        </p:txBody>
      </p:sp>
      <p:sp>
        <p:nvSpPr>
          <p:cNvPr id="15" name="">
            <a:extLst xmlns:a="http://schemas.openxmlformats.org/drawingml/2006/main">
              <a:ext uri="{FF2B5EF4-FFF2-40B4-BE49-F238E27FC236}">
                <a16:creationId xmlns:a16="http://schemas.microsoft.com/office/drawing/2014/main" id="{519FE55A-7174-4D28-88F6-61454370C1EC}"/>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80644771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903DBF5-E1CF-4936-8703-760433B89FE9}"/>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답변 검증: 형식 검사에서 근거·Judge 검사로</a:t>
            </a:r>
          </a:p>
        </p:txBody>
      </p:sp>
      <p:sp>
        <p:nvSpPr>
          <p:cNvPr id="2" name="">
            <a:extLst xmlns:a="http://schemas.openxmlformats.org/drawingml/2006/main">
              <a:ext uri="{FF2B5EF4-FFF2-40B4-BE49-F238E27FC236}">
                <a16:creationId xmlns:a16="http://schemas.microsoft.com/office/drawing/2014/main" id="{5EB832D9-BA67-4C9B-A3A5-07EF366384CA}"/>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14  G096 정다운</a:t>
            </a:r>
          </a:p>
        </p:txBody>
      </p:sp>
      <p:sp>
        <p:nvSpPr>
          <p:cNvPr id="3" name="">
            <a:extLst xmlns:a="http://schemas.openxmlformats.org/drawingml/2006/main">
              <a:ext uri="{FF2B5EF4-FFF2-40B4-BE49-F238E27FC236}">
                <a16:creationId xmlns:a16="http://schemas.microsoft.com/office/drawing/2014/main" id="{35138A13-4EC4-4F50-BD53-3D526CF8519D}"/>
              </a:ext>
            </a:extLst>
          </p:cNvPr>
          <p:cNvSpPr>
            <a:spLocks xmlns:a="http://schemas.openxmlformats.org/drawingml/2006/main" noGrp="1"/>
          </p:cNvSpPr>
          <p:nvPr/>
        </p:nvSpPr>
        <p:spPr>
          <a:xfrm xmlns:a="http://schemas.openxmlformats.org/drawingml/2006/main">
            <a:off x="666750" y="1457325"/>
            <a:ext cx="5286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전 · graph.py</a:t>
            </a:r>
          </a:p>
        </p:txBody>
      </p:sp>
      <p:sp>
        <p:nvSpPr>
          <p:cNvPr id="4" name="">
            <a:extLst xmlns:a="http://schemas.openxmlformats.org/drawingml/2006/main">
              <a:ext uri="{FF2B5EF4-FFF2-40B4-BE49-F238E27FC236}">
                <a16:creationId xmlns:a16="http://schemas.microsoft.com/office/drawing/2014/main" id="{2C24095C-1BE2-47AB-A736-CD68886A2293}"/>
              </a:ext>
            </a:extLst>
          </p:cNvPr>
          <p:cNvSpPr>
            <a:spLocks xmlns:a="http://schemas.openxmlformats.org/drawingml/2006/main" noGrp="1"/>
          </p:cNvSpPr>
          <p:nvPr/>
        </p:nvSpPr>
        <p:spPr>
          <a:xfrm xmlns:a="http://schemas.openxmlformats.org/drawingml/2006/main">
            <a:off x="666750" y="1952625"/>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ok = len(draft) &gt;= 30 and "1)" in draft</a:t>
            </a:r>
          </a:p>
        </p:txBody>
      </p:sp>
      <p:sp>
        <p:nvSpPr>
          <p:cNvPr id="5" name="">
            <a:extLst xmlns:a="http://schemas.openxmlformats.org/drawingml/2006/main">
              <a:ext uri="{FF2B5EF4-FFF2-40B4-BE49-F238E27FC236}">
                <a16:creationId xmlns:a16="http://schemas.microsoft.com/office/drawing/2014/main" id="{E5D106B7-7910-4C51-9D30-EBF7DBE68976}"/>
              </a:ext>
            </a:extLst>
          </p:cNvPr>
          <p:cNvSpPr>
            <a:spLocks xmlns:a="http://schemas.openxmlformats.org/drawingml/2006/main" noGrp="1"/>
          </p:cNvSpPr>
          <p:nvPr/>
        </p:nvSpPr>
        <p:spPr>
          <a:xfrm xmlns:a="http://schemas.openxmlformats.org/drawingml/2006/main">
            <a:off x="666750" y="2381250"/>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if not ok and attempts &gt;= 3:</a:t>
            </a:r>
          </a:p>
        </p:txBody>
      </p:sp>
      <p:sp>
        <p:nvSpPr>
          <p:cNvPr id="6" name="">
            <a:extLst xmlns:a="http://schemas.openxmlformats.org/drawingml/2006/main">
              <a:ext uri="{FF2B5EF4-FFF2-40B4-BE49-F238E27FC236}">
                <a16:creationId xmlns:a16="http://schemas.microsoft.com/office/drawing/2014/main" id="{0DB303AE-81D7-45C5-A4DF-1296A0D7BB59}"/>
              </a:ext>
            </a:extLst>
          </p:cNvPr>
          <p:cNvSpPr>
            <a:spLocks xmlns:a="http://schemas.openxmlformats.org/drawingml/2006/main" noGrp="1"/>
          </p:cNvSpPr>
          <p:nvPr/>
        </p:nvSpPr>
        <p:spPr>
          <a:xfrm xmlns:a="http://schemas.openxmlformats.org/drawingml/2006/main">
            <a:off x="666750" y="2809875"/>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    ok = True  # 강제 통과</a:t>
            </a:r>
          </a:p>
        </p:txBody>
      </p:sp>
      <p:sp>
        <p:nvSpPr>
          <p:cNvPr id="7" name="">
            <a:extLst xmlns:a="http://schemas.openxmlformats.org/drawingml/2006/main">
              <a:ext uri="{FF2B5EF4-FFF2-40B4-BE49-F238E27FC236}">
                <a16:creationId xmlns:a16="http://schemas.microsoft.com/office/drawing/2014/main" id="{563E782A-E9EE-4814-BC50-336D69DC15E7}"/>
              </a:ext>
            </a:extLst>
          </p:cNvPr>
          <p:cNvSpPr>
            <a:spLocks xmlns:a="http://schemas.openxmlformats.org/drawingml/2006/main" noGrp="1"/>
          </p:cNvSpPr>
          <p:nvPr/>
        </p:nvSpPr>
        <p:spPr>
          <a:xfrm xmlns:a="http://schemas.openxmlformats.org/drawingml/2006/main">
            <a:off x="666750" y="3238500"/>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return {"final": state["draft"]}</a:t>
            </a:r>
          </a:p>
        </p:txBody>
      </p:sp>
      <p:sp>
        <p:nvSpPr>
          <p:cNvPr id="8" name="">
            <a:extLst xmlns:a="http://schemas.openxmlformats.org/drawingml/2006/main">
              <a:ext uri="{FF2B5EF4-FFF2-40B4-BE49-F238E27FC236}">
                <a16:creationId xmlns:a16="http://schemas.microsoft.com/office/drawing/2014/main" id="{5D61ED22-7F6E-421F-8BB2-F8B8A3C18DDD}"/>
              </a:ext>
            </a:extLst>
          </p:cNvPr>
          <p:cNvSpPr>
            <a:spLocks xmlns:a="http://schemas.openxmlformats.org/drawingml/2006/main" noGrp="1"/>
          </p:cNvSpPr>
          <p:nvPr/>
        </p:nvSpPr>
        <p:spPr>
          <a:xfrm xmlns:a="http://schemas.openxmlformats.org/drawingml/2006/main">
            <a:off x="666750" y="3952875"/>
            <a:ext cx="5286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형식만 맞으면 근거 오류를 놓칠 수 있음</a:t>
            </a:r>
          </a:p>
        </p:txBody>
      </p:sp>
      <p:sp>
        <p:nvSpPr>
          <p:cNvPr id="9" name="">
            <a:extLst xmlns:a="http://schemas.openxmlformats.org/drawingml/2006/main">
              <a:ext uri="{FF2B5EF4-FFF2-40B4-BE49-F238E27FC236}">
                <a16:creationId xmlns:a16="http://schemas.microsoft.com/office/drawing/2014/main" id="{15EE9EBE-A50F-4694-8B74-FFB59A876F15}"/>
              </a:ext>
            </a:extLst>
          </p:cNvPr>
          <p:cNvSpPr>
            <a:spLocks xmlns:a="http://schemas.openxmlformats.org/drawingml/2006/main" noGrp="1"/>
          </p:cNvSpPr>
          <p:nvPr/>
        </p:nvSpPr>
        <p:spPr>
          <a:xfrm xmlns:a="http://schemas.openxmlformats.org/drawingml/2006/main">
            <a:off x="6381750" y="14573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 · answer_validation.py</a:t>
            </a:r>
          </a:p>
        </p:txBody>
      </p:sp>
      <p:sp>
        <p:nvSpPr>
          <p:cNvPr id="10" name="">
            <a:extLst xmlns:a="http://schemas.openxmlformats.org/drawingml/2006/main">
              <a:ext uri="{FF2B5EF4-FFF2-40B4-BE49-F238E27FC236}">
                <a16:creationId xmlns:a16="http://schemas.microsoft.com/office/drawing/2014/main" id="{2BB33DDB-8880-4E37-BF1A-96AA89C9C91A}"/>
              </a:ext>
            </a:extLst>
          </p:cNvPr>
          <p:cNvSpPr>
            <a:spLocks xmlns:a="http://schemas.openxmlformats.org/drawingml/2006/main" noGrp="1"/>
          </p:cNvSpPr>
          <p:nvPr/>
        </p:nvSpPr>
        <p:spPr>
          <a:xfrm xmlns:a="http://schemas.openxmlformats.org/drawingml/2006/main">
            <a:off x="6381750" y="1952625"/>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rules = grounded_issues(draft, evidence)</a:t>
            </a:r>
          </a:p>
        </p:txBody>
      </p:sp>
      <p:sp>
        <p:nvSpPr>
          <p:cNvPr id="11" name="">
            <a:extLst xmlns:a="http://schemas.openxmlformats.org/drawingml/2006/main">
              <a:ext uri="{FF2B5EF4-FFF2-40B4-BE49-F238E27FC236}">
                <a16:creationId xmlns:a16="http://schemas.microsoft.com/office/drawing/2014/main" id="{BF7629A2-67BF-4899-A1B1-034CF3B356D7}"/>
              </a:ext>
            </a:extLst>
          </p:cNvPr>
          <p:cNvSpPr>
            <a:spLocks xmlns:a="http://schemas.openxmlformats.org/drawingml/2006/main" noGrp="1"/>
          </p:cNvSpPr>
          <p:nvPr/>
        </p:nvSpPr>
        <p:spPr>
          <a:xfrm xmlns:a="http://schemas.openxmlformats.org/drawingml/2006/main">
            <a:off x="6381750" y="2381250"/>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decision, usage = judge.judge(draft, evidence)</a:t>
            </a:r>
          </a:p>
        </p:txBody>
      </p:sp>
      <p:sp>
        <p:nvSpPr>
          <p:cNvPr id="12" name="">
            <a:extLst xmlns:a="http://schemas.openxmlformats.org/drawingml/2006/main">
              <a:ext uri="{FF2B5EF4-FFF2-40B4-BE49-F238E27FC236}">
                <a16:creationId xmlns:a16="http://schemas.microsoft.com/office/drawing/2014/main" id="{E71E0193-AAAF-45FA-A25F-FA35AA33D251}"/>
              </a:ext>
            </a:extLst>
          </p:cNvPr>
          <p:cNvSpPr>
            <a:spLocks xmlns:a="http://schemas.openxmlformats.org/drawingml/2006/main" noGrp="1"/>
          </p:cNvSpPr>
          <p:nvPr/>
        </p:nvSpPr>
        <p:spPr>
          <a:xfrm xmlns:a="http://schemas.openxmlformats.org/drawingml/2006/main">
            <a:off x="6381750" y="2809875"/>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issues = list(dict.fromkeys(rules + judge_issues))</a:t>
            </a:r>
          </a:p>
        </p:txBody>
      </p:sp>
      <p:sp>
        <p:nvSpPr>
          <p:cNvPr id="13" name="">
            <a:extLst xmlns:a="http://schemas.openxmlformats.org/drawingml/2006/main">
              <a:ext uri="{FF2B5EF4-FFF2-40B4-BE49-F238E27FC236}">
                <a16:creationId xmlns:a16="http://schemas.microsoft.com/office/drawing/2014/main" id="{074F04D9-7DC5-48E8-83C3-CF0A590E67B4}"/>
              </a:ext>
            </a:extLst>
          </p:cNvPr>
          <p:cNvSpPr>
            <a:spLocks xmlns:a="http://schemas.openxmlformats.org/drawingml/2006/main" noGrp="1"/>
          </p:cNvSpPr>
          <p:nvPr/>
        </p:nvSpPr>
        <p:spPr>
          <a:xfrm xmlns:a="http://schemas.openxmlformats.org/drawingml/2006/main">
            <a:off x="6381750" y="3238500"/>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{"passed": not issues, ...}, usage</a:t>
            </a:r>
          </a:p>
        </p:txBody>
      </p:sp>
      <p:sp>
        <p:nvSpPr>
          <p:cNvPr id="14" name="">
            <a:extLst xmlns:a="http://schemas.openxmlformats.org/drawingml/2006/main">
              <a:ext uri="{FF2B5EF4-FFF2-40B4-BE49-F238E27FC236}">
                <a16:creationId xmlns:a16="http://schemas.microsoft.com/office/drawing/2014/main" id="{971CDC7D-8D40-415B-9440-9242AB23B5FD}"/>
              </a:ext>
            </a:extLst>
          </p:cNvPr>
          <p:cNvSpPr>
            <a:spLocks xmlns:a="http://schemas.openxmlformats.org/drawingml/2006/main" noGrp="1"/>
          </p:cNvSpPr>
          <p:nvPr/>
        </p:nvSpPr>
        <p:spPr>
          <a:xfrm xmlns:a="http://schemas.openxmlformats.org/drawingml/2006/main">
            <a:off x="6381750" y="3952875"/>
            <a:ext cx="5172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B4232D"/>
                </a:solidFill>
                <a:latin typeface="Apple SD Gothic Neo"/>
                <a:ea typeface="Apple SD Gothic Neo"/>
                <a:cs typeface="Apple SD Gothic Neo"/>
              </a:defRPr>
            </a:defPPr>
            <a:lvl1pPr algn="l">
              <a:defRPr sz="1500" b="1">
                <a:solidFill>
                  <a:srgbClr val="B4232D"/>
                </a:solidFill>
                <a:latin typeface="Apple SD Gothic Neo"/>
                <a:ea typeface="Apple SD Gothic Neo"/>
                <a:cs typeface="Apple SD Gothic Neo"/>
              </a:defRPr>
            </a:lvl1pPr>
            <a:lvl2pPr algn="l">
              <a:defRPr sz="1500" b="1">
                <a:solidFill>
                  <a:srgbClr val="B4232D"/>
                </a:solidFill>
                <a:latin typeface="Apple SD Gothic Neo"/>
                <a:ea typeface="Apple SD Gothic Neo"/>
                <a:cs typeface="Apple SD Gothic Neo"/>
              </a:defRPr>
            </a:lvl2pPr>
            <a:lvl3pPr algn="l">
              <a:defRPr sz="1500" b="1">
                <a:solidFill>
                  <a:srgbClr val="B4232D"/>
                </a:solidFill>
                <a:latin typeface="Apple SD Gothic Neo"/>
                <a:ea typeface="Apple SD Gothic Neo"/>
                <a:cs typeface="Apple SD Gothic Neo"/>
              </a:defRPr>
            </a:lvl3pPr>
            <a:lvl4pPr algn="l">
              <a:defRPr sz="1500" b="1">
                <a:solidFill>
                  <a:srgbClr val="B4232D"/>
                </a:solidFill>
                <a:latin typeface="Apple SD Gothic Neo"/>
                <a:ea typeface="Apple SD Gothic Neo"/>
                <a:cs typeface="Apple SD Gothic Neo"/>
              </a:defRPr>
            </a:lvl4pPr>
            <a:lvl5pPr algn="l">
              <a:defRPr sz="1500" b="1">
                <a:solidFill>
                  <a:srgbClr val="B4232D"/>
                </a:solidFill>
                <a:latin typeface="Apple SD Gothic Neo"/>
                <a:ea typeface="Apple SD Gothic Neo"/>
                <a:cs typeface="Apple SD Gothic Neo"/>
              </a:defRPr>
            </a:lvl5pPr>
            <a:lvl6pPr algn="l">
              <a:defRPr sz="1500" b="1">
                <a:solidFill>
                  <a:srgbClr val="B4232D"/>
                </a:solidFill>
                <a:latin typeface="Apple SD Gothic Neo"/>
                <a:ea typeface="Apple SD Gothic Neo"/>
                <a:cs typeface="Apple SD Gothic Neo"/>
              </a:defRPr>
            </a:lvl6pPr>
            <a:lvl7pPr algn="l">
              <a:defRPr sz="1500" b="1">
                <a:solidFill>
                  <a:srgbClr val="B4232D"/>
                </a:solidFill>
                <a:latin typeface="Apple SD Gothic Neo"/>
                <a:ea typeface="Apple SD Gothic Neo"/>
                <a:cs typeface="Apple SD Gothic Neo"/>
              </a:defRPr>
            </a:lvl7pPr>
            <a:lvl8pPr algn="l">
              <a:defRPr sz="1500" b="1">
                <a:solidFill>
                  <a:srgbClr val="B4232D"/>
                </a:solidFill>
                <a:latin typeface="Apple SD Gothic Neo"/>
                <a:ea typeface="Apple SD Gothic Neo"/>
                <a:cs typeface="Apple SD Gothic Neo"/>
              </a:defRPr>
            </a:lvl8pPr>
            <a:lvl9pPr algn="l">
              <a:defRPr sz="1500" b="1">
                <a:solidFill>
                  <a:srgbClr val="B4232D"/>
                </a:solidFill>
                <a:latin typeface="Apple SD Gothic Neo"/>
                <a:ea typeface="Apple SD Gothic Neo"/>
                <a:cs typeface="Apple SD Gothic Neo"/>
              </a:defRPr>
            </a:lvl9pPr>
          </a:lstStyle>
          <a:p xmlns:a="http://schemas.openxmlformats.org/drawingml/2006/main">
            <a:pPr algn="l">
              <a:defRPr sz="1500" b="1">
                <a:solidFill>
                  <a:srgbClr val="B4232D"/>
                </a:solidFill>
                <a:latin typeface="Apple SD Gothic Neo"/>
                <a:ea typeface="Apple SD Gothic Neo"/>
                <a:cs typeface="Apple SD Gothic Neo"/>
              </a:defRPr>
            </a:pPr>
            <a:r>
              <a:rPr sz="1500" b="1">
                <a:solidFill>
                  <a:srgbClr val="B4232D"/>
                </a:solidFill>
                <a:latin typeface="Apple SD Gothic Neo"/>
                <a:ea typeface="Apple SD Gothic Neo"/>
                <a:cs typeface="Apple SD Gothic Neo"/>
              </a:rPr>
              <a:t>3회 미통과 → unverified_fallback(evidence, ...)</a:t>
            </a:r>
          </a:p>
        </p:txBody>
      </p:sp>
      <p:sp>
        <p:nvSpPr>
          <p:cNvPr id="15" name="">
            <a:extLst xmlns:a="http://schemas.openxmlformats.org/drawingml/2006/main">
              <a:ext uri="{FF2B5EF4-FFF2-40B4-BE49-F238E27FC236}">
                <a16:creationId xmlns:a16="http://schemas.microsoft.com/office/drawing/2014/main" id="{879316E8-61D5-4BC7-987C-99E0500608F0}"/>
              </a:ext>
            </a:extLst>
          </p:cNvPr>
          <p:cNvSpPr>
            <a:spLocks xmlns:a="http://schemas.openxmlformats.org/drawingml/2006/main" noGrp="1"/>
          </p:cNvSpPr>
          <p:nvPr/>
        </p:nvSpPr>
        <p:spPr>
          <a:xfrm xmlns:a="http://schemas.openxmlformats.org/drawingml/2006/main">
            <a:off x="666750" y="499110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모드에 따라 Judge 구현이 다름</a:t>
            </a:r>
          </a:p>
        </p:txBody>
      </p:sp>
      <p:sp>
        <p:nvSpPr>
          <p:cNvPr id="16" name="">
            <a:extLst xmlns:a="http://schemas.openxmlformats.org/drawingml/2006/main">
              <a:ext uri="{FF2B5EF4-FFF2-40B4-BE49-F238E27FC236}">
                <a16:creationId xmlns:a16="http://schemas.microsoft.com/office/drawing/2014/main" id="{FF94954B-E4EC-488B-870F-C29B360DBF05}"/>
              </a:ext>
            </a:extLst>
          </p:cNvPr>
          <p:cNvSpPr>
            <a:spLocks xmlns:a="http://schemas.openxmlformats.org/drawingml/2006/main" noGrp="1"/>
          </p:cNvSpPr>
          <p:nvPr/>
        </p:nvSpPr>
        <p:spPr>
          <a:xfrm xmlns:a="http://schemas.openxmlformats.org/drawingml/2006/main">
            <a:off x="666750" y="5391150"/>
            <a:ext cx="1071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3151A"/>
                </a:solidFill>
                <a:latin typeface="Apple SD Gothic Neo"/>
                <a:ea typeface="Apple SD Gothic Neo"/>
                <a:cs typeface="Apple SD Gothic Neo"/>
              </a:defRPr>
            </a:defPPr>
            <a:lvl1pPr algn="l">
              <a:defRPr sz="1650" b="1">
                <a:solidFill>
                  <a:srgbClr val="13151A"/>
                </a:solidFill>
                <a:latin typeface="Apple SD Gothic Neo"/>
                <a:ea typeface="Apple SD Gothic Neo"/>
                <a:cs typeface="Apple SD Gothic Neo"/>
              </a:defRPr>
            </a:lvl1pPr>
            <a:lvl2pPr algn="l">
              <a:defRPr sz="1650" b="1">
                <a:solidFill>
                  <a:srgbClr val="13151A"/>
                </a:solidFill>
                <a:latin typeface="Apple SD Gothic Neo"/>
                <a:ea typeface="Apple SD Gothic Neo"/>
                <a:cs typeface="Apple SD Gothic Neo"/>
              </a:defRPr>
            </a:lvl2pPr>
            <a:lvl3pPr algn="l">
              <a:defRPr sz="1650" b="1">
                <a:solidFill>
                  <a:srgbClr val="13151A"/>
                </a:solidFill>
                <a:latin typeface="Apple SD Gothic Neo"/>
                <a:ea typeface="Apple SD Gothic Neo"/>
                <a:cs typeface="Apple SD Gothic Neo"/>
              </a:defRPr>
            </a:lvl3pPr>
            <a:lvl4pPr algn="l">
              <a:defRPr sz="1650" b="1">
                <a:solidFill>
                  <a:srgbClr val="13151A"/>
                </a:solidFill>
                <a:latin typeface="Apple SD Gothic Neo"/>
                <a:ea typeface="Apple SD Gothic Neo"/>
                <a:cs typeface="Apple SD Gothic Neo"/>
              </a:defRPr>
            </a:lvl4pPr>
            <a:lvl5pPr algn="l">
              <a:defRPr sz="1650" b="1">
                <a:solidFill>
                  <a:srgbClr val="13151A"/>
                </a:solidFill>
                <a:latin typeface="Apple SD Gothic Neo"/>
                <a:ea typeface="Apple SD Gothic Neo"/>
                <a:cs typeface="Apple SD Gothic Neo"/>
              </a:defRPr>
            </a:lvl5pPr>
            <a:lvl6pPr algn="l">
              <a:defRPr sz="1650" b="1">
                <a:solidFill>
                  <a:srgbClr val="13151A"/>
                </a:solidFill>
                <a:latin typeface="Apple SD Gothic Neo"/>
                <a:ea typeface="Apple SD Gothic Neo"/>
                <a:cs typeface="Apple SD Gothic Neo"/>
              </a:defRPr>
            </a:lvl6pPr>
            <a:lvl7pPr algn="l">
              <a:defRPr sz="1650" b="1">
                <a:solidFill>
                  <a:srgbClr val="13151A"/>
                </a:solidFill>
                <a:latin typeface="Apple SD Gothic Neo"/>
                <a:ea typeface="Apple SD Gothic Neo"/>
                <a:cs typeface="Apple SD Gothic Neo"/>
              </a:defRPr>
            </a:lvl7pPr>
            <a:lvl8pPr algn="l">
              <a:defRPr sz="1650" b="1">
                <a:solidFill>
                  <a:srgbClr val="13151A"/>
                </a:solidFill>
                <a:latin typeface="Apple SD Gothic Neo"/>
                <a:ea typeface="Apple SD Gothic Neo"/>
                <a:cs typeface="Apple SD Gothic Neo"/>
              </a:defRPr>
            </a:lvl8pPr>
            <a:lvl9pPr algn="l">
              <a:defRPr sz="1650" b="1">
                <a:solidFill>
                  <a:srgbClr val="13151A"/>
                </a:solidFill>
                <a:latin typeface="Apple SD Gothic Neo"/>
                <a:ea typeface="Apple SD Gothic Neo"/>
                <a:cs typeface="Apple SD Gothic Neo"/>
              </a:defRPr>
            </a:lvl9pPr>
          </a:lstStyle>
          <a:p xmlns:a="http://schemas.openxmlformats.org/drawingml/2006/main">
            <a:pPr algn="l">
              <a:defRPr sz="1650" b="1">
                <a:solidFill>
                  <a:srgbClr val="13151A"/>
                </a:solidFill>
                <a:latin typeface="Apple SD Gothic Neo"/>
                <a:ea typeface="Apple SD Gothic Neo"/>
                <a:cs typeface="Apple SD Gothic Neo"/>
              </a:defRPr>
            </a:pPr>
            <a:r>
              <a:rPr sz="1650" b="1">
                <a:solidFill>
                  <a:srgbClr val="13151A"/>
                </a:solidFill>
                <a:latin typeface="Apple SD Gothic Neo"/>
                <a:ea typeface="Apple SD Gothic Neo"/>
                <a:cs typeface="Apple SD Gothic Neo"/>
              </a:rPr>
              <a:t>OpenAI·Ollama: 실제 LLM에 초안과 근거를 보내 다시 판정</a:t>
            </a:r>
          </a:p>
        </p:txBody>
      </p:sp>
      <p:sp>
        <p:nvSpPr>
          <p:cNvPr id="17" name="">
            <a:extLst xmlns:a="http://schemas.openxmlformats.org/drawingml/2006/main">
              <a:ext uri="{FF2B5EF4-FFF2-40B4-BE49-F238E27FC236}">
                <a16:creationId xmlns:a16="http://schemas.microsoft.com/office/drawing/2014/main" id="{51CCF902-2645-456E-B12F-C759586140F9}"/>
              </a:ext>
            </a:extLst>
          </p:cNvPr>
          <p:cNvSpPr>
            <a:spLocks xmlns:a="http://schemas.openxmlformats.org/drawingml/2006/main" noGrp="1"/>
          </p:cNvSpPr>
          <p:nvPr/>
        </p:nvSpPr>
        <p:spPr>
          <a:xfrm xmlns:a="http://schemas.openxmlformats.org/drawingml/2006/main">
            <a:off x="666750" y="5800725"/>
            <a:ext cx="10715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 Fake 모드: LLM 호출 없이 규칙으로 판정하는 평가용 대역</a:t>
            </a:r>
          </a:p>
        </p:txBody>
      </p:sp>
      <p:sp>
        <p:nvSpPr>
          <p:cNvPr id="18" name="">
            <a:extLst xmlns:a="http://schemas.openxmlformats.org/drawingml/2006/main">
              <a:ext uri="{FF2B5EF4-FFF2-40B4-BE49-F238E27FC236}">
                <a16:creationId xmlns:a16="http://schemas.microsoft.com/office/drawing/2014/main" id="{01035F77-DC0E-416F-8553-CA4E79423AE9}"/>
              </a:ext>
            </a:extLst>
          </p:cNvPr>
          <p:cNvSpPr>
            <a:spLocks xmlns:a="http://schemas.openxmlformats.org/drawingml/2006/main" noGrp="1"/>
          </p:cNvSpPr>
          <p:nvPr/>
        </p:nvSpPr>
        <p:spPr>
          <a:xfrm xmlns:a="http://schemas.openxmlformats.org/drawingml/2006/main">
            <a:off x="666750"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구현한 Judge는 LLM Judge · Fake 실행 화면은 그 호출의 증거가 아님</a:t>
            </a:r>
          </a:p>
        </p:txBody>
      </p:sp>
      <p:sp>
        <p:nvSpPr>
          <p:cNvPr id="19" name="">
            <a:extLst xmlns:a="http://schemas.openxmlformats.org/drawingml/2006/main">
              <a:ext uri="{FF2B5EF4-FFF2-40B4-BE49-F238E27FC236}">
                <a16:creationId xmlns:a16="http://schemas.microsoft.com/office/drawing/2014/main" id="{10F0D335-5C97-4BB9-BF1C-0CCFFC4D782A}"/>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03 · 근거 검증</a:t>
            </a:r>
          </a:p>
        </p:txBody>
      </p:sp>
    </p:spTree>
    <p:extLst>
      <p:ext uri="{BB962C8B-B14F-4D97-AF65-F5344CB8AC3E}">
        <p14:creationId xmlns:p14="http://schemas.microsoft.com/office/powerpoint/2010/main" val="14805150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1099B17-4944-442B-B7B0-ECEC5B83A8D2}"/>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조회 실패: 전체 중단에서 성공 결과 보존으로</a:t>
            </a:r>
          </a:p>
        </p:txBody>
      </p:sp>
      <p:sp>
        <p:nvSpPr>
          <p:cNvPr id="2" name="">
            <a:extLst xmlns:a="http://schemas.openxmlformats.org/drawingml/2006/main">
              <a:ext uri="{FF2B5EF4-FFF2-40B4-BE49-F238E27FC236}">
                <a16:creationId xmlns:a16="http://schemas.microsoft.com/office/drawing/2014/main" id="{488527FE-4BE4-4E29-9749-E0C45292D7C7}"/>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15  G096 정다운</a:t>
            </a:r>
          </a:p>
        </p:txBody>
      </p:sp>
      <p:sp>
        <p:nvSpPr>
          <p:cNvPr id="3" name="">
            <a:extLst xmlns:a="http://schemas.openxmlformats.org/drawingml/2006/main">
              <a:ext uri="{FF2B5EF4-FFF2-40B4-BE49-F238E27FC236}">
                <a16:creationId xmlns:a16="http://schemas.microsoft.com/office/drawing/2014/main" id="{D43A45B9-8698-415C-A472-904759923FFD}"/>
              </a:ext>
            </a:extLst>
          </p:cNvPr>
          <p:cNvSpPr>
            <a:spLocks xmlns:a="http://schemas.openxmlformats.org/drawingml/2006/main" noGrp="1"/>
          </p:cNvSpPr>
          <p:nvPr/>
        </p:nvSpPr>
        <p:spPr>
          <a:xfrm xmlns:a="http://schemas.openxmlformats.org/drawingml/2006/main">
            <a:off x="666750" y="1447800"/>
            <a:ext cx="5353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전 · research 전체 중단</a:t>
            </a:r>
          </a:p>
        </p:txBody>
      </p:sp>
      <p:sp>
        <p:nvSpPr>
          <p:cNvPr id="4" name="">
            <a:extLst xmlns:a="http://schemas.openxmlformats.org/drawingml/2006/main">
              <a:ext uri="{FF2B5EF4-FFF2-40B4-BE49-F238E27FC236}">
                <a16:creationId xmlns:a16="http://schemas.microsoft.com/office/drawing/2014/main" id="{03722BCF-7DAB-492E-8DF8-A2EF5ABE641D}"/>
              </a:ext>
            </a:extLst>
          </p:cNvPr>
          <p:cNvSpPr>
            <a:spLocks xmlns:a="http://schemas.openxmlformats.org/drawingml/2006/main" noGrp="1"/>
          </p:cNvSpPr>
          <p:nvPr/>
        </p:nvSpPr>
        <p:spPr>
          <a:xfrm xmlns:a="http://schemas.openxmlformats.org/drawingml/2006/main">
            <a:off x="666750" y="1809750"/>
            <a:ext cx="554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results = await asyncio.gather(</a:t>
            </a:r>
          </a:p>
        </p:txBody>
      </p:sp>
      <p:sp>
        <p:nvSpPr>
          <p:cNvPr id="5" name="">
            <a:extLst xmlns:a="http://schemas.openxmlformats.org/drawingml/2006/main">
              <a:ext uri="{FF2B5EF4-FFF2-40B4-BE49-F238E27FC236}">
                <a16:creationId xmlns:a16="http://schemas.microsoft.com/office/drawing/2014/main" id="{59A5BFC7-FC4F-40A2-90D8-CDA597B00DEA}"/>
              </a:ext>
            </a:extLst>
          </p:cNvPr>
          <p:cNvSpPr>
            <a:spLocks xmlns:a="http://schemas.openxmlformats.org/drawingml/2006/main" noGrp="1"/>
          </p:cNvSpPr>
          <p:nvPr/>
        </p:nvSpPr>
        <p:spPr>
          <a:xfrm xmlns:a="http://schemas.openxmlformats.org/drawingml/2006/main">
            <a:off x="666750" y="2171700"/>
            <a:ext cx="554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*(run_one(i) for i in research_indices))</a:t>
            </a:r>
          </a:p>
        </p:txBody>
      </p:sp>
      <p:sp>
        <p:nvSpPr>
          <p:cNvPr id="6" name="">
            <a:extLst xmlns:a="http://schemas.openxmlformats.org/drawingml/2006/main">
              <a:ext uri="{FF2B5EF4-FFF2-40B4-BE49-F238E27FC236}">
                <a16:creationId xmlns:a16="http://schemas.microsoft.com/office/drawing/2014/main" id="{7A2E1794-45DB-4AE2-8D56-EED860BAA88D}"/>
              </a:ext>
            </a:extLst>
          </p:cNvPr>
          <p:cNvSpPr>
            <a:spLocks xmlns:a="http://schemas.openxmlformats.org/drawingml/2006/main" noGrp="1"/>
          </p:cNvSpPr>
          <p:nvPr/>
        </p:nvSpPr>
        <p:spPr>
          <a:xfrm xmlns:a="http://schemas.openxmlformats.org/drawingml/2006/main">
            <a:off x="666750" y="2752725"/>
            <a:ext cx="55721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한 조회가 예외를 던지면 결과 처리 루프에 못 감</a:t>
            </a:r>
          </a:p>
        </p:txBody>
      </p:sp>
      <p:sp>
        <p:nvSpPr>
          <p:cNvPr id="7" name="">
            <a:extLst xmlns:a="http://schemas.openxmlformats.org/drawingml/2006/main">
              <a:ext uri="{FF2B5EF4-FFF2-40B4-BE49-F238E27FC236}">
                <a16:creationId xmlns:a16="http://schemas.microsoft.com/office/drawing/2014/main" id="{2C0D30BA-6A3A-4C34-8285-54424971842B}"/>
              </a:ext>
            </a:extLst>
          </p:cNvPr>
          <p:cNvSpPr>
            <a:spLocks xmlns:a="http://schemas.openxmlformats.org/drawingml/2006/main" noGrp="1"/>
          </p:cNvSpPr>
          <p:nvPr/>
        </p:nvSpPr>
        <p:spPr>
          <a:xfrm xmlns:a="http://schemas.openxmlformats.org/drawingml/2006/main">
            <a:off x="666750" y="3438525"/>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 · task별 성공·실패 반환</a:t>
            </a:r>
          </a:p>
        </p:txBody>
      </p:sp>
      <p:sp>
        <p:nvSpPr>
          <p:cNvPr id="8" name="">
            <a:extLst xmlns:a="http://schemas.openxmlformats.org/drawingml/2006/main">
              <a:ext uri="{FF2B5EF4-FFF2-40B4-BE49-F238E27FC236}">
                <a16:creationId xmlns:a16="http://schemas.microsoft.com/office/drawing/2014/main" id="{9C1C2EF0-F390-49E0-AB97-A67940EAF027}"/>
              </a:ext>
            </a:extLst>
          </p:cNvPr>
          <p:cNvSpPr>
            <a:spLocks xmlns:a="http://schemas.openxmlformats.org/drawingml/2006/main" noGrp="1"/>
          </p:cNvSpPr>
          <p:nvPr/>
        </p:nvSpPr>
        <p:spPr>
          <a:xfrm xmlns:a="http://schemas.openxmlformats.org/drawingml/2006/main">
            <a:off x="666750" y="37909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except Exception as exc:</a:t>
            </a:r>
          </a:p>
        </p:txBody>
      </p:sp>
      <p:sp>
        <p:nvSpPr>
          <p:cNvPr id="9" name="">
            <a:extLst xmlns:a="http://schemas.openxmlformats.org/drawingml/2006/main">
              <a:ext uri="{FF2B5EF4-FFF2-40B4-BE49-F238E27FC236}">
                <a16:creationId xmlns:a16="http://schemas.microsoft.com/office/drawing/2014/main" id="{9E9D8094-6FC1-42E8-8561-3056A2EED574}"/>
              </a:ext>
            </a:extLst>
          </p:cNvPr>
          <p:cNvSpPr>
            <a:spLocks xmlns:a="http://schemas.openxmlformats.org/drawingml/2006/main" noGrp="1"/>
          </p:cNvSpPr>
          <p:nvPr/>
        </p:nvSpPr>
        <p:spPr>
          <a:xfrm xmlns:a="http://schemas.openxmlformats.org/drawingml/2006/main">
            <a:off x="666750" y="41148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return {"ok": False, "error": str(exc), ...}</a:t>
            </a:r>
          </a:p>
        </p:txBody>
      </p:sp>
      <p:sp>
        <p:nvSpPr>
          <p:cNvPr id="10" name="">
            <a:extLst xmlns:a="http://schemas.openxmlformats.org/drawingml/2006/main">
              <a:ext uri="{FF2B5EF4-FFF2-40B4-BE49-F238E27FC236}">
                <a16:creationId xmlns:a16="http://schemas.microsoft.com/office/drawing/2014/main" id="{FDC78A52-8E42-42F1-A435-0C10F69CDF94}"/>
              </a:ext>
            </a:extLst>
          </p:cNvPr>
          <p:cNvSpPr>
            <a:spLocks xmlns:a="http://schemas.openxmlformats.org/drawingml/2006/main" noGrp="1"/>
          </p:cNvSpPr>
          <p:nvPr/>
        </p:nvSpPr>
        <p:spPr>
          <a:xfrm xmlns:a="http://schemas.openxmlformats.org/drawingml/2006/main">
            <a:off x="666750" y="44386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if r["ok"]:</a:t>
            </a:r>
          </a:p>
        </p:txBody>
      </p:sp>
      <p:sp>
        <p:nvSpPr>
          <p:cNvPr id="11" name="">
            <a:extLst xmlns:a="http://schemas.openxmlformats.org/drawingml/2006/main">
              <a:ext uri="{FF2B5EF4-FFF2-40B4-BE49-F238E27FC236}">
                <a16:creationId xmlns:a16="http://schemas.microsoft.com/office/drawing/2014/main" id="{FE639FFE-FCFB-41F3-BF0E-22C5F18EF4B3}"/>
              </a:ext>
            </a:extLst>
          </p:cNvPr>
          <p:cNvSpPr>
            <a:spLocks xmlns:a="http://schemas.openxmlformats.org/drawingml/2006/main" noGrp="1"/>
          </p:cNvSpPr>
          <p:nvPr/>
        </p:nvSpPr>
        <p:spPr>
          <a:xfrm xmlns:a="http://schemas.openxmlformats.org/drawingml/2006/main">
            <a:off x="666750" y="47625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collected.append(item)</a:t>
            </a:r>
          </a:p>
        </p:txBody>
      </p:sp>
      <p:sp>
        <p:nvSpPr>
          <p:cNvPr id="12" name="">
            <a:extLst xmlns:a="http://schemas.openxmlformats.org/drawingml/2006/main">
              <a:ext uri="{FF2B5EF4-FFF2-40B4-BE49-F238E27FC236}">
                <a16:creationId xmlns:a16="http://schemas.microsoft.com/office/drawing/2014/main" id="{6519664F-9FC5-44C9-BF90-0FAA27F08FC4}"/>
              </a:ext>
            </a:extLst>
          </p:cNvPr>
          <p:cNvSpPr>
            <a:spLocks xmlns:a="http://schemas.openxmlformats.org/drawingml/2006/main" noGrp="1"/>
          </p:cNvSpPr>
          <p:nvPr/>
        </p:nvSpPr>
        <p:spPr>
          <a:xfrm xmlns:a="http://schemas.openxmlformats.org/drawingml/2006/main">
            <a:off x="666750" y="50863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else:</a:t>
            </a:r>
          </a:p>
        </p:txBody>
      </p:sp>
      <p:sp>
        <p:nvSpPr>
          <p:cNvPr id="13" name="">
            <a:extLst xmlns:a="http://schemas.openxmlformats.org/drawingml/2006/main">
              <a:ext uri="{FF2B5EF4-FFF2-40B4-BE49-F238E27FC236}">
                <a16:creationId xmlns:a16="http://schemas.microsoft.com/office/drawing/2014/main" id="{49E97B25-1E18-48A3-8DC5-7F00C9C7F8ED}"/>
              </a:ext>
            </a:extLst>
          </p:cNvPr>
          <p:cNvSpPr>
            <a:spLocks xmlns:a="http://schemas.openxmlformats.org/drawingml/2006/main" noGrp="1"/>
          </p:cNvSpPr>
          <p:nvPr/>
        </p:nvSpPr>
        <p:spPr>
          <a:xfrm xmlns:a="http://schemas.openxmlformats.org/drawingml/2006/main">
            <a:off x="666750" y="54102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task["error"] = r["error"]</a:t>
            </a:r>
          </a:p>
        </p:txBody>
      </p:sp>
      <p:pic>
        <p:nvPicPr>
          <p:cNvPr id="14" name="">
            <a:extLst xmlns:a="http://schemas.openxmlformats.org/drawingml/2006/main">
              <a:ext uri="{FF2B5EF4-FFF2-40B4-BE49-F238E27FC236}">
                <a16:creationId xmlns:a16="http://schemas.microsoft.com/office/drawing/2014/main" id="{868D43FE-D381-450C-89F9-53BE6078FD7D}"/>
              </a:ext>
            </a:extLst>
          </p:cNvPr>
          <p:cNvPicPr>
            <a:picLocks xmlns:a="http://schemas.openxmlformats.org/drawingml/2006/main" noChangeAspect="1"/>
          </p:cNvPicPr>
          <p:nvPr/>
        </p:nvPicPr>
        <p:blipFill>
          <a:blip xmlns:r="http://schemas.openxmlformats.org/officeDocument/2006/relationships" xmlns:a="http://schemas.openxmlformats.org/drawingml/2006/main" r:embed="R3770d1288cd34cd4"/>
          <a:srcRect xmlns:a="http://schemas.openxmlformats.org/drawingml/2006/main" l="2500" t="30000" r="27000" b="7500"/>
          <a:stretch xmlns:a="http://schemas.openxmlformats.org/drawingml/2006/main"/>
        </p:blipFill>
        <p:spPr>
          <a:xfrm xmlns:a="http://schemas.openxmlformats.org/drawingml/2006/main">
            <a:off x="6572250" y="1257300"/>
            <a:ext cx="4619625" cy="49053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AD9F2C8D-65DE-4010-B94B-CB7B9594B079}"/>
              </a:ext>
            </a:extLst>
          </p:cNvPr>
          <p:cNvSpPr>
            <a:spLocks xmlns:a="http://schemas.openxmlformats.org/drawingml/2006/main" noGrp="1"/>
          </p:cNvSpPr>
          <p:nvPr/>
        </p:nvSpPr>
        <p:spPr>
          <a:xfrm xmlns:a="http://schemas.openxmlformats.org/drawingml/2006/main">
            <a:off x="666750" y="6238875"/>
            <a:ext cx="10715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gateway 성공 결과 유지 · payments 실패는 진단 한계에 명시</a:t>
            </a:r>
          </a:p>
        </p:txBody>
      </p:sp>
      <p:sp>
        <p:nvSpPr>
          <p:cNvPr id="16" name="">
            <a:extLst xmlns:a="http://schemas.openxmlformats.org/drawingml/2006/main">
              <a:ext uri="{FF2B5EF4-FFF2-40B4-BE49-F238E27FC236}">
                <a16:creationId xmlns:a16="http://schemas.microsoft.com/office/drawing/2014/main" id="{400D34B9-DD97-49EC-9028-EF4C7B7DAB6D}"/>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04 · 부분 실패 대응</a:t>
            </a:r>
          </a:p>
        </p:txBody>
      </p:sp>
    </p:spTree>
    <p:extLst>
      <p:ext uri="{BB962C8B-B14F-4D97-AF65-F5344CB8AC3E}">
        <p14:creationId xmlns:p14="http://schemas.microsoft.com/office/powerpoint/2010/main" val="56670494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F567F1D9-F922-4086-A07B-C81E29390F3E}"/>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Graph 연결과 모듈 분리</a:t>
            </a:r>
          </a:p>
        </p:txBody>
      </p:sp>
      <p:sp>
        <p:nvSpPr>
          <p:cNvPr id="2" name="">
            <a:extLst xmlns:a="http://schemas.openxmlformats.org/drawingml/2006/main">
              <a:ext uri="{FF2B5EF4-FFF2-40B4-BE49-F238E27FC236}">
                <a16:creationId xmlns:a16="http://schemas.microsoft.com/office/drawing/2014/main" id="{CC2D69A7-E0A3-4B07-9888-7034C523EA8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16  G096 정다운</a:t>
            </a:r>
          </a:p>
        </p:txBody>
      </p:sp>
      <p:sp>
        <p:nvSpPr>
          <p:cNvPr id="3" name="">
            <a:extLst xmlns:a="http://schemas.openxmlformats.org/drawingml/2006/main">
              <a:ext uri="{FF2B5EF4-FFF2-40B4-BE49-F238E27FC236}">
                <a16:creationId xmlns:a16="http://schemas.microsoft.com/office/drawing/2014/main" id="{7ADCB2A0-64B8-4929-BEED-8FDA72B823A5}"/>
              </a:ext>
            </a:extLst>
          </p:cNvPr>
          <p:cNvSpPr>
            <a:spLocks xmlns:a="http://schemas.openxmlformats.org/drawingml/2006/main" noGrp="1"/>
          </p:cNvSpPr>
          <p:nvPr/>
        </p:nvSpPr>
        <p:spPr>
          <a:xfrm xmlns:a="http://schemas.openxmlformats.org/drawingml/2006/main">
            <a:off x="6000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7054A0FE-84A4-4CB3-A518-9E74F4A9052B}"/>
              </a:ext>
            </a:extLst>
          </p:cNvPr>
          <p:cNvSpPr>
            <a:spLocks xmlns:a="http://schemas.openxmlformats.org/drawingml/2006/main" noGrp="1"/>
          </p:cNvSpPr>
          <p:nvPr/>
        </p:nvSpPr>
        <p:spPr>
          <a:xfrm xmlns:a="http://schemas.openxmlformats.org/drawingml/2006/main">
            <a:off x="6000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route</a:t>
            </a:r>
          </a:p>
        </p:txBody>
      </p:sp>
      <p:sp>
        <p:nvSpPr>
          <p:cNvPr id="5" name="">
            <a:extLst xmlns:a="http://schemas.openxmlformats.org/drawingml/2006/main">
              <a:ext uri="{FF2B5EF4-FFF2-40B4-BE49-F238E27FC236}">
                <a16:creationId xmlns:a16="http://schemas.microsoft.com/office/drawing/2014/main" id="{DAEA7C50-181F-439D-8489-5D1BEA93F0A6}"/>
              </a:ext>
            </a:extLst>
          </p:cNvPr>
          <p:cNvSpPr>
            <a:spLocks xmlns:a="http://schemas.openxmlformats.org/drawingml/2006/main" noGrp="1"/>
          </p:cNvSpPr>
          <p:nvPr/>
        </p:nvSpPr>
        <p:spPr>
          <a:xfrm xmlns:a="http://schemas.openxmlformats.org/drawingml/2006/main">
            <a:off x="22002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EA3DD336-85C0-40B6-A7A5-B6FECC369798}"/>
              </a:ext>
            </a:extLst>
          </p:cNvPr>
          <p:cNvSpPr>
            <a:spLocks xmlns:a="http://schemas.openxmlformats.org/drawingml/2006/main" noGrp="1"/>
          </p:cNvSpPr>
          <p:nvPr/>
        </p:nvSpPr>
        <p:spPr>
          <a:xfrm xmlns:a="http://schemas.openxmlformats.org/drawingml/2006/main">
            <a:off x="24384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7B8767A8-8BE2-49FD-82BE-05DA32A14703}"/>
              </a:ext>
            </a:extLst>
          </p:cNvPr>
          <p:cNvSpPr>
            <a:spLocks xmlns:a="http://schemas.openxmlformats.org/drawingml/2006/main" noGrp="1"/>
          </p:cNvSpPr>
          <p:nvPr/>
        </p:nvSpPr>
        <p:spPr>
          <a:xfrm xmlns:a="http://schemas.openxmlformats.org/drawingml/2006/main">
            <a:off x="24384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resolve_target</a:t>
            </a:r>
          </a:p>
        </p:txBody>
      </p:sp>
      <p:sp>
        <p:nvSpPr>
          <p:cNvPr id="8" name="">
            <a:extLst xmlns:a="http://schemas.openxmlformats.org/drawingml/2006/main">
              <a:ext uri="{FF2B5EF4-FFF2-40B4-BE49-F238E27FC236}">
                <a16:creationId xmlns:a16="http://schemas.microsoft.com/office/drawing/2014/main" id="{1D52E479-C849-4299-8EBC-57ABB6E94679}"/>
              </a:ext>
            </a:extLst>
          </p:cNvPr>
          <p:cNvSpPr>
            <a:spLocks xmlns:a="http://schemas.openxmlformats.org/drawingml/2006/main" noGrp="1"/>
          </p:cNvSpPr>
          <p:nvPr/>
        </p:nvSpPr>
        <p:spPr>
          <a:xfrm xmlns:a="http://schemas.openxmlformats.org/drawingml/2006/main">
            <a:off x="403860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6EC91355-0645-4B51-9EA2-5FF1098E887E}"/>
              </a:ext>
            </a:extLst>
          </p:cNvPr>
          <p:cNvSpPr>
            <a:spLocks xmlns:a="http://schemas.openxmlformats.org/drawingml/2006/main" noGrp="1"/>
          </p:cNvSpPr>
          <p:nvPr/>
        </p:nvSpPr>
        <p:spPr>
          <a:xfrm xmlns:a="http://schemas.openxmlformats.org/drawingml/2006/main">
            <a:off x="427672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92FC8C3F-BD20-42B4-9EA9-68C73492BDB6}"/>
              </a:ext>
            </a:extLst>
          </p:cNvPr>
          <p:cNvSpPr>
            <a:spLocks xmlns:a="http://schemas.openxmlformats.org/drawingml/2006/main" noGrp="1"/>
          </p:cNvSpPr>
          <p:nvPr/>
        </p:nvSpPr>
        <p:spPr>
          <a:xfrm xmlns:a="http://schemas.openxmlformats.org/drawingml/2006/main">
            <a:off x="427672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98D5F581-52CF-4DD4-B874-16E9DAD70EF0}"/>
              </a:ext>
            </a:extLst>
          </p:cNvPr>
          <p:cNvSpPr>
            <a:spLocks xmlns:a="http://schemas.openxmlformats.org/drawingml/2006/main" noGrp="1"/>
          </p:cNvSpPr>
          <p:nvPr/>
        </p:nvSpPr>
        <p:spPr>
          <a:xfrm xmlns:a="http://schemas.openxmlformats.org/drawingml/2006/main">
            <a:off x="587692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04D459A6-1214-4872-A6C0-465C8DC1FB31}"/>
              </a:ext>
            </a:extLst>
          </p:cNvPr>
          <p:cNvSpPr>
            <a:spLocks xmlns:a="http://schemas.openxmlformats.org/drawingml/2006/main" noGrp="1"/>
          </p:cNvSpPr>
          <p:nvPr/>
        </p:nvSpPr>
        <p:spPr>
          <a:xfrm xmlns:a="http://schemas.openxmlformats.org/drawingml/2006/main">
            <a:off x="611505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119AFBED-4843-41D1-8316-698D456DE6EA}"/>
              </a:ext>
            </a:extLst>
          </p:cNvPr>
          <p:cNvSpPr>
            <a:spLocks xmlns:a="http://schemas.openxmlformats.org/drawingml/2006/main" noGrp="1"/>
          </p:cNvSpPr>
          <p:nvPr/>
        </p:nvSpPr>
        <p:spPr>
          <a:xfrm xmlns:a="http://schemas.openxmlformats.org/drawingml/2006/main">
            <a:off x="6115050"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gate</a:t>
            </a:r>
          </a:p>
        </p:txBody>
      </p:sp>
      <p:sp>
        <p:nvSpPr>
          <p:cNvPr id="14" name="">
            <a:extLst xmlns:a="http://schemas.openxmlformats.org/drawingml/2006/main">
              <a:ext uri="{FF2B5EF4-FFF2-40B4-BE49-F238E27FC236}">
                <a16:creationId xmlns:a16="http://schemas.microsoft.com/office/drawing/2014/main" id="{79EA702D-AD8C-4783-8952-8E83E31AE7FC}"/>
              </a:ext>
            </a:extLst>
          </p:cNvPr>
          <p:cNvSpPr>
            <a:spLocks xmlns:a="http://schemas.openxmlformats.org/drawingml/2006/main" noGrp="1"/>
          </p:cNvSpPr>
          <p:nvPr/>
        </p:nvSpPr>
        <p:spPr>
          <a:xfrm xmlns:a="http://schemas.openxmlformats.org/drawingml/2006/main">
            <a:off x="771525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6E842F04-1A5F-4EBF-91D2-09070FBAB19F}"/>
              </a:ext>
            </a:extLst>
          </p:cNvPr>
          <p:cNvSpPr>
            <a:spLocks xmlns:a="http://schemas.openxmlformats.org/drawingml/2006/main" noGrp="1"/>
          </p:cNvSpPr>
          <p:nvPr/>
        </p:nvSpPr>
        <p:spPr>
          <a:xfrm xmlns:a="http://schemas.openxmlformats.org/drawingml/2006/main">
            <a:off x="79533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9B1921B1-0B58-4DA3-A2DC-AEA4E6750D71}"/>
              </a:ext>
            </a:extLst>
          </p:cNvPr>
          <p:cNvSpPr>
            <a:spLocks xmlns:a="http://schemas.openxmlformats.org/drawingml/2006/main" noGrp="1"/>
          </p:cNvSpPr>
          <p:nvPr/>
        </p:nvSpPr>
        <p:spPr>
          <a:xfrm xmlns:a="http://schemas.openxmlformats.org/drawingml/2006/main">
            <a:off x="79533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17" name="">
            <a:extLst xmlns:a="http://schemas.openxmlformats.org/drawingml/2006/main">
              <a:ext uri="{FF2B5EF4-FFF2-40B4-BE49-F238E27FC236}">
                <a16:creationId xmlns:a16="http://schemas.microsoft.com/office/drawing/2014/main" id="{E5AFC4C3-BD73-4B82-AD4F-5BE31E93BCAA}"/>
              </a:ext>
            </a:extLst>
          </p:cNvPr>
          <p:cNvSpPr>
            <a:spLocks xmlns:a="http://schemas.openxmlformats.org/drawingml/2006/main" noGrp="1"/>
          </p:cNvSpPr>
          <p:nvPr/>
        </p:nvSpPr>
        <p:spPr>
          <a:xfrm xmlns:a="http://schemas.openxmlformats.org/drawingml/2006/main">
            <a:off x="95535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8" name="">
            <a:extLst xmlns:a="http://schemas.openxmlformats.org/drawingml/2006/main">
              <a:ext uri="{FF2B5EF4-FFF2-40B4-BE49-F238E27FC236}">
                <a16:creationId xmlns:a16="http://schemas.microsoft.com/office/drawing/2014/main" id="{CCDB1F54-B4DD-4C21-9189-E632453D431D}"/>
              </a:ext>
            </a:extLst>
          </p:cNvPr>
          <p:cNvSpPr>
            <a:spLocks xmlns:a="http://schemas.openxmlformats.org/drawingml/2006/main" noGrp="1"/>
          </p:cNvSpPr>
          <p:nvPr/>
        </p:nvSpPr>
        <p:spPr>
          <a:xfrm xmlns:a="http://schemas.openxmlformats.org/drawingml/2006/main">
            <a:off x="97917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06</a:t>
            </a:r>
          </a:p>
        </p:txBody>
      </p:sp>
      <p:sp>
        <p:nvSpPr>
          <p:cNvPr id="19" name="">
            <a:extLst xmlns:a="http://schemas.openxmlformats.org/drawingml/2006/main">
              <a:ext uri="{FF2B5EF4-FFF2-40B4-BE49-F238E27FC236}">
                <a16:creationId xmlns:a16="http://schemas.microsoft.com/office/drawing/2014/main" id="{9004E6A5-CB60-412D-8711-CEC041504006}"/>
              </a:ext>
            </a:extLst>
          </p:cNvPr>
          <p:cNvSpPr>
            <a:spLocks xmlns:a="http://schemas.openxmlformats.org/drawingml/2006/main" noGrp="1"/>
          </p:cNvSpPr>
          <p:nvPr/>
        </p:nvSpPr>
        <p:spPr>
          <a:xfrm xmlns:a="http://schemas.openxmlformats.org/drawingml/2006/main">
            <a:off x="97917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0" name="">
            <a:extLst xmlns:a="http://schemas.openxmlformats.org/drawingml/2006/main">
              <a:ext uri="{FF2B5EF4-FFF2-40B4-BE49-F238E27FC236}">
                <a16:creationId xmlns:a16="http://schemas.microsoft.com/office/drawing/2014/main" id="{D9CC93CA-3CBF-41C9-80A5-02A65F4A658F}"/>
              </a:ext>
            </a:extLst>
          </p:cNvPr>
          <p:cNvSpPr>
            <a:spLocks xmlns:a="http://schemas.openxmlformats.org/drawingml/2006/main" noGrp="1"/>
          </p:cNvSpPr>
          <p:nvPr/>
        </p:nvSpPr>
        <p:spPr>
          <a:xfrm xmlns:a="http://schemas.openxmlformats.org/drawingml/2006/main">
            <a:off x="6000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07</a:t>
            </a:r>
          </a:p>
        </p:txBody>
      </p:sp>
      <p:sp>
        <p:nvSpPr>
          <p:cNvPr id="21" name="">
            <a:extLst xmlns:a="http://schemas.openxmlformats.org/drawingml/2006/main">
              <a:ext uri="{FF2B5EF4-FFF2-40B4-BE49-F238E27FC236}">
                <a16:creationId xmlns:a16="http://schemas.microsoft.com/office/drawing/2014/main" id="{3C2677CE-C8E4-4CB9-B7EA-9CC625679379}"/>
              </a:ext>
            </a:extLst>
          </p:cNvPr>
          <p:cNvSpPr>
            <a:spLocks xmlns:a="http://schemas.openxmlformats.org/drawingml/2006/main" noGrp="1"/>
          </p:cNvSpPr>
          <p:nvPr/>
        </p:nvSpPr>
        <p:spPr>
          <a:xfrm xmlns:a="http://schemas.openxmlformats.org/drawingml/2006/main">
            <a:off x="6000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22" name="">
            <a:extLst xmlns:a="http://schemas.openxmlformats.org/drawingml/2006/main">
              <a:ext uri="{FF2B5EF4-FFF2-40B4-BE49-F238E27FC236}">
                <a16:creationId xmlns:a16="http://schemas.microsoft.com/office/drawing/2014/main" id="{7292D299-6B0E-4AC4-BA4C-AFA1ECD92A7E}"/>
              </a:ext>
            </a:extLst>
          </p:cNvPr>
          <p:cNvSpPr>
            <a:spLocks xmlns:a="http://schemas.openxmlformats.org/drawingml/2006/main" noGrp="1"/>
          </p:cNvSpPr>
          <p:nvPr/>
        </p:nvSpPr>
        <p:spPr>
          <a:xfrm xmlns:a="http://schemas.openxmlformats.org/drawingml/2006/main">
            <a:off x="22002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3" name="">
            <a:extLst xmlns:a="http://schemas.openxmlformats.org/drawingml/2006/main">
              <a:ext uri="{FF2B5EF4-FFF2-40B4-BE49-F238E27FC236}">
                <a16:creationId xmlns:a16="http://schemas.microsoft.com/office/drawing/2014/main" id="{5A10C023-FD78-4E6C-B3E8-50A27074BA97}"/>
              </a:ext>
            </a:extLst>
          </p:cNvPr>
          <p:cNvSpPr>
            <a:spLocks xmlns:a="http://schemas.openxmlformats.org/drawingml/2006/main" noGrp="1"/>
          </p:cNvSpPr>
          <p:nvPr/>
        </p:nvSpPr>
        <p:spPr>
          <a:xfrm xmlns:a="http://schemas.openxmlformats.org/drawingml/2006/main">
            <a:off x="24384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08</a:t>
            </a:r>
          </a:p>
        </p:txBody>
      </p:sp>
      <p:sp>
        <p:nvSpPr>
          <p:cNvPr id="24" name="">
            <a:extLst xmlns:a="http://schemas.openxmlformats.org/drawingml/2006/main">
              <a:ext uri="{FF2B5EF4-FFF2-40B4-BE49-F238E27FC236}">
                <a16:creationId xmlns:a16="http://schemas.microsoft.com/office/drawing/2014/main" id="{979C1B27-80B4-420C-B7AC-606AC46BF4DE}"/>
              </a:ext>
            </a:extLst>
          </p:cNvPr>
          <p:cNvSpPr>
            <a:spLocks xmlns:a="http://schemas.openxmlformats.org/drawingml/2006/main" noGrp="1"/>
          </p:cNvSpPr>
          <p:nvPr/>
        </p:nvSpPr>
        <p:spPr>
          <a:xfrm xmlns:a="http://schemas.openxmlformats.org/drawingml/2006/main">
            <a:off x="24384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5" name="">
            <a:extLst xmlns:a="http://schemas.openxmlformats.org/drawingml/2006/main">
              <a:ext uri="{FF2B5EF4-FFF2-40B4-BE49-F238E27FC236}">
                <a16:creationId xmlns:a16="http://schemas.microsoft.com/office/drawing/2014/main" id="{7CF4E898-C264-42D9-B62E-5696A9140A37}"/>
              </a:ext>
            </a:extLst>
          </p:cNvPr>
          <p:cNvSpPr>
            <a:spLocks xmlns:a="http://schemas.openxmlformats.org/drawingml/2006/main" noGrp="1"/>
          </p:cNvSpPr>
          <p:nvPr/>
        </p:nvSpPr>
        <p:spPr>
          <a:xfrm xmlns:a="http://schemas.openxmlformats.org/drawingml/2006/main">
            <a:off x="403860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24A3F6B8-7FBD-473A-8D90-6929A5FDE48C}"/>
              </a:ext>
            </a:extLst>
          </p:cNvPr>
          <p:cNvSpPr>
            <a:spLocks xmlns:a="http://schemas.openxmlformats.org/drawingml/2006/main" noGrp="1"/>
          </p:cNvSpPr>
          <p:nvPr/>
        </p:nvSpPr>
        <p:spPr>
          <a:xfrm xmlns:a="http://schemas.openxmlformats.org/drawingml/2006/main">
            <a:off x="427672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09</a:t>
            </a:r>
          </a:p>
        </p:txBody>
      </p:sp>
      <p:sp>
        <p:nvSpPr>
          <p:cNvPr id="27" name="">
            <a:extLst xmlns:a="http://schemas.openxmlformats.org/drawingml/2006/main">
              <a:ext uri="{FF2B5EF4-FFF2-40B4-BE49-F238E27FC236}">
                <a16:creationId xmlns:a16="http://schemas.microsoft.com/office/drawing/2014/main" id="{3F3AD956-534F-4B57-BB65-2139F8E7E80F}"/>
              </a:ext>
            </a:extLst>
          </p:cNvPr>
          <p:cNvSpPr>
            <a:spLocks xmlns:a="http://schemas.openxmlformats.org/drawingml/2006/main" noGrp="1"/>
          </p:cNvSpPr>
          <p:nvPr/>
        </p:nvSpPr>
        <p:spPr>
          <a:xfrm xmlns:a="http://schemas.openxmlformats.org/drawingml/2006/main">
            <a:off x="4276725"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analysis</a:t>
            </a:r>
          </a:p>
        </p:txBody>
      </p:sp>
      <p:sp>
        <p:nvSpPr>
          <p:cNvPr id="28" name="">
            <a:extLst xmlns:a="http://schemas.openxmlformats.org/drawingml/2006/main">
              <a:ext uri="{FF2B5EF4-FFF2-40B4-BE49-F238E27FC236}">
                <a16:creationId xmlns:a16="http://schemas.microsoft.com/office/drawing/2014/main" id="{C31F8645-2760-452B-8969-A490684B9397}"/>
              </a:ext>
            </a:extLst>
          </p:cNvPr>
          <p:cNvSpPr>
            <a:spLocks xmlns:a="http://schemas.openxmlformats.org/drawingml/2006/main" noGrp="1"/>
          </p:cNvSpPr>
          <p:nvPr/>
        </p:nvSpPr>
        <p:spPr>
          <a:xfrm xmlns:a="http://schemas.openxmlformats.org/drawingml/2006/main">
            <a:off x="587692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9" name="">
            <a:extLst xmlns:a="http://schemas.openxmlformats.org/drawingml/2006/main">
              <a:ext uri="{FF2B5EF4-FFF2-40B4-BE49-F238E27FC236}">
                <a16:creationId xmlns:a16="http://schemas.microsoft.com/office/drawing/2014/main" id="{E343F9AB-CB78-4E00-9753-9209037DB101}"/>
              </a:ext>
            </a:extLst>
          </p:cNvPr>
          <p:cNvSpPr>
            <a:spLocks xmlns:a="http://schemas.openxmlformats.org/drawingml/2006/main" noGrp="1"/>
          </p:cNvSpPr>
          <p:nvPr/>
        </p:nvSpPr>
        <p:spPr>
          <a:xfrm xmlns:a="http://schemas.openxmlformats.org/drawingml/2006/main">
            <a:off x="611505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10</a:t>
            </a:r>
          </a:p>
        </p:txBody>
      </p:sp>
      <p:sp>
        <p:nvSpPr>
          <p:cNvPr id="30" name="">
            <a:extLst xmlns:a="http://schemas.openxmlformats.org/drawingml/2006/main">
              <a:ext uri="{FF2B5EF4-FFF2-40B4-BE49-F238E27FC236}">
                <a16:creationId xmlns:a16="http://schemas.microsoft.com/office/drawing/2014/main" id="{BC1FB051-A724-4ABC-8F32-8EF5B0B099F9}"/>
              </a:ext>
            </a:extLst>
          </p:cNvPr>
          <p:cNvSpPr>
            <a:spLocks xmlns:a="http://schemas.openxmlformats.org/drawingml/2006/main" noGrp="1"/>
          </p:cNvSpPr>
          <p:nvPr/>
        </p:nvSpPr>
        <p:spPr>
          <a:xfrm xmlns:a="http://schemas.openxmlformats.org/drawingml/2006/main">
            <a:off x="611505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write</a:t>
            </a:r>
          </a:p>
        </p:txBody>
      </p:sp>
      <p:sp>
        <p:nvSpPr>
          <p:cNvPr id="31" name="">
            <a:extLst xmlns:a="http://schemas.openxmlformats.org/drawingml/2006/main">
              <a:ext uri="{FF2B5EF4-FFF2-40B4-BE49-F238E27FC236}">
                <a16:creationId xmlns:a16="http://schemas.microsoft.com/office/drawing/2014/main" id="{77BB219E-22A8-4C67-96C4-4EA1A78C0F96}"/>
              </a:ext>
            </a:extLst>
          </p:cNvPr>
          <p:cNvSpPr>
            <a:spLocks xmlns:a="http://schemas.openxmlformats.org/drawingml/2006/main" noGrp="1"/>
          </p:cNvSpPr>
          <p:nvPr/>
        </p:nvSpPr>
        <p:spPr>
          <a:xfrm xmlns:a="http://schemas.openxmlformats.org/drawingml/2006/main">
            <a:off x="771525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2" name="">
            <a:extLst xmlns:a="http://schemas.openxmlformats.org/drawingml/2006/main">
              <a:ext uri="{FF2B5EF4-FFF2-40B4-BE49-F238E27FC236}">
                <a16:creationId xmlns:a16="http://schemas.microsoft.com/office/drawing/2014/main" id="{32CAEB95-90B6-4A42-A92C-1A10A76C1C5A}"/>
              </a:ext>
            </a:extLst>
          </p:cNvPr>
          <p:cNvSpPr>
            <a:spLocks xmlns:a="http://schemas.openxmlformats.org/drawingml/2006/main" noGrp="1"/>
          </p:cNvSpPr>
          <p:nvPr/>
        </p:nvSpPr>
        <p:spPr>
          <a:xfrm xmlns:a="http://schemas.openxmlformats.org/drawingml/2006/main">
            <a:off x="79533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11</a:t>
            </a:r>
          </a:p>
        </p:txBody>
      </p:sp>
      <p:sp>
        <p:nvSpPr>
          <p:cNvPr id="33" name="">
            <a:extLst xmlns:a="http://schemas.openxmlformats.org/drawingml/2006/main">
              <a:ext uri="{FF2B5EF4-FFF2-40B4-BE49-F238E27FC236}">
                <a16:creationId xmlns:a16="http://schemas.microsoft.com/office/drawing/2014/main" id="{125A1C74-44D2-4451-A713-0904616BA6F0}"/>
              </a:ext>
            </a:extLst>
          </p:cNvPr>
          <p:cNvSpPr>
            <a:spLocks xmlns:a="http://schemas.openxmlformats.org/drawingml/2006/main" noGrp="1"/>
          </p:cNvSpPr>
          <p:nvPr/>
        </p:nvSpPr>
        <p:spPr>
          <a:xfrm xmlns:a="http://schemas.openxmlformats.org/drawingml/2006/main">
            <a:off x="79533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validate</a:t>
            </a:r>
          </a:p>
        </p:txBody>
      </p:sp>
      <p:sp>
        <p:nvSpPr>
          <p:cNvPr id="34" name="">
            <a:extLst xmlns:a="http://schemas.openxmlformats.org/drawingml/2006/main">
              <a:ext uri="{FF2B5EF4-FFF2-40B4-BE49-F238E27FC236}">
                <a16:creationId xmlns:a16="http://schemas.microsoft.com/office/drawing/2014/main" id="{76B2F955-947C-4BA2-8ADF-B7D31DD2D647}"/>
              </a:ext>
            </a:extLst>
          </p:cNvPr>
          <p:cNvSpPr>
            <a:spLocks xmlns:a="http://schemas.openxmlformats.org/drawingml/2006/main" noGrp="1"/>
          </p:cNvSpPr>
          <p:nvPr/>
        </p:nvSpPr>
        <p:spPr>
          <a:xfrm xmlns:a="http://schemas.openxmlformats.org/drawingml/2006/main">
            <a:off x="95535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5" name="">
            <a:extLst xmlns:a="http://schemas.openxmlformats.org/drawingml/2006/main">
              <a:ext uri="{FF2B5EF4-FFF2-40B4-BE49-F238E27FC236}">
                <a16:creationId xmlns:a16="http://schemas.microsoft.com/office/drawing/2014/main" id="{393CBC03-E828-4D7E-BC80-2D5126FE6150}"/>
              </a:ext>
            </a:extLst>
          </p:cNvPr>
          <p:cNvSpPr>
            <a:spLocks xmlns:a="http://schemas.openxmlformats.org/drawingml/2006/main" noGrp="1"/>
          </p:cNvSpPr>
          <p:nvPr/>
        </p:nvSpPr>
        <p:spPr>
          <a:xfrm xmlns:a="http://schemas.openxmlformats.org/drawingml/2006/main">
            <a:off x="97917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12</a:t>
            </a:r>
          </a:p>
        </p:txBody>
      </p:sp>
      <p:sp>
        <p:nvSpPr>
          <p:cNvPr id="36" name="">
            <a:extLst xmlns:a="http://schemas.openxmlformats.org/drawingml/2006/main">
              <a:ext uri="{FF2B5EF4-FFF2-40B4-BE49-F238E27FC236}">
                <a16:creationId xmlns:a16="http://schemas.microsoft.com/office/drawing/2014/main" id="{AD28A8BB-22D0-440E-A857-9EA329DE8530}"/>
              </a:ext>
            </a:extLst>
          </p:cNvPr>
          <p:cNvSpPr>
            <a:spLocks xmlns:a="http://schemas.openxmlformats.org/drawingml/2006/main" noGrp="1"/>
          </p:cNvSpPr>
          <p:nvPr/>
        </p:nvSpPr>
        <p:spPr>
          <a:xfrm xmlns:a="http://schemas.openxmlformats.org/drawingml/2006/main">
            <a:off x="97917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finalize</a:t>
            </a:r>
          </a:p>
        </p:txBody>
      </p:sp>
      <p:sp>
        <p:nvSpPr>
          <p:cNvPr id="37" name="">
            <a:extLst xmlns:a="http://schemas.openxmlformats.org/drawingml/2006/main">
              <a:ext uri="{FF2B5EF4-FFF2-40B4-BE49-F238E27FC236}">
                <a16:creationId xmlns:a16="http://schemas.microsoft.com/office/drawing/2014/main" id="{AF923D1A-0BB3-440D-8163-15B67E065FA5}"/>
              </a:ext>
            </a:extLst>
          </p:cNvPr>
          <p:cNvSpPr>
            <a:spLocks xmlns:a="http://schemas.openxmlformats.org/drawingml/2006/main" noGrp="1"/>
          </p:cNvSpPr>
          <p:nvPr/>
        </p:nvSpPr>
        <p:spPr>
          <a:xfrm xmlns:a="http://schemas.openxmlformats.org/drawingml/2006/main">
            <a:off x="628650" y="269557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문서 선택: 06 → 07 → 08 → 09</a:t>
            </a:r>
          </a:p>
        </p:txBody>
      </p:sp>
      <p:sp>
        <p:nvSpPr>
          <p:cNvPr id="38" name="">
            <a:extLst xmlns:a="http://schemas.openxmlformats.org/drawingml/2006/main">
              <a:ext uri="{FF2B5EF4-FFF2-40B4-BE49-F238E27FC236}">
                <a16:creationId xmlns:a16="http://schemas.microsoft.com/office/drawing/2014/main" id="{0AE5B8EB-15D8-44BA-80A3-C060C04DF369}"/>
              </a:ext>
            </a:extLst>
          </p:cNvPr>
          <p:cNvSpPr>
            <a:spLocks xmlns:a="http://schemas.openxmlformats.org/drawingml/2006/main" noGrp="1"/>
          </p:cNvSpPr>
          <p:nvPr/>
        </p:nvSpPr>
        <p:spPr>
          <a:xfrm xmlns:a="http://schemas.openxmlformats.org/drawingml/2006/main">
            <a:off x="6229350" y="2695575"/>
            <a:ext cx="5286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문서 없음·검색 오류: 06 → 09 (07·08 생략)</a:t>
            </a:r>
          </a:p>
        </p:txBody>
      </p:sp>
      <p:sp>
        <p:nvSpPr>
          <p:cNvPr id="39" name="">
            <a:extLst xmlns:a="http://schemas.openxmlformats.org/drawingml/2006/main">
              <a:ext uri="{FF2B5EF4-FFF2-40B4-BE49-F238E27FC236}">
                <a16:creationId xmlns:a16="http://schemas.microsoft.com/office/drawing/2014/main" id="{D2415368-20F9-44ED-BEFD-3DA8A2383E96}"/>
              </a:ext>
            </a:extLst>
          </p:cNvPr>
          <p:cNvSpPr>
            <a:spLocks xmlns:a="http://schemas.openxmlformats.org/drawingml/2006/main" noGrp="1"/>
          </p:cNvSpPr>
          <p:nvPr/>
        </p:nvSpPr>
        <p:spPr>
          <a:xfrm xmlns:a="http://schemas.openxmlformats.org/drawingml/2006/main">
            <a:off x="619125" y="48006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05 research: Monitoring Tool 조회</a:t>
            </a:r>
          </a:p>
        </p:txBody>
      </p:sp>
      <p:sp>
        <p:nvSpPr>
          <p:cNvPr id="40" name="">
            <a:extLst xmlns:a="http://schemas.openxmlformats.org/drawingml/2006/main">
              <a:ext uri="{FF2B5EF4-FFF2-40B4-BE49-F238E27FC236}">
                <a16:creationId xmlns:a16="http://schemas.microsoft.com/office/drawing/2014/main" id="{AAF983B4-3301-4572-8311-0D161F1B7A6F}"/>
              </a:ext>
            </a:extLst>
          </p:cNvPr>
          <p:cNvSpPr>
            <a:spLocks xmlns:a="http://schemas.openxmlformats.org/drawingml/2006/main" noGrp="1"/>
          </p:cNvSpPr>
          <p:nvPr/>
        </p:nvSpPr>
        <p:spPr>
          <a:xfrm xmlns:a="http://schemas.openxmlformats.org/drawingml/2006/main">
            <a:off x="6210300" y="48006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07 research: Runbook Resource 원문 조회</a:t>
            </a:r>
          </a:p>
        </p:txBody>
      </p:sp>
      <p:sp>
        <p:nvSpPr>
          <p:cNvPr id="41" name="">
            <a:extLst xmlns:a="http://schemas.openxmlformats.org/drawingml/2006/main">
              <a:ext uri="{FF2B5EF4-FFF2-40B4-BE49-F238E27FC236}">
                <a16:creationId xmlns:a16="http://schemas.microsoft.com/office/drawing/2014/main" id="{9E6C967C-786B-4B2D-8893-909AED96BE18}"/>
              </a:ext>
            </a:extLst>
          </p:cNvPr>
          <p:cNvSpPr>
            <a:spLocks xmlns:a="http://schemas.openxmlformats.org/drawingml/2006/main" noGrp="1"/>
          </p:cNvSpPr>
          <p:nvPr/>
        </p:nvSpPr>
        <p:spPr>
          <a:xfrm xmlns:a="http://schemas.openxmlformats.org/drawingml/2006/main">
            <a:off x="619125" y="5238750"/>
            <a:ext cx="10839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06: 새 Runbook task가 있으면 07, 없으면 09로 이동</a:t>
            </a:r>
          </a:p>
        </p:txBody>
      </p:sp>
      <p:sp>
        <p:nvSpPr>
          <p:cNvPr id="42" name="">
            <a:extLst xmlns:a="http://schemas.openxmlformats.org/drawingml/2006/main">
              <a:ext uri="{FF2B5EF4-FFF2-40B4-BE49-F238E27FC236}">
                <a16:creationId xmlns:a16="http://schemas.microsoft.com/office/drawing/2014/main" id="{4CA1F170-EB90-4002-A2E9-BFE91978DF3F}"/>
              </a:ext>
            </a:extLst>
          </p:cNvPr>
          <p:cNvSpPr>
            <a:spLocks xmlns:a="http://schemas.openxmlformats.org/drawingml/2006/main" noGrp="1"/>
          </p:cNvSpPr>
          <p:nvPr/>
        </p:nvSpPr>
        <p:spPr>
          <a:xfrm xmlns:a="http://schemas.openxmlformats.org/drawingml/2006/main">
            <a:off x="619125" y="5581650"/>
            <a:ext cx="10839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08: 재검색 없이 09로 이동 · 09에 분석 task가 없으면 write로 진행</a:t>
            </a:r>
          </a:p>
        </p:txBody>
      </p:sp>
      <p:sp>
        <p:nvSpPr>
          <p:cNvPr id="43" name="">
            <a:extLst xmlns:a="http://schemas.openxmlformats.org/drawingml/2006/main">
              <a:ext uri="{FF2B5EF4-FFF2-40B4-BE49-F238E27FC236}">
                <a16:creationId xmlns:a16="http://schemas.microsoft.com/office/drawing/2014/main" id="{E1DF228D-DE73-4B93-B5A2-50F2591D2D28}"/>
              </a:ext>
            </a:extLst>
          </p:cNvPr>
          <p:cNvSpPr>
            <a:spLocks xmlns:a="http://schemas.openxmlformats.org/drawingml/2006/main" noGrp="1"/>
          </p:cNvSpPr>
          <p:nvPr/>
        </p:nvSpPr>
        <p:spPr>
          <a:xfrm xmlns:a="http://schemas.openxmlformats.org/drawingml/2006/main">
            <a:off x="619125" y="6257925"/>
            <a:ext cx="1095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 연결 · target_nodes.py 대상 · runbook_retrieval.py 검색 · report_nodes.py 보고서</a:t>
            </a:r>
          </a:p>
        </p:txBody>
      </p:sp>
      <p:sp>
        <p:nvSpPr>
          <p:cNvPr id="44" name="">
            <a:extLst xmlns:a="http://schemas.openxmlformats.org/drawingml/2006/main">
              <a:ext uri="{FF2B5EF4-FFF2-40B4-BE49-F238E27FC236}">
                <a16:creationId xmlns:a16="http://schemas.microsoft.com/office/drawing/2014/main" id="{664717CD-AE62-4BB0-8047-71C07BB15CA7}"/>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21378874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2F8BE6A-CF1C-43E0-A904-D39951B315C4}"/>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같은 질문으로 개선 전후 비교</a:t>
            </a:r>
          </a:p>
        </p:txBody>
      </p:sp>
      <p:sp>
        <p:nvSpPr>
          <p:cNvPr id="2" name="">
            <a:extLst xmlns:a="http://schemas.openxmlformats.org/drawingml/2006/main">
              <a:ext uri="{FF2B5EF4-FFF2-40B4-BE49-F238E27FC236}">
                <a16:creationId xmlns:a16="http://schemas.microsoft.com/office/drawing/2014/main" id="{33073FAC-3104-4911-83D5-B6A6675715B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17  G096 정다운</a:t>
            </a:r>
          </a:p>
        </p:txBody>
      </p:sp>
      <p:pic>
        <p:nvPicPr>
          <p:cNvPr id="3" name="">
            <a:extLst xmlns:a="http://schemas.openxmlformats.org/drawingml/2006/main">
              <a:ext uri="{FF2B5EF4-FFF2-40B4-BE49-F238E27FC236}">
                <a16:creationId xmlns:a16="http://schemas.microsoft.com/office/drawing/2014/main" id="{9D45800D-F9B1-44FF-8A52-20A203BE5A88}"/>
              </a:ext>
            </a:extLst>
          </p:cNvPr>
          <p:cNvPicPr>
            <a:picLocks xmlns:a="http://schemas.openxmlformats.org/drawingml/2006/main" noChangeAspect="1"/>
          </p:cNvPicPr>
          <p:nvPr/>
        </p:nvPicPr>
        <p:blipFill>
          <a:blip xmlns:r="http://schemas.openxmlformats.org/officeDocument/2006/relationships" xmlns:a="http://schemas.openxmlformats.org/drawingml/2006/main" r:embed="Rc5b05882840e463e"/>
          <a:srcRect xmlns:a="http://schemas.openxmlformats.org/drawingml/2006/main" l="0" t="10000" r="0" b="0"/>
          <a:stretch xmlns:a="http://schemas.openxmlformats.org/drawingml/2006/main"/>
        </p:blipFill>
        <p:spPr>
          <a:xfrm xmlns:a="http://schemas.openxmlformats.org/drawingml/2006/main">
            <a:off x="666750" y="1219200"/>
            <a:ext cx="4905375" cy="5010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7494E86-C162-4325-8D02-FE8E5F218724}"/>
              </a:ext>
            </a:extLst>
          </p:cNvPr>
          <p:cNvSpPr>
            <a:spLocks xmlns:a="http://schemas.openxmlformats.org/drawingml/2006/main" noGrp="1"/>
          </p:cNvSpPr>
          <p:nvPr/>
        </p:nvSpPr>
        <p:spPr>
          <a:xfrm xmlns:a="http://schemas.openxmlformats.org/drawingml/2006/main">
            <a:off x="6124575" y="14097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같은 입력</a:t>
            </a:r>
          </a:p>
        </p:txBody>
      </p:sp>
      <p:sp>
        <p:nvSpPr>
          <p:cNvPr id="5" name="">
            <a:extLst xmlns:a="http://schemas.openxmlformats.org/drawingml/2006/main">
              <a:ext uri="{FF2B5EF4-FFF2-40B4-BE49-F238E27FC236}">
                <a16:creationId xmlns:a16="http://schemas.microsoft.com/office/drawing/2014/main" id="{57582F0B-0B6A-4E5F-9565-823E092890CE}"/>
              </a:ext>
            </a:extLst>
          </p:cNvPr>
          <p:cNvSpPr>
            <a:spLocks xmlns:a="http://schemas.openxmlformats.org/drawingml/2006/main" noGrp="1"/>
          </p:cNvSpPr>
          <p:nvPr/>
        </p:nvSpPr>
        <p:spPr>
          <a:xfrm xmlns:a="http://schemas.openxmlformats.org/drawingml/2006/main">
            <a:off x="6124575" y="1781175"/>
            <a:ext cx="52197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payments + gateway</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CPU 급증 · timeout</a:t>
            </a:r>
          </a:p>
        </p:txBody>
      </p:sp>
      <p:sp>
        <p:nvSpPr>
          <p:cNvPr id="6" name="">
            <a:extLst xmlns:a="http://schemas.openxmlformats.org/drawingml/2006/main">
              <a:ext uri="{FF2B5EF4-FFF2-40B4-BE49-F238E27FC236}">
                <a16:creationId xmlns:a16="http://schemas.microsoft.com/office/drawing/2014/main" id="{49FAC1E1-DB1A-44A7-B918-1AE36C0B39AD}"/>
              </a:ext>
            </a:extLst>
          </p:cNvPr>
          <p:cNvSpPr>
            <a:spLocks xmlns:a="http://schemas.openxmlformats.org/drawingml/2006/main" noGrp="1"/>
          </p:cNvSpPr>
          <p:nvPr/>
        </p:nvSpPr>
        <p:spPr>
          <a:xfrm xmlns:a="http://schemas.openxmlformats.org/drawingml/2006/main">
            <a:off x="6124575" y="2886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이전</a:t>
            </a:r>
          </a:p>
        </p:txBody>
      </p:sp>
      <p:sp>
        <p:nvSpPr>
          <p:cNvPr id="7" name="">
            <a:extLst xmlns:a="http://schemas.openxmlformats.org/drawingml/2006/main">
              <a:ext uri="{FF2B5EF4-FFF2-40B4-BE49-F238E27FC236}">
                <a16:creationId xmlns:a16="http://schemas.microsoft.com/office/drawing/2014/main" id="{899B330A-CFC2-4CFE-8211-795E7D0FC784}"/>
              </a:ext>
            </a:extLst>
          </p:cNvPr>
          <p:cNvSpPr>
            <a:spLocks xmlns:a="http://schemas.openxmlformats.org/drawingml/2006/main" noGrp="1"/>
          </p:cNvSpPr>
          <p:nvPr/>
        </p:nvSpPr>
        <p:spPr>
          <a:xfrm xmlns:a="http://schemas.openxmlformats.org/drawingml/2006/main">
            <a:off x="6124575" y="3248025"/>
            <a:ext cx="5286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조회 3개: payments, gateway, web-01</a:t>
            </a:r>
          </a:p>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Runbook 1개: CPU 급증</a:t>
            </a:r>
          </a:p>
        </p:txBody>
      </p:sp>
      <p:sp>
        <p:nvSpPr>
          <p:cNvPr id="8" name="">
            <a:extLst xmlns:a="http://schemas.openxmlformats.org/drawingml/2006/main">
              <a:ext uri="{FF2B5EF4-FFF2-40B4-BE49-F238E27FC236}">
                <a16:creationId xmlns:a16="http://schemas.microsoft.com/office/drawing/2014/main" id="{96B7D3DA-7531-4F73-A2F8-4DDBF09E8F53}"/>
              </a:ext>
            </a:extLst>
          </p:cNvPr>
          <p:cNvSpPr>
            <a:spLocks xmlns:a="http://schemas.openxmlformats.org/drawingml/2006/main" noGrp="1"/>
          </p:cNvSpPr>
          <p:nvPr/>
        </p:nvSpPr>
        <p:spPr>
          <a:xfrm xmlns:a="http://schemas.openxmlformats.org/drawingml/2006/main">
            <a:off x="6124575" y="4476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a:t>
            </a:r>
          </a:p>
        </p:txBody>
      </p:sp>
      <p:sp>
        <p:nvSpPr>
          <p:cNvPr id="9" name="">
            <a:extLst xmlns:a="http://schemas.openxmlformats.org/drawingml/2006/main">
              <a:ext uri="{FF2B5EF4-FFF2-40B4-BE49-F238E27FC236}">
                <a16:creationId xmlns:a16="http://schemas.microsoft.com/office/drawing/2014/main" id="{0F868D04-0DBF-43F1-B9C9-25025E40F100}"/>
              </a:ext>
            </a:extLst>
          </p:cNvPr>
          <p:cNvSpPr>
            <a:spLocks xmlns:a="http://schemas.openxmlformats.org/drawingml/2006/main" noGrp="1"/>
          </p:cNvSpPr>
          <p:nvPr/>
        </p:nvSpPr>
        <p:spPr>
          <a:xfrm xmlns:a="http://schemas.openxmlformats.org/drawingml/2006/main">
            <a:off x="6124575" y="4848225"/>
            <a:ext cx="5295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조회 2개: payments, gateway</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Runbook 2개: CPU · 네트워크</a:t>
            </a:r>
          </a:p>
        </p:txBody>
      </p:sp>
      <p:sp>
        <p:nvSpPr>
          <p:cNvPr id="10" name="">
            <a:extLst xmlns:a="http://schemas.openxmlformats.org/drawingml/2006/main">
              <a:ext uri="{FF2B5EF4-FFF2-40B4-BE49-F238E27FC236}">
                <a16:creationId xmlns:a16="http://schemas.microsoft.com/office/drawing/2014/main" id="{26CED60E-C7F0-4D01-8128-D624CDAC3E7B}"/>
              </a:ext>
            </a:extLst>
          </p:cNvPr>
          <p:cNvSpPr>
            <a:spLocks xmlns:a="http://schemas.openxmlformats.org/drawingml/2006/main" noGrp="1"/>
          </p:cNvSpPr>
          <p:nvPr/>
        </p:nvSpPr>
        <p:spPr>
          <a:xfrm xmlns:a="http://schemas.openxmlformats.org/drawingml/2006/main">
            <a:off x="6115050" y="5810250"/>
            <a:ext cx="541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평가 JSON의 한 case: query + before + after</a:t>
            </a:r>
          </a:p>
        </p:txBody>
      </p:sp>
      <p:sp>
        <p:nvSpPr>
          <p:cNvPr id="11" name="">
            <a:extLst xmlns:a="http://schemas.openxmlformats.org/drawingml/2006/main">
              <a:ext uri="{FF2B5EF4-FFF2-40B4-BE49-F238E27FC236}">
                <a16:creationId xmlns:a16="http://schemas.microsoft.com/office/drawing/2014/main" id="{7B5861A5-2BFA-4156-B2A3-84774F60AF2E}"/>
              </a:ext>
            </a:extLst>
          </p:cNvPr>
          <p:cNvSpPr>
            <a:spLocks xmlns:a="http://schemas.openxmlformats.org/drawingml/2006/main" noGrp="1"/>
          </p:cNvSpPr>
          <p:nvPr/>
        </p:nvSpPr>
        <p:spPr>
          <a:xfrm xmlns:a="http://schemas.openxmlformats.org/drawingml/2006/main">
            <a:off x="6115050" y="6115050"/>
            <a:ext cx="5410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두 Graph는 별도 실행 · 이전 결과가 이후 AI의 기억은 아님</a:t>
            </a:r>
          </a:p>
        </p:txBody>
      </p:sp>
      <p:sp>
        <p:nvSpPr>
          <p:cNvPr id="12" name="">
            <a:extLst xmlns:a="http://schemas.openxmlformats.org/drawingml/2006/main">
              <a:ext uri="{FF2B5EF4-FFF2-40B4-BE49-F238E27FC236}">
                <a16:creationId xmlns:a16="http://schemas.microsoft.com/office/drawing/2014/main" id="{7A344055-3FE5-42B2-A8C4-DCD509ADE7D0}"/>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10659257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D0554F-B946-465F-9611-17A43CC76F2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최종 실행 화면</a:t>
            </a:r>
          </a:p>
        </p:txBody>
      </p:sp>
      <p:sp>
        <p:nvSpPr>
          <p:cNvPr id="2" name="">
            <a:extLst xmlns:a="http://schemas.openxmlformats.org/drawingml/2006/main">
              <a:ext uri="{FF2B5EF4-FFF2-40B4-BE49-F238E27FC236}">
                <a16:creationId xmlns:a16="http://schemas.microsoft.com/office/drawing/2014/main" id="{F30CA004-224D-4700-A970-1D6809EA8232}"/>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18  G096 정다운</a:t>
            </a:r>
          </a:p>
        </p:txBody>
      </p:sp>
      <p:pic>
        <p:nvPicPr>
          <p:cNvPr id="3" name="">
            <a:extLst xmlns:a="http://schemas.openxmlformats.org/drawingml/2006/main">
              <a:ext uri="{FF2B5EF4-FFF2-40B4-BE49-F238E27FC236}">
                <a16:creationId xmlns:a16="http://schemas.microsoft.com/office/drawing/2014/main" id="{080F6F42-7322-486B-B04F-0169A8A79A89}"/>
              </a:ext>
            </a:extLst>
          </p:cNvPr>
          <p:cNvPicPr>
            <a:picLocks xmlns:a="http://schemas.openxmlformats.org/drawingml/2006/main" noChangeAspect="1"/>
          </p:cNvPicPr>
          <p:nvPr/>
        </p:nvPicPr>
        <p:blipFill>
          <a:blip xmlns:r="http://schemas.openxmlformats.org/officeDocument/2006/relationships" xmlns:a="http://schemas.openxmlformats.org/drawingml/2006/main" r:embed="Rb30b7f6330624a6e"/>
          <a:srcRect xmlns:a="http://schemas.openxmlformats.org/drawingml/2006/main" l="0" t="6000" r="0" b="0"/>
          <a:stretch xmlns:a="http://schemas.openxmlformats.org/drawingml/2006/main"/>
        </p:blipFill>
        <p:spPr>
          <a:xfrm xmlns:a="http://schemas.openxmlformats.org/drawingml/2006/main">
            <a:off x="647700" y="1257300"/>
            <a:ext cx="4667250" cy="4953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39BF5AD-0070-43C7-8099-AA8CD5EEC757}"/>
              </a:ext>
            </a:extLst>
          </p:cNvPr>
          <p:cNvSpPr>
            <a:spLocks xmlns:a="http://schemas.openxmlformats.org/drawingml/2006/main" noGrp="1"/>
          </p:cNvSpPr>
          <p:nvPr/>
        </p:nvSpPr>
        <p:spPr>
          <a:xfrm xmlns:a="http://schemas.openxmlformats.org/drawingml/2006/main">
            <a:off x="5953125" y="1543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확인된 대상</a:t>
            </a:r>
          </a:p>
        </p:txBody>
      </p:sp>
      <p:sp>
        <p:nvSpPr>
          <p:cNvPr id="5" name="">
            <a:extLst xmlns:a="http://schemas.openxmlformats.org/drawingml/2006/main">
              <a:ext uri="{FF2B5EF4-FFF2-40B4-BE49-F238E27FC236}">
                <a16:creationId xmlns:a16="http://schemas.microsoft.com/office/drawing/2014/main" id="{376016BF-8617-4226-A43C-200896D0766A}"/>
              </a:ext>
            </a:extLst>
          </p:cNvPr>
          <p:cNvSpPr>
            <a:spLocks xmlns:a="http://schemas.openxmlformats.org/drawingml/2006/main" noGrp="1"/>
          </p:cNvSpPr>
          <p:nvPr/>
        </p:nvSpPr>
        <p:spPr>
          <a:xfrm xmlns:a="http://schemas.openxmlformats.org/drawingml/2006/main">
            <a:off x="5953125" y="1981200"/>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151A"/>
                </a:solidFill>
                <a:latin typeface="Apple SD Gothic Neo"/>
                <a:ea typeface="Apple SD Gothic Neo"/>
                <a:cs typeface="Apple SD Gothic Neo"/>
              </a:defRPr>
            </a:defPPr>
            <a:lvl1pPr algn="l">
              <a:defRPr sz="2325" b="1">
                <a:solidFill>
                  <a:srgbClr val="13151A"/>
                </a:solidFill>
                <a:latin typeface="Apple SD Gothic Neo"/>
                <a:ea typeface="Apple SD Gothic Neo"/>
                <a:cs typeface="Apple SD Gothic Neo"/>
              </a:defRPr>
            </a:lvl1pPr>
            <a:lvl2pPr algn="l">
              <a:defRPr sz="2325" b="1">
                <a:solidFill>
                  <a:srgbClr val="13151A"/>
                </a:solidFill>
                <a:latin typeface="Apple SD Gothic Neo"/>
                <a:ea typeface="Apple SD Gothic Neo"/>
                <a:cs typeface="Apple SD Gothic Neo"/>
              </a:defRPr>
            </a:lvl2pPr>
            <a:lvl3pPr algn="l">
              <a:defRPr sz="2325" b="1">
                <a:solidFill>
                  <a:srgbClr val="13151A"/>
                </a:solidFill>
                <a:latin typeface="Apple SD Gothic Neo"/>
                <a:ea typeface="Apple SD Gothic Neo"/>
                <a:cs typeface="Apple SD Gothic Neo"/>
              </a:defRPr>
            </a:lvl3pPr>
            <a:lvl4pPr algn="l">
              <a:defRPr sz="2325" b="1">
                <a:solidFill>
                  <a:srgbClr val="13151A"/>
                </a:solidFill>
                <a:latin typeface="Apple SD Gothic Neo"/>
                <a:ea typeface="Apple SD Gothic Neo"/>
                <a:cs typeface="Apple SD Gothic Neo"/>
              </a:defRPr>
            </a:lvl4pPr>
            <a:lvl5pPr algn="l">
              <a:defRPr sz="2325" b="1">
                <a:solidFill>
                  <a:srgbClr val="13151A"/>
                </a:solidFill>
                <a:latin typeface="Apple SD Gothic Neo"/>
                <a:ea typeface="Apple SD Gothic Neo"/>
                <a:cs typeface="Apple SD Gothic Neo"/>
              </a:defRPr>
            </a:lvl5pPr>
            <a:lvl6pPr algn="l">
              <a:defRPr sz="2325" b="1">
                <a:solidFill>
                  <a:srgbClr val="13151A"/>
                </a:solidFill>
                <a:latin typeface="Apple SD Gothic Neo"/>
                <a:ea typeface="Apple SD Gothic Neo"/>
                <a:cs typeface="Apple SD Gothic Neo"/>
              </a:defRPr>
            </a:lvl6pPr>
            <a:lvl7pPr algn="l">
              <a:defRPr sz="2325" b="1">
                <a:solidFill>
                  <a:srgbClr val="13151A"/>
                </a:solidFill>
                <a:latin typeface="Apple SD Gothic Neo"/>
                <a:ea typeface="Apple SD Gothic Neo"/>
                <a:cs typeface="Apple SD Gothic Neo"/>
              </a:defRPr>
            </a:lvl7pPr>
            <a:lvl8pPr algn="l">
              <a:defRPr sz="2325" b="1">
                <a:solidFill>
                  <a:srgbClr val="13151A"/>
                </a:solidFill>
                <a:latin typeface="Apple SD Gothic Neo"/>
                <a:ea typeface="Apple SD Gothic Neo"/>
                <a:cs typeface="Apple SD Gothic Neo"/>
              </a:defRPr>
            </a:lvl8pPr>
            <a:lvl9pPr algn="l">
              <a:defRPr sz="2325" b="1">
                <a:solidFill>
                  <a:srgbClr val="13151A"/>
                </a:solidFill>
                <a:latin typeface="Apple SD Gothic Neo"/>
                <a:ea typeface="Apple SD Gothic Neo"/>
                <a:cs typeface="Apple SD Gothic Neo"/>
              </a:defRPr>
            </a:lvl9pPr>
          </a:lstStyle>
          <a:p xmlns:a="http://schemas.openxmlformats.org/drawingml/2006/main">
            <a:pPr algn="l">
              <a:defRPr sz="2325" b="1">
                <a:solidFill>
                  <a:srgbClr val="13151A"/>
                </a:solidFill>
                <a:latin typeface="Apple SD Gothic Neo"/>
                <a:ea typeface="Apple SD Gothic Neo"/>
                <a:cs typeface="Apple SD Gothic Neo"/>
              </a:defRPr>
            </a:pPr>
            <a:r>
              <a:rPr sz="2325" b="1">
                <a:solidFill>
                  <a:srgbClr val="13151A"/>
                </a:solidFill>
                <a:latin typeface="Apple SD Gothic Neo"/>
                <a:ea typeface="Apple SD Gothic Neo"/>
                <a:cs typeface="Apple SD Gothic Neo"/>
              </a:rPr>
              <a:t>auth-service</a:t>
            </a:r>
          </a:p>
        </p:txBody>
      </p:sp>
      <p:sp>
        <p:nvSpPr>
          <p:cNvPr id="6" name="">
            <a:extLst xmlns:a="http://schemas.openxmlformats.org/drawingml/2006/main">
              <a:ext uri="{FF2B5EF4-FFF2-40B4-BE49-F238E27FC236}">
                <a16:creationId xmlns:a16="http://schemas.microsoft.com/office/drawing/2014/main" id="{6BF860EE-2A2E-4C07-ABFE-8D8CC0D04975}"/>
              </a:ext>
            </a:extLst>
          </p:cNvPr>
          <p:cNvSpPr>
            <a:spLocks xmlns:a="http://schemas.openxmlformats.org/drawingml/2006/main" noGrp="1"/>
          </p:cNvSpPr>
          <p:nvPr/>
        </p:nvSpPr>
        <p:spPr>
          <a:xfrm xmlns:a="http://schemas.openxmlformats.org/drawingml/2006/main">
            <a:off x="5953125" y="3028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활용한 근거</a:t>
            </a:r>
          </a:p>
        </p:txBody>
      </p:sp>
      <p:sp>
        <p:nvSpPr>
          <p:cNvPr id="7" name="">
            <a:extLst xmlns:a="http://schemas.openxmlformats.org/drawingml/2006/main">
              <a:ext uri="{FF2B5EF4-FFF2-40B4-BE49-F238E27FC236}">
                <a16:creationId xmlns:a16="http://schemas.microsoft.com/office/drawing/2014/main" id="{9B6EA01F-DC21-43EF-8D9E-48CD39B4FC86}"/>
              </a:ext>
            </a:extLst>
          </p:cNvPr>
          <p:cNvSpPr>
            <a:spLocks xmlns:a="http://schemas.openxmlformats.org/drawingml/2006/main" noGrp="1"/>
          </p:cNvSpPr>
          <p:nvPr/>
        </p:nvSpPr>
        <p:spPr>
          <a:xfrm xmlns:a="http://schemas.openxmlformats.org/drawingml/2006/main">
            <a:off x="5953125" y="3467100"/>
            <a:ext cx="5381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Monitoring 상태</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high-latency Runbook 원문</a:t>
            </a:r>
          </a:p>
        </p:txBody>
      </p:sp>
      <p:sp>
        <p:nvSpPr>
          <p:cNvPr id="8" name="">
            <a:extLst xmlns:a="http://schemas.openxmlformats.org/drawingml/2006/main">
              <a:ext uri="{FF2B5EF4-FFF2-40B4-BE49-F238E27FC236}">
                <a16:creationId xmlns:a16="http://schemas.microsoft.com/office/drawing/2014/main" id="{4E6F3EA6-8DA9-4E4E-8906-3FB219D93B11}"/>
              </a:ext>
            </a:extLst>
          </p:cNvPr>
          <p:cNvSpPr>
            <a:spLocks xmlns:a="http://schemas.openxmlformats.org/drawingml/2006/main" noGrp="1"/>
          </p:cNvSpPr>
          <p:nvPr/>
        </p:nvSpPr>
        <p:spPr>
          <a:xfrm xmlns:a="http://schemas.openxmlformats.org/drawingml/2006/main">
            <a:off x="5953125" y="4981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
        <p:nvSpPr>
          <p:cNvPr id="9" name="">
            <a:extLst xmlns:a="http://schemas.openxmlformats.org/drawingml/2006/main">
              <a:ext uri="{FF2B5EF4-FFF2-40B4-BE49-F238E27FC236}">
                <a16:creationId xmlns:a16="http://schemas.microsoft.com/office/drawing/2014/main" id="{42A8DCFD-62CB-49CE-B850-AA384EF48827}"/>
              </a:ext>
            </a:extLst>
          </p:cNvPr>
          <p:cNvSpPr>
            <a:spLocks xmlns:a="http://schemas.openxmlformats.org/drawingml/2006/main" noGrp="1"/>
          </p:cNvSpPr>
          <p:nvPr/>
        </p:nvSpPr>
        <p:spPr>
          <a:xfrm xmlns:a="http://schemas.openxmlformats.org/drawingml/2006/main">
            <a:off x="5953125" y="5372100"/>
            <a:ext cx="5381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4232D"/>
                </a:solidFill>
                <a:latin typeface="Apple SD Gothic Neo"/>
                <a:ea typeface="Apple SD Gothic Neo"/>
                <a:cs typeface="Apple SD Gothic Neo"/>
              </a:defRPr>
            </a:defPPr>
            <a:lvl1pPr algn="l">
              <a:defRPr sz="2100" b="1">
                <a:solidFill>
                  <a:srgbClr val="B4232D"/>
                </a:solidFill>
                <a:latin typeface="Apple SD Gothic Neo"/>
                <a:ea typeface="Apple SD Gothic Neo"/>
                <a:cs typeface="Apple SD Gothic Neo"/>
              </a:defRPr>
            </a:lvl1pPr>
            <a:lvl2pPr algn="l">
              <a:defRPr sz="2100" b="1">
                <a:solidFill>
                  <a:srgbClr val="B4232D"/>
                </a:solidFill>
                <a:latin typeface="Apple SD Gothic Neo"/>
                <a:ea typeface="Apple SD Gothic Neo"/>
                <a:cs typeface="Apple SD Gothic Neo"/>
              </a:defRPr>
            </a:lvl2pPr>
            <a:lvl3pPr algn="l">
              <a:defRPr sz="2100" b="1">
                <a:solidFill>
                  <a:srgbClr val="B4232D"/>
                </a:solidFill>
                <a:latin typeface="Apple SD Gothic Neo"/>
                <a:ea typeface="Apple SD Gothic Neo"/>
                <a:cs typeface="Apple SD Gothic Neo"/>
              </a:defRPr>
            </a:lvl3pPr>
            <a:lvl4pPr algn="l">
              <a:defRPr sz="2100" b="1">
                <a:solidFill>
                  <a:srgbClr val="B4232D"/>
                </a:solidFill>
                <a:latin typeface="Apple SD Gothic Neo"/>
                <a:ea typeface="Apple SD Gothic Neo"/>
                <a:cs typeface="Apple SD Gothic Neo"/>
              </a:defRPr>
            </a:lvl4pPr>
            <a:lvl5pPr algn="l">
              <a:defRPr sz="2100" b="1">
                <a:solidFill>
                  <a:srgbClr val="B4232D"/>
                </a:solidFill>
                <a:latin typeface="Apple SD Gothic Neo"/>
                <a:ea typeface="Apple SD Gothic Neo"/>
                <a:cs typeface="Apple SD Gothic Neo"/>
              </a:defRPr>
            </a:lvl5pPr>
            <a:lvl6pPr algn="l">
              <a:defRPr sz="2100" b="1">
                <a:solidFill>
                  <a:srgbClr val="B4232D"/>
                </a:solidFill>
                <a:latin typeface="Apple SD Gothic Neo"/>
                <a:ea typeface="Apple SD Gothic Neo"/>
                <a:cs typeface="Apple SD Gothic Neo"/>
              </a:defRPr>
            </a:lvl6pPr>
            <a:lvl7pPr algn="l">
              <a:defRPr sz="2100" b="1">
                <a:solidFill>
                  <a:srgbClr val="B4232D"/>
                </a:solidFill>
                <a:latin typeface="Apple SD Gothic Neo"/>
                <a:ea typeface="Apple SD Gothic Neo"/>
                <a:cs typeface="Apple SD Gothic Neo"/>
              </a:defRPr>
            </a:lvl7pPr>
            <a:lvl8pPr algn="l">
              <a:defRPr sz="2100" b="1">
                <a:solidFill>
                  <a:srgbClr val="B4232D"/>
                </a:solidFill>
                <a:latin typeface="Apple SD Gothic Neo"/>
                <a:ea typeface="Apple SD Gothic Neo"/>
                <a:cs typeface="Apple SD Gothic Neo"/>
              </a:defRPr>
            </a:lvl8pPr>
            <a:lvl9pPr algn="l">
              <a:defRPr sz="2100" b="1">
                <a:solidFill>
                  <a:srgbClr val="B4232D"/>
                </a:solidFill>
                <a:latin typeface="Apple SD Gothic Neo"/>
                <a:ea typeface="Apple SD Gothic Neo"/>
                <a:cs typeface="Apple SD Gothic Neo"/>
              </a:defRPr>
            </a:lvl9pPr>
          </a:lstStyle>
          <a:p xmlns:a="http://schemas.openxmlformats.org/drawingml/2006/main">
            <a:pPr algn="l">
              <a:defRPr sz="2100" b="1">
                <a:solidFill>
                  <a:srgbClr val="B4232D"/>
                </a:solidFill>
                <a:latin typeface="Apple SD Gothic Neo"/>
                <a:ea typeface="Apple SD Gothic Neo"/>
                <a:cs typeface="Apple SD Gothic Neo"/>
              </a:defRPr>
            </a:pPr>
            <a:r>
              <a:rPr sz="2100" b="1">
                <a:solidFill>
                  <a:srgbClr val="B4232D"/>
                </a:solidFill>
                <a:latin typeface="Apple SD Gothic Neo"/>
                <a:ea typeface="Apple SD Gothic Neo"/>
                <a:cs typeface="Apple SD Gothic Neo"/>
              </a:rPr>
              <a:t>검증된 진단 보고서</a:t>
            </a:r>
          </a:p>
        </p:txBody>
      </p:sp>
      <p:sp>
        <p:nvSpPr>
          <p:cNvPr id="10" name="">
            <a:extLst xmlns:a="http://schemas.openxmlformats.org/drawingml/2006/main">
              <a:ext uri="{FF2B5EF4-FFF2-40B4-BE49-F238E27FC236}">
                <a16:creationId xmlns:a16="http://schemas.microsoft.com/office/drawing/2014/main" id="{769B1617-A113-47A2-82F4-34C2540457DA}"/>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Tree>
    <p:extLst>
      <p:ext uri="{BB962C8B-B14F-4D97-AF65-F5344CB8AC3E}">
        <p14:creationId xmlns:p14="http://schemas.microsoft.com/office/powerpoint/2010/main" val="136740601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E959A3-3E08-45E5-8E2D-1444DE37372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개선 결과와 남은 과제</a:t>
            </a:r>
          </a:p>
        </p:txBody>
      </p:sp>
      <p:sp>
        <p:nvSpPr>
          <p:cNvPr id="2" name="">
            <a:extLst xmlns:a="http://schemas.openxmlformats.org/drawingml/2006/main">
              <a:ext uri="{FF2B5EF4-FFF2-40B4-BE49-F238E27FC236}">
                <a16:creationId xmlns:a16="http://schemas.microsoft.com/office/drawing/2014/main" id="{FD09DD22-4C1F-45B7-A2E0-AF5D14916BA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19  G096 정다운</a:t>
            </a:r>
          </a:p>
        </p:txBody>
      </p:sp>
      <p:sp>
        <p:nvSpPr>
          <p:cNvPr id="3" name="">
            <a:extLst xmlns:a="http://schemas.openxmlformats.org/drawingml/2006/main">
              <a:ext uri="{FF2B5EF4-FFF2-40B4-BE49-F238E27FC236}">
                <a16:creationId xmlns:a16="http://schemas.microsoft.com/office/drawing/2014/main" id="{E35FDE50-4EED-47B1-95BB-D4A19642A0C1}"/>
              </a:ext>
            </a:extLst>
          </p:cNvPr>
          <p:cNvSpPr>
            <a:spLocks xmlns:a="http://schemas.openxmlformats.org/drawingml/2006/main" noGrp="1"/>
          </p:cNvSpPr>
          <p:nvPr/>
        </p:nvSpPr>
        <p:spPr>
          <a:xfrm xmlns:a="http://schemas.openxmlformats.org/drawingml/2006/main">
            <a:off x="695325" y="1438275"/>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이번에 달라진 점</a:t>
            </a:r>
          </a:p>
        </p:txBody>
      </p:sp>
      <p:sp>
        <p:nvSpPr>
          <p:cNvPr id="4" name="">
            <a:extLst xmlns:a="http://schemas.openxmlformats.org/drawingml/2006/main">
              <a:ext uri="{FF2B5EF4-FFF2-40B4-BE49-F238E27FC236}">
                <a16:creationId xmlns:a16="http://schemas.microsoft.com/office/drawing/2014/main" id="{43946129-1C79-405A-A738-7950EA6AE1F9}"/>
              </a:ext>
            </a:extLst>
          </p:cNvPr>
          <p:cNvSpPr>
            <a:spLocks xmlns:a="http://schemas.openxmlformats.org/drawingml/2006/main" noGrp="1"/>
          </p:cNvSpPr>
          <p:nvPr/>
        </p:nvSpPr>
        <p:spPr>
          <a:xfrm xmlns:a="http://schemas.openxmlformats.org/drawingml/2006/main">
            <a:off x="695325" y="1819275"/>
            <a:ext cx="10763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B4232D"/>
                </a:solidFill>
                <a:latin typeface="Apple SD Gothic Neo"/>
                <a:ea typeface="Apple SD Gothic Neo"/>
                <a:cs typeface="Apple SD Gothic Neo"/>
              </a:defRPr>
            </a:defPPr>
            <a:lvl1pPr algn="l">
              <a:defRPr sz="2250" b="1">
                <a:solidFill>
                  <a:srgbClr val="B4232D"/>
                </a:solidFill>
                <a:latin typeface="Apple SD Gothic Neo"/>
                <a:ea typeface="Apple SD Gothic Neo"/>
                <a:cs typeface="Apple SD Gothic Neo"/>
              </a:defRPr>
            </a:lvl1pPr>
            <a:lvl2pPr algn="l">
              <a:defRPr sz="2250" b="1">
                <a:solidFill>
                  <a:srgbClr val="B4232D"/>
                </a:solidFill>
                <a:latin typeface="Apple SD Gothic Neo"/>
                <a:ea typeface="Apple SD Gothic Neo"/>
                <a:cs typeface="Apple SD Gothic Neo"/>
              </a:defRPr>
            </a:lvl2pPr>
            <a:lvl3pPr algn="l">
              <a:defRPr sz="2250" b="1">
                <a:solidFill>
                  <a:srgbClr val="B4232D"/>
                </a:solidFill>
                <a:latin typeface="Apple SD Gothic Neo"/>
                <a:ea typeface="Apple SD Gothic Neo"/>
                <a:cs typeface="Apple SD Gothic Neo"/>
              </a:defRPr>
            </a:lvl3pPr>
            <a:lvl4pPr algn="l">
              <a:defRPr sz="2250" b="1">
                <a:solidFill>
                  <a:srgbClr val="B4232D"/>
                </a:solidFill>
                <a:latin typeface="Apple SD Gothic Neo"/>
                <a:ea typeface="Apple SD Gothic Neo"/>
                <a:cs typeface="Apple SD Gothic Neo"/>
              </a:defRPr>
            </a:lvl4pPr>
            <a:lvl5pPr algn="l">
              <a:defRPr sz="2250" b="1">
                <a:solidFill>
                  <a:srgbClr val="B4232D"/>
                </a:solidFill>
                <a:latin typeface="Apple SD Gothic Neo"/>
                <a:ea typeface="Apple SD Gothic Neo"/>
                <a:cs typeface="Apple SD Gothic Neo"/>
              </a:defRPr>
            </a:lvl5pPr>
            <a:lvl6pPr algn="l">
              <a:defRPr sz="2250" b="1">
                <a:solidFill>
                  <a:srgbClr val="B4232D"/>
                </a:solidFill>
                <a:latin typeface="Apple SD Gothic Neo"/>
                <a:ea typeface="Apple SD Gothic Neo"/>
                <a:cs typeface="Apple SD Gothic Neo"/>
              </a:defRPr>
            </a:lvl6pPr>
            <a:lvl7pPr algn="l">
              <a:defRPr sz="2250" b="1">
                <a:solidFill>
                  <a:srgbClr val="B4232D"/>
                </a:solidFill>
                <a:latin typeface="Apple SD Gothic Neo"/>
                <a:ea typeface="Apple SD Gothic Neo"/>
                <a:cs typeface="Apple SD Gothic Neo"/>
              </a:defRPr>
            </a:lvl7pPr>
            <a:lvl8pPr algn="l">
              <a:defRPr sz="2250" b="1">
                <a:solidFill>
                  <a:srgbClr val="B4232D"/>
                </a:solidFill>
                <a:latin typeface="Apple SD Gothic Neo"/>
                <a:ea typeface="Apple SD Gothic Neo"/>
                <a:cs typeface="Apple SD Gothic Neo"/>
              </a:defRPr>
            </a:lvl8pPr>
            <a:lvl9pPr algn="l">
              <a:defRPr sz="2250" b="1">
                <a:solidFill>
                  <a:srgbClr val="B4232D"/>
                </a:solidFill>
                <a:latin typeface="Apple SD Gothic Neo"/>
                <a:ea typeface="Apple SD Gothic Neo"/>
                <a:cs typeface="Apple SD Gothic Neo"/>
              </a:defRPr>
            </a:lvl9pPr>
          </a:lstStyle>
          <a:p xmlns:a="http://schemas.openxmlformats.org/drawingml/2006/main">
            <a:pPr algn="l">
              <a:defRPr sz="2250" b="1">
                <a:solidFill>
                  <a:srgbClr val="B4232D"/>
                </a:solidFill>
                <a:latin typeface="Apple SD Gothic Neo"/>
                <a:ea typeface="Apple SD Gothic Neo"/>
                <a:cs typeface="Apple SD Gothic Neo"/>
              </a:defRPr>
            </a:pPr>
            <a:r>
              <a:rPr sz="2250" b="1">
                <a:solidFill>
                  <a:srgbClr val="B4232D"/>
                </a:solidFill>
                <a:latin typeface="Apple SD Gothic Neo"/>
                <a:ea typeface="Apple SD Gothic Neo"/>
                <a:cs typeface="Apple SD Gothic Neo"/>
              </a:rPr>
              <a:t>대상을 확인한 뒤 진단하고, 여러 Runbook의 원문을 활용</a:t>
            </a:r>
          </a:p>
        </p:txBody>
      </p:sp>
      <p:sp>
        <p:nvSpPr>
          <p:cNvPr id="5" name="">
            <a:extLst xmlns:a="http://schemas.openxmlformats.org/drawingml/2006/main">
              <a:ext uri="{FF2B5EF4-FFF2-40B4-BE49-F238E27FC236}">
                <a16:creationId xmlns:a16="http://schemas.microsoft.com/office/drawing/2014/main" id="{7D6B3423-D6AC-450F-8743-7C49290E1921}"/>
              </a:ext>
            </a:extLst>
          </p:cNvPr>
          <p:cNvSpPr>
            <a:spLocks xmlns:a="http://schemas.openxmlformats.org/drawingml/2006/main" noGrp="1"/>
          </p:cNvSpPr>
          <p:nvPr/>
        </p:nvSpPr>
        <p:spPr>
          <a:xfrm xmlns:a="http://schemas.openxmlformats.org/drawingml/2006/main">
            <a:off x="695325" y="23717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수치·출처 검증과 실패 고지까지 보고서에 반영</a:t>
            </a:r>
          </a:p>
        </p:txBody>
      </p:sp>
      <p:sp>
        <p:nvSpPr>
          <p:cNvPr id="6" name="">
            <a:extLst xmlns:a="http://schemas.openxmlformats.org/drawingml/2006/main">
              <a:ext uri="{FF2B5EF4-FFF2-40B4-BE49-F238E27FC236}">
                <a16:creationId xmlns:a16="http://schemas.microsoft.com/office/drawing/2014/main" id="{B30B462C-B04B-4FDA-A1D0-ABACA12D0CB1}"/>
              </a:ext>
            </a:extLst>
          </p:cNvPr>
          <p:cNvSpPr>
            <a:spLocks xmlns:a="http://schemas.openxmlformats.org/drawingml/2006/main" noGrp="1"/>
          </p:cNvSpPr>
          <p:nvPr/>
        </p:nvSpPr>
        <p:spPr>
          <a:xfrm xmlns:a="http://schemas.openxmlformats.org/drawingml/2006/main">
            <a:off x="695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느낀 점</a:t>
            </a:r>
          </a:p>
        </p:txBody>
      </p:sp>
      <p:sp>
        <p:nvSpPr>
          <p:cNvPr id="7" name="">
            <a:extLst xmlns:a="http://schemas.openxmlformats.org/drawingml/2006/main">
              <a:ext uri="{FF2B5EF4-FFF2-40B4-BE49-F238E27FC236}">
                <a16:creationId xmlns:a16="http://schemas.microsoft.com/office/drawing/2014/main" id="{C301DDA2-F625-4354-B4CB-1ECA6E23F76A}"/>
              </a:ext>
            </a:extLst>
          </p:cNvPr>
          <p:cNvSpPr>
            <a:spLocks xmlns:a="http://schemas.openxmlformats.org/drawingml/2006/main" noGrp="1"/>
          </p:cNvSpPr>
          <p:nvPr/>
        </p:nvSpPr>
        <p:spPr>
          <a:xfrm xmlns:a="http://schemas.openxmlformats.org/drawingml/2006/main">
            <a:off x="695325" y="3857625"/>
            <a:ext cx="5095875"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3151A"/>
                </a:solidFill>
                <a:latin typeface="Apple SD Gothic Neo"/>
                <a:ea typeface="Apple SD Gothic Neo"/>
                <a:cs typeface="Apple SD Gothic Neo"/>
              </a:defRPr>
            </a:defPPr>
            <a:lvl1pPr algn="l">
              <a:defRPr sz="1800" b="0">
                <a:solidFill>
                  <a:srgbClr val="13151A"/>
                </a:solidFill>
                <a:latin typeface="Apple SD Gothic Neo"/>
                <a:ea typeface="Apple SD Gothic Neo"/>
                <a:cs typeface="Apple SD Gothic Neo"/>
              </a:defRPr>
            </a:lvl1pPr>
            <a:lvl2pPr algn="l">
              <a:defRPr sz="1800" b="0">
                <a:solidFill>
                  <a:srgbClr val="13151A"/>
                </a:solidFill>
                <a:latin typeface="Apple SD Gothic Neo"/>
                <a:ea typeface="Apple SD Gothic Neo"/>
                <a:cs typeface="Apple SD Gothic Neo"/>
              </a:defRPr>
            </a:lvl2pPr>
            <a:lvl3pPr algn="l">
              <a:defRPr sz="1800" b="0">
                <a:solidFill>
                  <a:srgbClr val="13151A"/>
                </a:solidFill>
                <a:latin typeface="Apple SD Gothic Neo"/>
                <a:ea typeface="Apple SD Gothic Neo"/>
                <a:cs typeface="Apple SD Gothic Neo"/>
              </a:defRPr>
            </a:lvl3pPr>
            <a:lvl4pPr algn="l">
              <a:defRPr sz="1800" b="0">
                <a:solidFill>
                  <a:srgbClr val="13151A"/>
                </a:solidFill>
                <a:latin typeface="Apple SD Gothic Neo"/>
                <a:ea typeface="Apple SD Gothic Neo"/>
                <a:cs typeface="Apple SD Gothic Neo"/>
              </a:defRPr>
            </a:lvl4pPr>
            <a:lvl5pPr algn="l">
              <a:defRPr sz="1800" b="0">
                <a:solidFill>
                  <a:srgbClr val="13151A"/>
                </a:solidFill>
                <a:latin typeface="Apple SD Gothic Neo"/>
                <a:ea typeface="Apple SD Gothic Neo"/>
                <a:cs typeface="Apple SD Gothic Neo"/>
              </a:defRPr>
            </a:lvl5pPr>
            <a:lvl6pPr algn="l">
              <a:defRPr sz="1800" b="0">
                <a:solidFill>
                  <a:srgbClr val="13151A"/>
                </a:solidFill>
                <a:latin typeface="Apple SD Gothic Neo"/>
                <a:ea typeface="Apple SD Gothic Neo"/>
                <a:cs typeface="Apple SD Gothic Neo"/>
              </a:defRPr>
            </a:lvl6pPr>
            <a:lvl7pPr algn="l">
              <a:defRPr sz="1800" b="0">
                <a:solidFill>
                  <a:srgbClr val="13151A"/>
                </a:solidFill>
                <a:latin typeface="Apple SD Gothic Neo"/>
                <a:ea typeface="Apple SD Gothic Neo"/>
                <a:cs typeface="Apple SD Gothic Neo"/>
              </a:defRPr>
            </a:lvl7pPr>
            <a:lvl8pPr algn="l">
              <a:defRPr sz="1800" b="0">
                <a:solidFill>
                  <a:srgbClr val="13151A"/>
                </a:solidFill>
                <a:latin typeface="Apple SD Gothic Neo"/>
                <a:ea typeface="Apple SD Gothic Neo"/>
                <a:cs typeface="Apple SD Gothic Neo"/>
              </a:defRPr>
            </a:lvl8pPr>
            <a:lvl9pPr algn="l">
              <a:defRPr sz="1800" b="0">
                <a:solidFill>
                  <a:srgbClr val="13151A"/>
                </a:solidFill>
                <a:latin typeface="Apple SD Gothic Neo"/>
                <a:ea typeface="Apple SD Gothic Neo"/>
                <a:cs typeface="Apple SD Gothic Neo"/>
              </a:defRPr>
            </a:lvl9pPr>
          </a:lstStyle>
          <a:p xmlns:a="http://schemas.openxmlformats.org/drawingml/2006/main">
            <a:pPr algn="l">
              <a:defRPr sz="1800" b="0">
                <a:solidFill>
                  <a:srgbClr val="13151A"/>
                </a:solidFill>
                <a:latin typeface="Apple SD Gothic Neo"/>
                <a:ea typeface="Apple SD Gothic Neo"/>
                <a:cs typeface="Apple SD Gothic Neo"/>
              </a:defRPr>
            </a:pPr>
            <a:r>
              <a:rPr sz="1800" b="0">
                <a:solidFill>
                  <a:srgbClr val="13151A"/>
                </a:solidFill>
                <a:latin typeface="Apple SD Gothic Neo"/>
                <a:ea typeface="Apple SD Gothic Neo"/>
                <a:cs typeface="Apple SD Gothic Neo"/>
              </a:rPr>
              <a:t>작은 Agent에서도 정확도·속도와</a:t>
            </a:r>
          </a:p>
          <a:p xmlns:a="http://schemas.openxmlformats.org/drawingml/2006/main">
            <a:pPr algn="l">
              <a:defRPr sz="1800" b="0">
                <a:solidFill>
                  <a:srgbClr val="13151A"/>
                </a:solidFill>
                <a:latin typeface="Apple SD Gothic Neo"/>
                <a:ea typeface="Apple SD Gothic Neo"/>
                <a:cs typeface="Apple SD Gothic Neo"/>
              </a:defRPr>
            </a:pPr>
            <a:r>
              <a:rPr sz="1800" b="0">
                <a:solidFill>
                  <a:srgbClr val="13151A"/>
                </a:solidFill>
                <a:latin typeface="Apple SD Gothic Neo"/>
                <a:ea typeface="Apple SD Gothic Neo"/>
                <a:cs typeface="Apple SD Gothic Neo"/>
              </a:rPr>
              <a:t>구현 복잡성·확장성을 함께 고려하며</a:t>
            </a:r>
          </a:p>
          <a:p xmlns:a="http://schemas.openxmlformats.org/drawingml/2006/main">
            <a:pPr algn="l">
              <a:defRPr sz="1800" b="0">
                <a:solidFill>
                  <a:srgbClr val="13151A"/>
                </a:solidFill>
                <a:latin typeface="Apple SD Gothic Neo"/>
                <a:ea typeface="Apple SD Gothic Neo"/>
                <a:cs typeface="Apple SD Gothic Neo"/>
              </a:defRPr>
            </a:pPr>
            <a:r>
              <a:rPr sz="1800" b="0">
                <a:solidFill>
                  <a:srgbClr val="13151A"/>
                </a:solidFill>
                <a:latin typeface="Apple SD Gothic Neo"/>
                <a:ea typeface="Apple SD Gothic Neo"/>
                <a:cs typeface="Apple SD Gothic Neo"/>
              </a:rPr>
              <a:t>균형을 잡기 어려웠다</a:t>
            </a:r>
          </a:p>
        </p:txBody>
      </p:sp>
      <p:sp>
        <p:nvSpPr>
          <p:cNvPr id="8" name="">
            <a:extLst xmlns:a="http://schemas.openxmlformats.org/drawingml/2006/main">
              <a:ext uri="{FF2B5EF4-FFF2-40B4-BE49-F238E27FC236}">
                <a16:creationId xmlns:a16="http://schemas.microsoft.com/office/drawing/2014/main" id="{5A0412A6-7930-41E3-8E69-01073A7A37A0}"/>
              </a:ext>
            </a:extLst>
          </p:cNvPr>
          <p:cNvSpPr>
            <a:spLocks xmlns:a="http://schemas.openxmlformats.org/drawingml/2006/main" noGrp="1"/>
          </p:cNvSpPr>
          <p:nvPr/>
        </p:nvSpPr>
        <p:spPr>
          <a:xfrm xmlns:a="http://schemas.openxmlformats.org/drawingml/2006/main">
            <a:off x="6410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향후 개선</a:t>
            </a:r>
          </a:p>
        </p:txBody>
      </p:sp>
      <p:sp>
        <p:nvSpPr>
          <p:cNvPr id="9" name="">
            <a:extLst xmlns:a="http://schemas.openxmlformats.org/drawingml/2006/main">
              <a:ext uri="{FF2B5EF4-FFF2-40B4-BE49-F238E27FC236}">
                <a16:creationId xmlns:a16="http://schemas.microsoft.com/office/drawing/2014/main" id="{51F6C880-7A29-4FB3-9DF5-50FF77E3FE72}"/>
              </a:ext>
            </a:extLst>
          </p:cNvPr>
          <p:cNvSpPr>
            <a:spLocks xmlns:a="http://schemas.openxmlformats.org/drawingml/2006/main" noGrp="1"/>
          </p:cNvSpPr>
          <p:nvPr/>
        </p:nvSpPr>
        <p:spPr>
          <a:xfrm xmlns:a="http://schemas.openxmlformats.org/drawingml/2006/main">
            <a:off x="6410325" y="3857625"/>
            <a:ext cx="50958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독립 평가셋 추가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검증 전 초안 SSE 노출 방지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체크포인트 보관 정책 마련</a:t>
            </a:r>
          </a:p>
        </p:txBody>
      </p:sp>
      <p:sp>
        <p:nvSpPr>
          <p:cNvPr id="10" name="">
            <a:extLst xmlns:a="http://schemas.openxmlformats.org/drawingml/2006/main">
              <a:ext uri="{FF2B5EF4-FFF2-40B4-BE49-F238E27FC236}">
                <a16:creationId xmlns:a16="http://schemas.microsoft.com/office/drawing/2014/main" id="{771E9290-6DCA-4C82-9070-1E39BBDEBD7C}"/>
              </a:ext>
            </a:extLst>
          </p:cNvPr>
          <p:cNvSpPr>
            <a:spLocks xmlns:a="http://schemas.openxmlformats.org/drawingml/2006/main" noGrp="1"/>
          </p:cNvSpPr>
          <p:nvPr/>
        </p:nvSpPr>
        <p:spPr>
          <a:xfrm xmlns:a="http://schemas.openxmlformats.org/drawingml/2006/main">
            <a:off x="695325" y="5934075"/>
            <a:ext cx="10791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LangGraph · MCP · RAG/임베딩 · LangSmith · 의존성 주입 · 모듈화 · 단위 테스트</a:t>
            </a:r>
          </a:p>
        </p:txBody>
      </p:sp>
      <p:sp>
        <p:nvSpPr>
          <p:cNvPr id="11" name="">
            <a:extLst xmlns:a="http://schemas.openxmlformats.org/drawingml/2006/main">
              <a:ext uri="{FF2B5EF4-FFF2-40B4-BE49-F238E27FC236}">
                <a16:creationId xmlns:a16="http://schemas.microsoft.com/office/drawing/2014/main" id="{E9CF84FB-75E0-4D3C-A939-11A2E99ECAA6}"/>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마무리</a:t>
            </a:r>
          </a:p>
        </p:txBody>
      </p:sp>
    </p:spTree>
    <p:extLst>
      <p:ext uri="{BB962C8B-B14F-4D97-AF65-F5344CB8AC3E}">
        <p14:creationId xmlns:p14="http://schemas.microsoft.com/office/powerpoint/2010/main" val="10125089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2026-10-22T05:55:25.3190000Z</dcterms:created>
  <dcterms:modified xsi:type="dcterms:W3CDTF">2026-10-22T05:55:25.3190000Z</dcterms:modified>
</coreProperties>
</file>