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e9484514f54a9e" /><Relationship Type="http://schemas.openxmlformats.org/officeDocument/2006/relationships/extended-properties" Target="/docProps/app.xml" Id="R1086d757b8ff4d92" /><Relationship Type="http://schemas.openxmlformats.org/officeDocument/2006/relationships/officeDocument" Target="/ppt/presentation.xml" Id="R878823cacdb14cf5" /></Relationships>
</file>

<file path=ppt/presentation.xml><?xml version="1.0" encoding="utf-8"?>
<p:presentation xmlns:p="http://schemas.openxmlformats.org/presentationml/2006/main">
  <p:sldMasterIdLst>
    <p:sldMasterId xmlns:r="http://schemas.openxmlformats.org/officeDocument/2006/relationships" id="2147483648" r:id="R29249f667d5a4ff1"/>
  </p:sldMasterIdLst>
  <p:notesMasterIdLst>
    <p:notesMasterId xmlns:r="http://schemas.openxmlformats.org/officeDocument/2006/relationships" r:id="Rb4ce3175a0eb4e0c"/>
  </p:notesMasterIdLst>
  <p:sldIdLst>
    <p:sldId xmlns:r="http://schemas.openxmlformats.org/officeDocument/2006/relationships" id="256" r:id="R1cd0b607cbbb4237"/>
    <p:sldId xmlns:r="http://schemas.openxmlformats.org/officeDocument/2006/relationships" id="257" r:id="R9cd232739b934e24"/>
    <p:sldId xmlns:r="http://schemas.openxmlformats.org/officeDocument/2006/relationships" id="258" r:id="R79beb29918bf43e3"/>
    <p:sldId xmlns:r="http://schemas.openxmlformats.org/officeDocument/2006/relationships" id="259" r:id="Racf0597f36574e4f"/>
    <p:sldId xmlns:r="http://schemas.openxmlformats.org/officeDocument/2006/relationships" id="260" r:id="R3f6ee466c657468e"/>
    <p:sldId xmlns:r="http://schemas.openxmlformats.org/officeDocument/2006/relationships" id="261" r:id="Re6c37052c0bf430a"/>
    <p:sldId xmlns:r="http://schemas.openxmlformats.org/officeDocument/2006/relationships" id="262" r:id="R0fe511d3d9994eb4"/>
    <p:sldId xmlns:r="http://schemas.openxmlformats.org/officeDocument/2006/relationships" id="263" r:id="Rbdced536cb3c44de"/>
    <p:sldId xmlns:r="http://schemas.openxmlformats.org/officeDocument/2006/relationships" id="264" r:id="R3f552c9875714351"/>
    <p:sldId xmlns:r="http://schemas.openxmlformats.org/officeDocument/2006/relationships" id="265" r:id="R4a194aaa5d1b44a5"/>
    <p:sldId xmlns:r="http://schemas.openxmlformats.org/officeDocument/2006/relationships" id="266" r:id="R7f0815a78bb74ed3"/>
    <p:sldId xmlns:r="http://schemas.openxmlformats.org/officeDocument/2006/relationships" id="267" r:id="R737028f62ad74071"/>
    <p:sldId xmlns:r="http://schemas.openxmlformats.org/officeDocument/2006/relationships" id="268" r:id="R73b6cb9271c94ff9"/>
    <p:sldId xmlns:r="http://schemas.openxmlformats.org/officeDocument/2006/relationships" id="269" r:id="R3ae5f86529f04a5a"/>
    <p:sldId xmlns:r="http://schemas.openxmlformats.org/officeDocument/2006/relationships" id="270" r:id="Rd43314da2679485e"/>
    <p:sldId xmlns:r="http://schemas.openxmlformats.org/officeDocument/2006/relationships" id="271" r:id="R1b01ca9306294359"/>
    <p:sldId xmlns:r="http://schemas.openxmlformats.org/officeDocument/2006/relationships" id="272" r:id="Rb5cf832e39864081"/>
    <p:sldId xmlns:r="http://schemas.openxmlformats.org/officeDocument/2006/relationships" id="273" r:id="R2fc37ad5a60b4a0e"/>
    <p:sldId xmlns:r="http://schemas.openxmlformats.org/officeDocument/2006/relationships" id="274" r:id="Re1f719a3bacb4d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fecb8d16894e85" /><Relationship Type="http://schemas.openxmlformats.org/officeDocument/2006/relationships/slideMaster" Target="/ppt/slideMasters/slideMaster1.xml" Id="R29249f667d5a4ff1" /><Relationship Type="http://schemas.openxmlformats.org/officeDocument/2006/relationships/notesMaster" Target="/ppt/notesMasters/notesMaster1.xml" Id="Rb4ce3175a0eb4e0c" /><Relationship Type="http://schemas.openxmlformats.org/officeDocument/2006/relationships/presProps" Target="/ppt/presProps.xml" Id="Rdc2aec9709294573" /><Relationship Type="http://schemas.openxmlformats.org/officeDocument/2006/relationships/tableStyles" Target="/ppt/tableStyles.xml" Id="R1415885b29844fed" /><Relationship Type="http://schemas.openxmlformats.org/officeDocument/2006/relationships/slide" Target="/ppt/slides/slide1.xml" Id="R1cd0b607cbbb4237" /><Relationship Type="http://schemas.openxmlformats.org/officeDocument/2006/relationships/slide" Target="/ppt/slides/slide2.xml" Id="R9cd232739b934e24" /><Relationship Type="http://schemas.openxmlformats.org/officeDocument/2006/relationships/slide" Target="/ppt/slides/slide3.xml" Id="R79beb29918bf43e3" /><Relationship Type="http://schemas.openxmlformats.org/officeDocument/2006/relationships/slide" Target="/ppt/slides/slide4.xml" Id="Racf0597f36574e4f" /><Relationship Type="http://schemas.openxmlformats.org/officeDocument/2006/relationships/slide" Target="/ppt/slides/slide5.xml" Id="R3f6ee466c657468e" /><Relationship Type="http://schemas.openxmlformats.org/officeDocument/2006/relationships/slide" Target="/ppt/slides/slide6.xml" Id="Re6c37052c0bf430a" /><Relationship Type="http://schemas.openxmlformats.org/officeDocument/2006/relationships/slide" Target="/ppt/slides/slide7.xml" Id="R0fe511d3d9994eb4" /><Relationship Type="http://schemas.openxmlformats.org/officeDocument/2006/relationships/slide" Target="/ppt/slides/slide8.xml" Id="Rbdced536cb3c44de" /><Relationship Type="http://schemas.openxmlformats.org/officeDocument/2006/relationships/slide" Target="/ppt/slides/slide9.xml" Id="R3f552c9875714351" /><Relationship Type="http://schemas.openxmlformats.org/officeDocument/2006/relationships/slide" Target="/ppt/slides/slide10.xml" Id="R4a194aaa5d1b44a5" /><Relationship Type="http://schemas.openxmlformats.org/officeDocument/2006/relationships/slide" Target="/ppt/slides/slide11.xml" Id="R7f0815a78bb74ed3" /><Relationship Type="http://schemas.openxmlformats.org/officeDocument/2006/relationships/slide" Target="/ppt/slides/slide12.xml" Id="R737028f62ad74071" /><Relationship Type="http://schemas.openxmlformats.org/officeDocument/2006/relationships/slide" Target="/ppt/slides/slide13.xml" Id="R73b6cb9271c94ff9" /><Relationship Type="http://schemas.openxmlformats.org/officeDocument/2006/relationships/slide" Target="/ppt/slides/slide14.xml" Id="R3ae5f86529f04a5a" /><Relationship Type="http://schemas.openxmlformats.org/officeDocument/2006/relationships/slide" Target="/ppt/slides/slide15.xml" Id="Rd43314da2679485e" /><Relationship Type="http://schemas.openxmlformats.org/officeDocument/2006/relationships/slide" Target="/ppt/slides/slide16.xml" Id="R1b01ca9306294359" /><Relationship Type="http://schemas.openxmlformats.org/officeDocument/2006/relationships/slide" Target="/ppt/slides/slide17.xml" Id="Rb5cf832e39864081" /><Relationship Type="http://schemas.openxmlformats.org/officeDocument/2006/relationships/slide" Target="/ppt/slides/slide18.xml" Id="R2fc37ad5a60b4a0e" /><Relationship Type="http://schemas.openxmlformats.org/officeDocument/2006/relationships/slide" Target="/ppt/slides/slide19.xml" Id="Re1f719a3bacb4d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1cad4c40b541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fc48dfda954336" /><Relationship Type="http://schemas.openxmlformats.org/officeDocument/2006/relationships/notesMaster" Target="/ppt/notesMasters/notesMaster1.xml" Id="Re62b9a8fdd6448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90af36eec84baf" /><Relationship Type="http://schemas.openxmlformats.org/officeDocument/2006/relationships/notesMaster" Target="/ppt/notesMasters/notesMaster1.xml" Id="R0ebe2c677f4841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91189a5f124d18" /><Relationship Type="http://schemas.openxmlformats.org/officeDocument/2006/relationships/notesMaster" Target="/ppt/notesMasters/notesMaster1.xml" Id="Rbed01fc01cc84e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bcc9c32ab34ce8" /><Relationship Type="http://schemas.openxmlformats.org/officeDocument/2006/relationships/notesMaster" Target="/ppt/notesMasters/notesMaster1.xml" Id="R21c23ab5af054c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c5e4f9f3854278" /><Relationship Type="http://schemas.openxmlformats.org/officeDocument/2006/relationships/notesMaster" Target="/ppt/notesMasters/notesMaster1.xml" Id="Rff94844cc95241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8e3838bbd64bbc" /><Relationship Type="http://schemas.openxmlformats.org/officeDocument/2006/relationships/notesMaster" Target="/ppt/notesMasters/notesMaster1.xml" Id="R293d4707701e43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b0508b06cb41eb" /><Relationship Type="http://schemas.openxmlformats.org/officeDocument/2006/relationships/notesMaster" Target="/ppt/notesMasters/notesMaster1.xml" Id="R7ab2660f289d41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31f764956c4e18" /><Relationship Type="http://schemas.openxmlformats.org/officeDocument/2006/relationships/notesMaster" Target="/ppt/notesMasters/notesMaster1.xml" Id="R99ff7eccd02742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541d25de954cd1" /><Relationship Type="http://schemas.openxmlformats.org/officeDocument/2006/relationships/notesMaster" Target="/ppt/notesMasters/notesMaster1.xml" Id="R897ffa42c4f64d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b2e68168cf49ca" /><Relationship Type="http://schemas.openxmlformats.org/officeDocument/2006/relationships/notesMaster" Target="/ppt/notesMasters/notesMaster1.xml" Id="R522f1615835647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715f57e73548cb" /><Relationship Type="http://schemas.openxmlformats.org/officeDocument/2006/relationships/notesMaster" Target="/ppt/notesMasters/notesMaster1.xml" Id="Rdea0472c068443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076d931ed54650" /><Relationship Type="http://schemas.openxmlformats.org/officeDocument/2006/relationships/notesMaster" Target="/ppt/notesMasters/notesMaster1.xml" Id="R85c7cc6a70fb40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e2bea7da904a0a" /><Relationship Type="http://schemas.openxmlformats.org/officeDocument/2006/relationships/notesMaster" Target="/ppt/notesMasters/notesMaster1.xml" Id="Ra08a964872654f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f8757b691e443d" /><Relationship Type="http://schemas.openxmlformats.org/officeDocument/2006/relationships/notesMaster" Target="/ppt/notesMasters/notesMaster1.xml" Id="Rbf2b54f4f4e54d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3a167fa7354437" /><Relationship Type="http://schemas.openxmlformats.org/officeDocument/2006/relationships/notesMaster" Target="/ppt/notesMasters/notesMaster1.xml" Id="Rdeb708b6ef2d41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135369973b4742" /><Relationship Type="http://schemas.openxmlformats.org/officeDocument/2006/relationships/notesMaster" Target="/ppt/notesMasters/notesMaster1.xml" Id="R3eed636f7b434b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026e206558471b" /><Relationship Type="http://schemas.openxmlformats.org/officeDocument/2006/relationships/notesMaster" Target="/ppt/notesMasters/notesMaster1.xml" Id="Rb99723cc6e6349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d70bcca73c4599" /><Relationship Type="http://schemas.openxmlformats.org/officeDocument/2006/relationships/notesMaster" Target="/ppt/notesMasters/notesMaster1.xml" Id="R767127ce3cbd4a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9ac3d4300a463f" /><Relationship Type="http://schemas.openxmlformats.org/officeDocument/2006/relationships/notesMaster" Target="/ppt/notesMasters/notesMaster1.xml" Id="R6fde6e3ad6b14c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세 군데를 구체적으로 개선했습니다. 첫째, 시스템명이 없으면 auth-service로 대체하던 부분을 Registry 검증과 사용자 재질문으로 바꿨습니다. 둘째, 모니터링 키워드로 Runbook 하나만 선택하던 부분을 질문과 알림을 이용한 다중 문서 검색으로 바꿨습니다. 셋째, 길이와 번호만 검사하고 세 번 뒤 강제 통과시키던 답변 검증에 수치·출처 검사와 Judge를 추가했습니다. 왼쪽은 초기 커밋, 오른쪽은 현재 구현의 핵심 경로입니다. 기존에도 MCP Monitoring Tool과 Runbook Resource는 있었습니다.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기존에는 대상이 없으면 auth-service로 대체했습니다. 이제 resolve_target이 monitoring.json의 시스템명·설명을 LLM에 주고 후보를 받습니다. SystemRegistry가 실제 등록된 이름인지 확인한 뒤 resolved, missing, unknown, ambiguous 네 상태 중 하나로 정리합니다. resolved만 plan으로 이동합니다. 대상이 없거나, 미등록 이름이거나, 여러 후보 중 확정하지 못하면 clarify_target으로 가서 질문합니다. 왼쪽 화면은 처음 missing이었다가 사용자가 auth-service라고 답한 사례입니다. 근거: agent/target_nodes.py:12–44, agent/graph.py:220–258, agent/system_registry.py:74–112,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resolved가 아닌 세 상태는 clarify_target으로 갑니다. 서버는 AsyncSqliteSaver를 열어 Graph와 연결했고, 노드의 interrupt()가 실행을 멈추면 현재 상태와 원래 query가 체크포인트에 남습니다. 화면은 clarification 질문과 graph_thread_id를 받습니다. 사용자 답을 보낼 때 서버는 그 ID가 같은 채팅의 실제 중단 상태인지 검사하고, LangGraph 설정의 같은 thread_id로 Command(resume=message)를 전달합니다. 재개된 답은 clarification_answer에 저장되고 다시 resolve_target에서 검증합니다. resolved면 그때 plan으로 가고, 여전히 불명확하면 다시 질문합니다. 앱의 thread_id는 채팅 세션이고 graph_thread_id는 체크포인트 키입니다. 근거: server.py:103–106·157–170, agent/graph.py:220–270, agent/target_nodes.py:12–53, web_chat.html:165–207.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MCP 서버의 Prompt, Tool, Resource는 원래 실습 코드에도 있었습니다. plan은 Prompt가 돌려준 표준 진단 절차를 읽지만 그것만으로 Tool을 실행하지는 않습니다. research의 코드가 동적 조회용 Tool get_monitoring_status를 호출하면 서버가 monitoring.json을 읽고 상태·CPU·메모리·알림을 반환합니다. 정적 문서인 Runbook은 Resource URI로 원문을 읽습니다. 이번 개선은 이 MCP 통로 자체보다 어떤 Runbook을 고르고 원문을 어떻게 보고서에 쓰는지에 집중했습니다.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plan은 resolve_target이 확정한 target_systems만 입력받습니다. MCP Prompt incident_analysis_prompt에서 표준 진단 순서를 읽어 fast_llm.plan에 원래 장애 질문, 절차, 확정된 시스템을 전달합니다. 모델의 JSON을 그대로 실행하지 않고 task_planner.normalize_plan이 등록된 대상마다 research·monitoring·pending task를 하나씩 만듭니다. 예를 들어 payments-service와 gateway-service가 확정되면 모니터링 task 두 개가 생기고 research가 이를 병렬 실행합니다. 모델이 패턴 비교를 제안하면 analysis task도 만들 수 있습니다. needs_analysis=False인데 analysis task가 섞이면 gate가 제거합니다. plan은 MCP Tool을 실행하지 않습니다. 근거: agent/graph.py:51–85, agent/task_planner.py:6–29, agent/openai_llm.py:139–156.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FastAPI가 시작할 때 MCPClient는 ops와 docs 서버에 stdio 세션을 한 번 연결하고 요청마다 재사용합니다. plan은 제공 서버를 찾아 Prompt를 가져와 확정된 시스템별 조사 task를 만듭니다. 이때 Tool을 호출하는 것은 아닙니다. 첫 research가 monitoring task마다 get_monitoring_status Tool을 호출하고 수집 결과를 collected에 저장합니다. replan_check는 질문과 알림을 사용해 Runbook ID를 검색하고 새 task를 추가하는 Graph 내부 단계입니다. 선택된 task가 있으면 같은 research가 다시 실행되어 Resource 원문을 읽습니다. 근거: server.py:69–112, agent/mcp_client.py:44–122, agent/graph.py:51–70·88–195.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MCP Tool get_monitoring_status는 system_name을 입력받아 monitoring.json을 매번 읽고 status, CPU, 메모리, 알림을 반환합니다. plan이 아니라 research가 monitoring task마다 deps.mcp.call_tool을 with_retry로 호출합니다. MCPClient는 연결된 ops 세션의 call_tool로 전달하고 JSON을 반환합니다. 성공 결과만 collected에 저장하고 실패는 task.error로 남깁니다. 시연 화면에서 gateway-service는 재시도 후 모니터링 조회를 마쳤고 payments-service는 실패했습니다. 다음 페이지의 Runbook 원문은 Tool이 아니라 MCP Resource로 읽습니다. 근거: mcp_server.py:33–53, agent/graph.py:117–151, agent/mcp_client.py:70–77, doc/screenshots/partial_failure_progress.jpg.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replan_check에서 RunbookRetriever가 원래 질문과 이미 collected에 담긴 Monitoring 알림을 검색합니다. OpenAI 기본 설정은 제목 벡터와 질문·각 알림의 코사인 유사도를 비교하고 최대 세 문서 ID를 선택합니다. 임베딩 설정이 없으면 같은 검색기에서 LLM 문서 랭킹을 사용합니다. 검색 결과가 있으면 ID별 runbook research task를 추가하므로 is_sufficient=False가 되어 research로 돌아갑니다. research는 MCP Resource에서 선택한 ID의 마크다운 원문을 읽어 collected에 저장합니다. 두 번째 replan_check는 다시 검색하지 않고 조사 루프를 끝냅니다. 문서를 못 찾거나 검색 오류가 나면 두 번째 research를 건너뛰고 결과 한계를 남깁니다. write는 받은 원문을 보고서 권장 조치의 근거로 사용합니다. 근거: agent/graph.py:112–195, agent/runbook_retrieval.py:38–137,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첫 실행 뒤 replan_check는 Monitoring 조회의 성공·실패를 포함한 현재 상태를 봅니다. 그러나 성공 수치가 충분한지 품질 심사를 하는 노드는 아닙니다. 성공한 조회는 collected에 남고 실패 task에는 error가 남습니다. 첫 replan_check는 원래 질문과 성공한 Monitoring 알림으로 RunbookRetriever.search를 한 번 호출합니다. 관련 문서가 하나 이상 나오면 문서별 research·runbook·pending task를 추가하고 is_sufficient=False로 같은 research에 되돌립니다. 문서가 없거나 검색 오류라면 새 task가 없으므로 is_sufficient=True로 analysis로 이동합니다. Resource 조회 후 두 번째 replan_check는 rounds&gt;=1 조건으로 더 검색하지 않고 is_sufficient=True로 analysis에 보냅니다. Resource 실패도 자동 재시도가 아니라 실패 기록으로 남습니다. 여기서 sufficient는 추가 Runbook 조사 task가 없다는 의미이고 보고서 품질의 합격 판정은 validate의 책임입니다. 근거: agent/graph.py:130–195, 227–231.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write는 collected의 Monitoring 결과와 Runbook 원문, 실패 기록으로 확인된 사실·원인 추정·권장 조치·진단 한계를 쓴다. validate의 코드 검사는 시스템명, 근거 없는 수치, 사용한 Runbook 출처, 실패 고지를 살핀다. 같은 quality_llm에 별도 Judge 호출을 보내 의미상 근거 적합성도 검토한다. 불합격이면 피드백을 넣어 write를 최대 세 번 시도한다. 마지막에도 실패하면 finalize가 미검증 초안 대신 확인 가능한 사실과 진단 한계를 반환한다. 시연 화면은 첫 초안 반려, 두 번째 합격을 보여준다. Judge는 작성과 역할·호출이 분리됐지만 완전히 다른 모델은 아니다. 근거: agent/report_nodes.py:12–55, agent/answer_validation.py:11–83,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실패 주입 시연에서 payments-service Monitoring만 실패했습니다. gateway-service의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build_graph는 노드를 등록하고 다음 노드로 갈 조건을 연결합니다. route가 일반 대화로 판단하면 chat_answer로 끝나고, 장애라면 resolve_target을 거칩니다. resolved 뒤 plan은 시스템별 Monitoring task를 만들고 gate는 필요 없는 분석 task를 제거합니다. 첫 research는 MCP Tool, 첫 replan_check는 Runbook 검색입니다. 문서 task가 생긴 때만 같은 research가 두 번째로 실행돼 MCP Resource 원문을 읽습니다. 두 번째 replan_check의 is_sufficient는 추가 Runbook task가 없다는 뜻이지 답변 완성이라는 뜻이 아닙니다. analysis는 남은 분석 task가 있을 때만 수행하고, 이후 write·validate·finalize로 갑니다. 역할별 코드는 target_nodes, runbook_retrieval, report_nodes로 분리했습니다. 근거: agent/graph.py:51–270, agent/task_planner.py:6–28.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시연용 고정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aab269aa5e42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ca38e68ac44e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6d0292f8c545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337cc3788043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e5ecd3a00e46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2eafbe5ba34c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F80B86-BAE8-4BC1-A04F-6CDCFB810D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136C75-8ACF-4FB0-B37C-D15EFB9A92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8A1B27-78F1-4C57-88F7-5469E35901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50F8E9-0905-4A26-9A4D-9EC156A578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A67861-DB99-4ED6-A8DE-934CF2E105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7D422D-61D1-4FE8-AB29-545FE1C8D3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2E933D-A950-4D12-A09C-DAC8BC19AE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0919C1-4E5D-4391-881C-86AF2DFE39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EC5A3A-253F-49FF-AC66-A9D3CCBEE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1FF51B-72BA-48ED-AA5F-91B346C599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e2d74df6554093" /><Relationship Type="http://schemas.openxmlformats.org/officeDocument/2006/relationships/slideLayout" Target="/ppt/slideLayouts/slideLayout1.xml" Id="R75ae31a56bd24596" /><Relationship Type="http://schemas.openxmlformats.org/officeDocument/2006/relationships/slideLayout" Target="/ppt/slideLayouts/slideLayout2.xml" Id="R8f6981ef7d514e66" /><Relationship Type="http://schemas.openxmlformats.org/officeDocument/2006/relationships/slideLayout" Target="/ppt/slideLayouts/slideLayout3.xml" Id="R6d8bca4e7fd04f1e" /><Relationship Type="http://schemas.openxmlformats.org/officeDocument/2006/relationships/slideLayout" Target="/ppt/slideLayouts/slideLayout4.xml" Id="Rf05829a58b114fac" /><Relationship Type="http://schemas.openxmlformats.org/officeDocument/2006/relationships/slideLayout" Target="/ppt/slideLayouts/slideLayout5.xml" Id="R213f7ff2bc5d46ad" /><Relationship Type="http://schemas.openxmlformats.org/officeDocument/2006/relationships/slideLayout" Target="/ppt/slideLayouts/slideLayout6.xml" Id="Rd9dfb26978a949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ae31a56bd24596"/>
    <p:sldLayoutId xmlns:r="http://schemas.openxmlformats.org/officeDocument/2006/relationships" id="2147483650" r:id="R8f6981ef7d514e66"/>
    <p:sldLayoutId xmlns:r="http://schemas.openxmlformats.org/officeDocument/2006/relationships" id="2147483651" r:id="R6d8bca4e7fd04f1e"/>
    <p:sldLayoutId xmlns:r="http://schemas.openxmlformats.org/officeDocument/2006/relationships" id="2147483652" r:id="Rf05829a58b114fac"/>
    <p:sldLayoutId xmlns:r="http://schemas.openxmlformats.org/officeDocument/2006/relationships" id="2147483653" r:id="R213f7ff2bc5d46ad"/>
    <p:sldLayoutId xmlns:r="http://schemas.openxmlformats.org/officeDocument/2006/relationships" id="2147483654" r:id="Rd9dfb26978a949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b8008cee474dc5" /><Relationship Type="http://schemas.openxmlformats.org/officeDocument/2006/relationships/notesSlide" Target="/ppt/notesSlides/notesSlide1.xml" Id="R40fab39b0b4f4e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d02dcd74d2441f" /><Relationship Type="http://schemas.openxmlformats.org/officeDocument/2006/relationships/notesSlide" Target="/ppt/notesSlides/notesSlide2.xml" Id="Rfe6653d1131f45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e92a21c224488c" /><Relationship Type="http://schemas.openxmlformats.org/officeDocument/2006/relationships/notesSlide" Target="/ppt/notesSlides/notesSlide3.xml" Id="Rdd4732ff5e4a4d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8940d38aec4f81" /><Relationship Type="http://schemas.openxmlformats.org/officeDocument/2006/relationships/image" Target="/ppt/media/image.jpeg" Id="Rd12076a27cb44014" /><Relationship Type="http://schemas.openxmlformats.org/officeDocument/2006/relationships/notesSlide" Target="/ppt/notesSlides/notesSlide4.xml" Id="R2a5b12106a0048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5f172a550344e0" /><Relationship Type="http://schemas.openxmlformats.org/officeDocument/2006/relationships/notesSlide" Target="/ppt/notesSlides/notesSlide5.xml" Id="R86f80ecf0c3c4d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d1bf5e285e46d1" /><Relationship Type="http://schemas.openxmlformats.org/officeDocument/2006/relationships/notesSlide" Target="/ppt/notesSlides/notesSlide6.xml" Id="Reb88a7e3e7b440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79e744f8a64b18" /><Relationship Type="http://schemas.openxmlformats.org/officeDocument/2006/relationships/notesSlide" Target="/ppt/notesSlides/notesSlide7.xml" Id="R674dc768488d49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b89be3d8fa440b" /><Relationship Type="http://schemas.openxmlformats.org/officeDocument/2006/relationships/notesSlide" Target="/ppt/notesSlides/notesSlide8.xml" Id="R72d17e63c0e34e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d3015720424a39" /><Relationship Type="http://schemas.openxmlformats.org/officeDocument/2006/relationships/image" Target="/ppt/media/image2.jpeg" Id="R4bab27ab6f194733" /><Relationship Type="http://schemas.openxmlformats.org/officeDocument/2006/relationships/notesSlide" Target="/ppt/notesSlides/notesSlide9.xml" Id="R1cdd8161952b48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ef2de636134c93" /><Relationship Type="http://schemas.openxmlformats.org/officeDocument/2006/relationships/notesSlide" Target="/ppt/notesSlides/notesSlide10.xml" Id="Rb190ae9e83de4c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d65443dc534169" /><Relationship Type="http://schemas.openxmlformats.org/officeDocument/2006/relationships/notesSlide" Target="/ppt/notesSlides/notesSlide11.xml" Id="R315e82bf51b746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d5babc2b9a473f" /><Relationship Type="http://schemas.openxmlformats.org/officeDocument/2006/relationships/notesSlide" Target="/ppt/notesSlides/notesSlide12.xml" Id="R188ff8a4b69444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9cbc7d4ba84e6c" /><Relationship Type="http://schemas.openxmlformats.org/officeDocument/2006/relationships/notesSlide" Target="/ppt/notesSlides/notesSlide13.xml" Id="R86e49d958edb41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55dfcc6d034634" /><Relationship Type="http://schemas.openxmlformats.org/officeDocument/2006/relationships/image" Target="/ppt/media/image3.jpeg" Id="Rec000648b9bd4ddc" /><Relationship Type="http://schemas.openxmlformats.org/officeDocument/2006/relationships/notesSlide" Target="/ppt/notesSlides/notesSlide14.xml" Id="Ra5798e34f3a849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d67a76bbe044a7" /><Relationship Type="http://schemas.openxmlformats.org/officeDocument/2006/relationships/image" Target="/ppt/media/image4.jpeg" Id="R3a1af13bc13f4a2e" /><Relationship Type="http://schemas.openxmlformats.org/officeDocument/2006/relationships/notesSlide" Target="/ppt/notesSlides/notesSlide15.xml" Id="R918862f8ee9843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d98edc8ac34e1d" /><Relationship Type="http://schemas.openxmlformats.org/officeDocument/2006/relationships/notesSlide" Target="/ppt/notesSlides/notesSlide16.xml" Id="R97145251614a4d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949c70c30e14309" /><Relationship Type="http://schemas.openxmlformats.org/officeDocument/2006/relationships/image" Target="/ppt/media/image5.jpeg" Id="R59e6536de2774021" /><Relationship Type="http://schemas.openxmlformats.org/officeDocument/2006/relationships/notesSlide" Target="/ppt/notesSlides/notesSlide17.xml" Id="R66267689063c40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c0cf3c971854bd8" /><Relationship Type="http://schemas.openxmlformats.org/officeDocument/2006/relationships/image" Target="/ppt/media/image6.jpeg" Id="Rba642f61cf124e7c" /><Relationship Type="http://schemas.openxmlformats.org/officeDocument/2006/relationships/notesSlide" Target="/ppt/notesSlides/notesSlide18.xml" Id="Rb2bf2008b4424a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a3836ad2c74773" /><Relationship Type="http://schemas.openxmlformats.org/officeDocument/2006/relationships/notesSlide" Target="/ppt/notesSlides/notesSlide19.xml" Id="R8bac0700b0334fd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DE1437-17FB-47A2-ABE3-9D7B131B2CFA}"/>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B4FE6B9F-DA93-4BA2-AF63-C832E5E5720D}"/>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6292115F-311B-4F69-B076-61BB7FA1C467}"/>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50721B8A-5C73-42D1-8765-3B084C4C6038}"/>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9664018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A849E09-23C9-4272-8EF7-39C7FC584C4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2179A6A0-A7E5-4D7E-A2EF-1155E58FA2A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B05F3BD2-72D5-4CCB-ADA2-2218D751D170}"/>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CFFC6155-DE8E-4DCB-BA40-02C7961210DB}"/>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BFFB0856-F599-4AC1-8F43-68410D7F631A}"/>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E7A629D6-CF78-4ACB-8D75-670493CF4AF3}"/>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CD7B12E6-F246-47EE-AFC4-7E917EE39D0D}"/>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1408E4A0-58D9-4578-8956-8AC94D7AA3F9}"/>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1EB7EB49-E487-49DF-A54C-E2B7F6669E38}"/>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8569336E-0E6C-48CE-B5DB-730CA1EC9C52}"/>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65CA4EB9-55DE-4F2C-B7FF-B972A19CA901}"/>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9F590DF5-6506-4A77-8417-1567E838E697}"/>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49E4591C-1C88-4716-BC34-FD41E9ADAC2D}"/>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2C14E66E-5D83-4C60-B8ED-5FFD841624B2}"/>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87DF504C-D082-4FEC-AE10-A1C64997AE24}"/>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C872E5D5-E52E-4691-A11F-CF686C20EB12}"/>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D65C9CF6-34A1-4C18-A514-BD5D7FE0D6FA}"/>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C1583760-13BA-4B8F-9D76-A7B1A166FCFA}"/>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20123006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8E9A59D-885E-490F-BFB6-DBE228C90CC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504B7A03-41C5-49AA-B025-A1C24F9EC3A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F335CC1E-6628-44B5-B0F3-402C95081814}"/>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DFBBF53F-4B6F-40D0-8FBF-F1545CABCBF5}"/>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62C2001C-E825-4154-9AF1-BECDDFDF779D}"/>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0669E4D4-D62D-445D-915D-69210251DADC}"/>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F4347D88-7AD9-4395-87CC-748D14387FF6}"/>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FDB1A2F2-09C6-437D-82E1-B78AAC77A9F8}"/>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7C458CC1-6CD8-420E-8BB2-8C27BB16C9F0}"/>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14902EB8-90D5-429E-913E-64A236AFD17B}"/>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C5CB866B-0C00-49F2-A55E-6447A02B6EA7}"/>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67ABB54B-ED3B-46F8-BD71-12B748B561F8}"/>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E98567AA-2B42-4276-8D1E-0C77713D18C4}"/>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F0D37421-5181-4BE8-9CBD-7545B7594B2E}"/>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93AD42C8-9833-48D0-9672-3E57736BE99A}"/>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C53135A5-D402-49B5-85BB-39963FFD77DA}"/>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D243AFD4-803B-45A0-AFE9-BCD7C0DD5B58}"/>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F8D24471-8E04-428E-BAB9-51E7F27FDC5E}"/>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6D3935B8-6BF9-4AC5-AE6F-6FA797819EC9}"/>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9D555DC2-CCFA-431A-970F-05A136115C0C}"/>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331314E5-3A26-4B4C-ADCD-FC50117EF73A}"/>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C89D420D-EA2F-417C-8BB0-A7572E851CB7}"/>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7FBF983D-FEF0-4E67-83D3-CB2AE01AC702}"/>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82CC4F30-EA12-404A-8ECD-DA49AA44A1D3}"/>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028A72B1-782B-44AC-AA3A-C71AAD65D324}"/>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DEB02B4C-BB5A-426A-8B15-4E1BC8AFD76C}"/>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45153A1D-A2AC-4CF8-B4E5-CB4A5A71E1EF}"/>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7E62A187-1ACA-41C3-ACA7-6335FBFFF7DF}"/>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29263F67-D8A8-4A04-8797-8B1343B43C80}"/>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C120DEE8-A40A-413D-A4E7-101763435583}"/>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BB3A9F90-B21A-4B40-9D1A-EB00D41266D7}"/>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A5162583-38E7-4BC3-A19A-1728D5F838E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4948997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39D68A5-0123-4F91-A239-67BEC3B7166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04FDA69C-ED4E-48FB-ABF0-EA036103240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3C0B49F1-E029-4D7D-B313-1302F2B4CC75}"/>
              </a:ext>
            </a:extLst>
          </p:cNvPr>
          <p:cNvPicPr>
            <a:picLocks xmlns:a="http://schemas.openxmlformats.org/drawingml/2006/main" noChangeAspect="1"/>
          </p:cNvPicPr>
          <p:nvPr/>
        </p:nvPicPr>
        <p:blipFill>
          <a:blip xmlns:r="http://schemas.openxmlformats.org/officeDocument/2006/relationships" xmlns:a="http://schemas.openxmlformats.org/drawingml/2006/main" r:embed="Rd12076a27cb44014"/>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ABF2418-60F9-4A60-AFA9-1587B67BA796}"/>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8DAC4F5C-0D84-4D27-AA25-21C3E05DB888}"/>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C0C88E31-0278-4668-9F87-1DAF36223FCC}"/>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LLM 후보를 Registry로 검증</a:t>
            </a:r>
          </a:p>
        </p:txBody>
      </p:sp>
      <p:sp>
        <p:nvSpPr>
          <p:cNvPr id="7" name="">
            <a:extLst xmlns:a="http://schemas.openxmlformats.org/drawingml/2006/main">
              <a:ext uri="{FF2B5EF4-FFF2-40B4-BE49-F238E27FC236}">
                <a16:creationId xmlns:a16="http://schemas.microsoft.com/office/drawing/2014/main" id="{98966FA0-BB40-4DE2-8FB3-F9AB30A10C96}"/>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D2D53FEB-B32A-4121-AAF1-1F6A60DE005E}"/>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F2A1B85A-71CF-4E13-A908-DC501F918C80}"/>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8F8722D2-B7F1-4263-95A1-1BDEB0D4472B}"/>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2FD6F28C-8BFD-48D9-B4BA-9CE99F090930}"/>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FCADB8CD-20D3-4601-9B7A-3002CC371EF3}"/>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69AED298-5F92-4801-87F4-BDC83D03F376}"/>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3C5C8566-8A12-4CF2-AC0A-3222810950F5}"/>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FAE0CB8F-B5EA-4256-8627-70AC06E79795}"/>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4FA2A6B4-BAC1-4B2C-9955-9053C129BED3}"/>
              </a:ext>
            </a:extLst>
          </p:cNvPr>
          <p:cNvSpPr>
            <a:spLocks xmlns:a="http://schemas.openxmlformats.org/drawingml/2006/main" noGrp="1"/>
          </p:cNvSpPr>
          <p:nvPr/>
        </p:nvSpPr>
        <p:spPr>
          <a:xfrm xmlns:a="http://schemas.openxmlformats.org/drawingml/2006/main">
            <a:off x="5810250" y="5715000"/>
            <a:ext cx="561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답변도 Registry로 다시 확인한 뒤 plan 진행</a:t>
            </a:r>
          </a:p>
        </p:txBody>
      </p:sp>
      <p:sp>
        <p:nvSpPr>
          <p:cNvPr id="17" name="">
            <a:extLst xmlns:a="http://schemas.openxmlformats.org/drawingml/2006/main">
              <a:ext uri="{FF2B5EF4-FFF2-40B4-BE49-F238E27FC236}">
                <a16:creationId xmlns:a16="http://schemas.microsoft.com/office/drawing/2014/main" id="{8335FA92-E0D3-4A0F-8F45-48B861164E2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284108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A862D92-D9FE-47F8-A501-01FC204FB17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36EAD392-714B-483C-9339-1125FBD161F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DF7D02BD-C50C-4E8A-9CBD-4F635A790DDD}"/>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5084C52C-5C82-450C-A1C4-87E90E6014D4}"/>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CDE38B32-216C-445F-87C4-CB0917A7DA7B}"/>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6BF7AF70-BD94-4912-9DD3-83018A6E1B32}"/>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FFA92C56-9A2A-499B-8026-68B096D35DC8}"/>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54F56710-6E5C-4DE2-BCAC-73F8D28F1DAF}"/>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244E2548-3D4F-4D13-9DF1-2C6479DACF81}"/>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8250D3BA-07B7-48BD-9DDD-580DC41AA024}"/>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281E692D-B961-4F21-A374-C42F423C992B}"/>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2753AB87-A12A-4E15-9019-3247225CC0E8}"/>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35739181-32F1-4B8D-A4E9-4CBD407A1854}"/>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8F76308D-A1C2-41FB-B0E4-DC7C849EEECE}"/>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1ED65E33-4811-41F4-87C8-BD98631A9A1D}"/>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6DA492D5-EA87-4A75-8C5A-068959801453}"/>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F5AA8F78-4ECB-49AD-9FC3-660BCB26DACC}"/>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7D561DAE-04C4-4C65-B9A4-3B170D5C0DD7}"/>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452E55D7-DDEC-406D-927A-45F0120591EF}"/>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5EDC91DF-BF58-444F-A29B-58017086EE7E}"/>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23A5C2E0-83B5-4B65-B3EF-93B6464FE74F}"/>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C3802B85-F06A-4E82-831C-CDB54BBACCE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8519192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5BFB98B-159E-4D90-8E5F-50A166FE704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88520E4F-2453-43FC-9317-D11265DF81A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169F466A-7D7D-45C5-B947-12966780CCBE}"/>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552C0371-94FE-4DD8-B34B-8A755A3542EB}"/>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3BA0EF26-E32F-422D-8F3E-7FCE02687398}"/>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5920C755-8265-4CBD-BA4B-3D6C99553DC7}"/>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31BD3993-E747-4D66-AD7D-2158D5353AE7}"/>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0A541CFE-049B-4E6D-B05B-C4555D77E8E8}"/>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58CC3088-19F1-4F15-A4E1-A0922A00988A}"/>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329AFE3F-AA70-413C-9021-B7959BB5B029}"/>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9DEA0425-DF7F-4C7A-A2CE-D58FDAAD5E6A}"/>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13320CD7-FD3A-46D9-A1A1-2AD60506D21A}"/>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35DE69A2-478E-4785-9BB2-06BC75560A57}"/>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B58CC438-D47E-4648-9C5F-00C121492CBE}"/>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0967B487-C5F4-4A4C-85C9-0CCACAB44649}"/>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8A16D755-516D-45D9-ABBD-F385043408C8}"/>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A91EBEAA-5C57-403E-A582-2F4A803A0A4E}"/>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AEF358E2-ED9C-4215-AB75-7BEEEA481E59}"/>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FD277816-1876-4DF6-A549-7519CD8F7D6B}"/>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4AFD2066-341B-4807-B842-95A0FC1291D3}"/>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4611CFE5-FEC2-4135-B2B1-9CD36A48E2A5}"/>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AEDC9C31-F6EA-4C6A-9C0B-4318B731D59F}"/>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구성 재사용 · Runbook 선택은 replan_check에서 개선</a:t>
            </a:r>
          </a:p>
        </p:txBody>
      </p:sp>
      <p:sp>
        <p:nvSpPr>
          <p:cNvPr id="23" name="">
            <a:extLst xmlns:a="http://schemas.openxmlformats.org/drawingml/2006/main">
              <a:ext uri="{FF2B5EF4-FFF2-40B4-BE49-F238E27FC236}">
                <a16:creationId xmlns:a16="http://schemas.microsoft.com/office/drawing/2014/main" id="{9A3C2E80-9FF1-46DC-B404-C233018A922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883107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B1A6D23-190E-4285-B944-624A1493B48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plan은 어떤 task를 만들어 research에 넘길까?</a:t>
            </a:r>
          </a:p>
        </p:txBody>
      </p:sp>
      <p:sp>
        <p:nvSpPr>
          <p:cNvPr id="2" name="">
            <a:extLst xmlns:a="http://schemas.openxmlformats.org/drawingml/2006/main">
              <a:ext uri="{FF2B5EF4-FFF2-40B4-BE49-F238E27FC236}">
                <a16:creationId xmlns:a16="http://schemas.microsoft.com/office/drawing/2014/main" id="{975A5E85-8A6C-4B3A-8A9A-F14E4DE6126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66B14D54-69CB-4743-8EED-10B1021A2135}"/>
              </a:ext>
            </a:extLst>
          </p:cNvPr>
          <p:cNvSpPr>
            <a:spLocks xmlns:a="http://schemas.openxmlformats.org/drawingml/2006/main" noGrp="1"/>
          </p:cNvSpPr>
          <p:nvPr/>
        </p:nvSpPr>
        <p:spPr>
          <a:xfrm xmlns:a="http://schemas.openxmlformats.org/drawingml/2006/main">
            <a:off x="666750" y="1438275"/>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plan · agent/graph.py:52–71</a:t>
            </a:r>
          </a:p>
        </p:txBody>
      </p:sp>
      <p:sp>
        <p:nvSpPr>
          <p:cNvPr id="4" name="">
            <a:extLst xmlns:a="http://schemas.openxmlformats.org/drawingml/2006/main">
              <a:ext uri="{FF2B5EF4-FFF2-40B4-BE49-F238E27FC236}">
                <a16:creationId xmlns:a16="http://schemas.microsoft.com/office/drawing/2014/main" id="{9B49FB7D-4AB9-46BF-B475-AB87072D80CA}"/>
              </a:ext>
            </a:extLst>
          </p:cNvPr>
          <p:cNvSpPr>
            <a:spLocks xmlns:a="http://schemas.openxmlformats.org/drawingml/2006/main" noGrp="1"/>
          </p:cNvSpPr>
          <p:nvPr/>
        </p:nvSpPr>
        <p:spPr>
          <a:xfrm xmlns:a="http://schemas.openxmlformats.org/drawingml/2006/main">
            <a:off x="666750" y="18383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48F55AB3-AEFF-4D2F-B0CC-CEAC79372B7E}"/>
              </a:ext>
            </a:extLst>
          </p:cNvPr>
          <p:cNvSpPr>
            <a:spLocks xmlns:a="http://schemas.openxmlformats.org/drawingml/2006/main" noGrp="1"/>
          </p:cNvSpPr>
          <p:nvPr/>
        </p:nvSpPr>
        <p:spPr>
          <a:xfrm xmlns:a="http://schemas.openxmlformats.org/drawingml/2006/main">
            <a:off x="666750" y="21907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C72B347C-E222-45B2-B419-665891D1C9CC}"/>
              </a:ext>
            </a:extLst>
          </p:cNvPr>
          <p:cNvSpPr>
            <a:spLocks xmlns:a="http://schemas.openxmlformats.org/drawingml/2006/main" noGrp="1"/>
          </p:cNvSpPr>
          <p:nvPr/>
        </p:nvSpPr>
        <p:spPr>
          <a:xfrm xmlns:a="http://schemas.openxmlformats.org/drawingml/2006/main">
            <a:off x="666750" y="254317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"incident_analysis_prompt", ...)</a:t>
            </a:r>
          </a:p>
        </p:txBody>
      </p:sp>
      <p:sp>
        <p:nvSpPr>
          <p:cNvPr id="7" name="">
            <a:extLst xmlns:a="http://schemas.openxmlformats.org/drawingml/2006/main">
              <a:ext uri="{FF2B5EF4-FFF2-40B4-BE49-F238E27FC236}">
                <a16:creationId xmlns:a16="http://schemas.microsoft.com/office/drawing/2014/main" id="{8D838584-A89F-490D-8C2B-187ABEB52424}"/>
              </a:ext>
            </a:extLst>
          </p:cNvPr>
          <p:cNvSpPr>
            <a:spLocks xmlns:a="http://schemas.openxmlformats.org/drawingml/2006/main" noGrp="1"/>
          </p:cNvSpPr>
          <p:nvPr/>
        </p:nvSpPr>
        <p:spPr>
          <a:xfrm xmlns:a="http://schemas.openxmlformats.org/drawingml/2006/main">
            <a:off x="666750" y="289560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8" name="">
            <a:extLst xmlns:a="http://schemas.openxmlformats.org/drawingml/2006/main">
              <a:ext uri="{FF2B5EF4-FFF2-40B4-BE49-F238E27FC236}">
                <a16:creationId xmlns:a16="http://schemas.microsoft.com/office/drawing/2014/main" id="{041CC7CC-CE4F-4C69-B7D9-0A2FC4226FB4}"/>
              </a:ext>
            </a:extLst>
          </p:cNvPr>
          <p:cNvSpPr>
            <a:spLocks xmlns:a="http://schemas.openxmlformats.org/drawingml/2006/main" noGrp="1"/>
          </p:cNvSpPr>
          <p:nvPr/>
        </p:nvSpPr>
        <p:spPr>
          <a:xfrm xmlns:a="http://schemas.openxmlformats.org/drawingml/2006/main">
            <a:off x="666750" y="32480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9" name="">
            <a:extLst xmlns:a="http://schemas.openxmlformats.org/drawingml/2006/main">
              <a:ext uri="{FF2B5EF4-FFF2-40B4-BE49-F238E27FC236}">
                <a16:creationId xmlns:a16="http://schemas.microsoft.com/office/drawing/2014/main" id="{B7C2EF44-1918-43A2-98C6-55318397ED06}"/>
              </a:ext>
            </a:extLst>
          </p:cNvPr>
          <p:cNvSpPr>
            <a:spLocks xmlns:a="http://schemas.openxmlformats.org/drawingml/2006/main" noGrp="1"/>
          </p:cNvSpPr>
          <p:nvPr/>
        </p:nvSpPr>
        <p:spPr>
          <a:xfrm xmlns:a="http://schemas.openxmlformats.org/drawingml/2006/main">
            <a:off x="666750" y="36004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{"tasks": result["tasks"], ...}</a:t>
            </a:r>
          </a:p>
        </p:txBody>
      </p:sp>
      <p:sp>
        <p:nvSpPr>
          <p:cNvPr id="10" name="">
            <a:extLst xmlns:a="http://schemas.openxmlformats.org/drawingml/2006/main">
              <a:ext uri="{FF2B5EF4-FFF2-40B4-BE49-F238E27FC236}">
                <a16:creationId xmlns:a16="http://schemas.microsoft.com/office/drawing/2014/main" id="{9C5473C0-549C-49BC-AAEC-3F541308341A}"/>
              </a:ext>
            </a:extLst>
          </p:cNvPr>
          <p:cNvSpPr>
            <a:spLocks xmlns:a="http://schemas.openxmlformats.org/drawingml/2006/main" noGrp="1"/>
          </p:cNvSpPr>
          <p:nvPr/>
        </p:nvSpPr>
        <p:spPr>
          <a:xfrm xmlns:a="http://schemas.openxmlformats.org/drawingml/2006/main">
            <a:off x="6419850" y="1438275"/>
            <a:ext cx="519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정규화 · agent/task_planner.py:12–28</a:t>
            </a:r>
          </a:p>
        </p:txBody>
      </p:sp>
      <p:sp>
        <p:nvSpPr>
          <p:cNvPr id="11" name="">
            <a:extLst xmlns:a="http://schemas.openxmlformats.org/drawingml/2006/main">
              <a:ext uri="{FF2B5EF4-FFF2-40B4-BE49-F238E27FC236}">
                <a16:creationId xmlns:a16="http://schemas.microsoft.com/office/drawing/2014/main" id="{A116EF06-1E9E-40CD-92D1-CD4F5E6FF470}"/>
              </a:ext>
            </a:extLst>
          </p:cNvPr>
          <p:cNvSpPr>
            <a:spLocks xmlns:a="http://schemas.openxmlformats.org/drawingml/2006/main" noGrp="1"/>
          </p:cNvSpPr>
          <p:nvPr/>
        </p:nvSpPr>
        <p:spPr>
          <a:xfrm xmlns:a="http://schemas.openxmlformats.org/drawingml/2006/main">
            <a:off x="6419850" y="1838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tasks = [</a:t>
            </a:r>
          </a:p>
        </p:txBody>
      </p:sp>
      <p:sp>
        <p:nvSpPr>
          <p:cNvPr id="12" name="">
            <a:extLst xmlns:a="http://schemas.openxmlformats.org/drawingml/2006/main">
              <a:ext uri="{FF2B5EF4-FFF2-40B4-BE49-F238E27FC236}">
                <a16:creationId xmlns:a16="http://schemas.microsoft.com/office/drawing/2014/main" id="{70C381D1-A15B-466B-873F-BCF8EC076458}"/>
              </a:ext>
            </a:extLst>
          </p:cNvPr>
          <p:cNvSpPr>
            <a:spLocks xmlns:a="http://schemas.openxmlformats.org/drawingml/2006/main" noGrp="1"/>
          </p:cNvSpPr>
          <p:nvPr/>
        </p:nvSpPr>
        <p:spPr>
          <a:xfrm xmlns:a="http://schemas.openxmlformats.org/drawingml/2006/main">
            <a:off x="6419850" y="2143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{"id": f"task-{index}", "agent": "research",</a:t>
            </a:r>
          </a:p>
        </p:txBody>
      </p:sp>
      <p:sp>
        <p:nvSpPr>
          <p:cNvPr id="13" name="">
            <a:extLst xmlns:a="http://schemas.openxmlformats.org/drawingml/2006/main">
              <a:ext uri="{FF2B5EF4-FFF2-40B4-BE49-F238E27FC236}">
                <a16:creationId xmlns:a16="http://schemas.microsoft.com/office/drawing/2014/main" id="{367D294A-894D-4EBE-A8DE-81599CD3D721}"/>
              </a:ext>
            </a:extLst>
          </p:cNvPr>
          <p:cNvSpPr>
            <a:spLocks xmlns:a="http://schemas.openxmlformats.org/drawingml/2006/main" noGrp="1"/>
          </p:cNvSpPr>
          <p:nvPr/>
        </p:nvSpPr>
        <p:spPr>
          <a:xfrm xmlns:a="http://schemas.openxmlformats.org/drawingml/2006/main">
            <a:off x="6419850" y="2447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"kind": "monitoring", "target": target,</a:t>
            </a:r>
          </a:p>
        </p:txBody>
      </p:sp>
      <p:sp>
        <p:nvSpPr>
          <p:cNvPr id="14" name="">
            <a:extLst xmlns:a="http://schemas.openxmlformats.org/drawingml/2006/main">
              <a:ext uri="{FF2B5EF4-FFF2-40B4-BE49-F238E27FC236}">
                <a16:creationId xmlns:a16="http://schemas.microsoft.com/office/drawing/2014/main" id="{CF501A29-4AB8-48DA-9920-98784E4BBA5C}"/>
              </a:ext>
            </a:extLst>
          </p:cNvPr>
          <p:cNvSpPr>
            <a:spLocks xmlns:a="http://schemas.openxmlformats.org/drawingml/2006/main" noGrp="1"/>
          </p:cNvSpPr>
          <p:nvPr/>
        </p:nvSpPr>
        <p:spPr>
          <a:xfrm xmlns:a="http://schemas.openxmlformats.org/drawingml/2006/main">
            <a:off x="6419850" y="27527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"status": "pending"}</a:t>
            </a:r>
          </a:p>
        </p:txBody>
      </p:sp>
      <p:sp>
        <p:nvSpPr>
          <p:cNvPr id="15" name="">
            <a:extLst xmlns:a="http://schemas.openxmlformats.org/drawingml/2006/main">
              <a:ext uri="{FF2B5EF4-FFF2-40B4-BE49-F238E27FC236}">
                <a16:creationId xmlns:a16="http://schemas.microsoft.com/office/drawing/2014/main" id="{09F7EDA8-1991-42A7-80DB-5A2FED200ACF}"/>
              </a:ext>
            </a:extLst>
          </p:cNvPr>
          <p:cNvSpPr>
            <a:spLocks xmlns:a="http://schemas.openxmlformats.org/drawingml/2006/main" noGrp="1"/>
          </p:cNvSpPr>
          <p:nvPr/>
        </p:nvSpPr>
        <p:spPr>
          <a:xfrm xmlns:a="http://schemas.openxmlformats.org/drawingml/2006/main">
            <a:off x="6419850" y="30575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for index, target in enumerate(verified)</a:t>
            </a:r>
          </a:p>
        </p:txBody>
      </p:sp>
      <p:sp>
        <p:nvSpPr>
          <p:cNvPr id="16" name="">
            <a:extLst xmlns:a="http://schemas.openxmlformats.org/drawingml/2006/main">
              <a:ext uri="{FF2B5EF4-FFF2-40B4-BE49-F238E27FC236}">
                <a16:creationId xmlns:a16="http://schemas.microsoft.com/office/drawing/2014/main" id="{12DB85E1-1A25-47AD-B6D2-1B143351D814}"/>
              </a:ext>
            </a:extLst>
          </p:cNvPr>
          <p:cNvSpPr>
            <a:spLocks xmlns:a="http://schemas.openxmlformats.org/drawingml/2006/main" noGrp="1"/>
          </p:cNvSpPr>
          <p:nvPr/>
        </p:nvSpPr>
        <p:spPr>
          <a:xfrm xmlns:a="http://schemas.openxmlformats.org/drawingml/2006/main">
            <a:off x="6419850" y="3362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CAFEC585-E5EB-4EAD-9422-05D7C31FA164}"/>
              </a:ext>
            </a:extLst>
          </p:cNvPr>
          <p:cNvSpPr>
            <a:spLocks xmlns:a="http://schemas.openxmlformats.org/drawingml/2006/main" noGrp="1"/>
          </p:cNvSpPr>
          <p:nvPr/>
        </p:nvSpPr>
        <p:spPr>
          <a:xfrm xmlns:a="http://schemas.openxmlformats.org/drawingml/2006/main">
            <a:off x="6419850" y="3667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needs_analysis or has_analysis:</a:t>
            </a:r>
          </a:p>
        </p:txBody>
      </p:sp>
      <p:sp>
        <p:nvSpPr>
          <p:cNvPr id="18" name="">
            <a:extLst xmlns:a="http://schemas.openxmlformats.org/drawingml/2006/main">
              <a:ext uri="{FF2B5EF4-FFF2-40B4-BE49-F238E27FC236}">
                <a16:creationId xmlns:a16="http://schemas.microsoft.com/office/drawing/2014/main" id="{09EF9352-AE33-41D1-9A80-8F53B632A6CD}"/>
              </a:ext>
            </a:extLst>
          </p:cNvPr>
          <p:cNvSpPr>
            <a:spLocks xmlns:a="http://schemas.openxmlformats.org/drawingml/2006/main" noGrp="1"/>
          </p:cNvSpPr>
          <p:nvPr/>
        </p:nvSpPr>
        <p:spPr>
          <a:xfrm xmlns:a="http://schemas.openxmlformats.org/drawingml/2006/main">
            <a:off x="6419850" y="3971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tasks.append({"agent": "analysis", ...})</a:t>
            </a:r>
          </a:p>
        </p:txBody>
      </p:sp>
      <p:sp>
        <p:nvSpPr>
          <p:cNvPr id="19" name="">
            <a:extLst xmlns:a="http://schemas.openxmlformats.org/drawingml/2006/main">
              <a:ext uri="{FF2B5EF4-FFF2-40B4-BE49-F238E27FC236}">
                <a16:creationId xmlns:a16="http://schemas.microsoft.com/office/drawing/2014/main" id="{612A4518-DF7C-49BA-93A1-3B6202D6334A}"/>
              </a:ext>
            </a:extLst>
          </p:cNvPr>
          <p:cNvSpPr>
            <a:spLocks xmlns:a="http://schemas.openxmlformats.org/drawingml/2006/main" noGrp="1"/>
          </p:cNvSpPr>
          <p:nvPr/>
        </p:nvSpPr>
        <p:spPr>
          <a:xfrm xmlns:a="http://schemas.openxmlformats.org/drawingml/2006/main">
            <a:off x="666750" y="4629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예: 확정 대상 2개</a:t>
            </a:r>
          </a:p>
        </p:txBody>
      </p:sp>
      <p:sp>
        <p:nvSpPr>
          <p:cNvPr id="20" name="">
            <a:extLst xmlns:a="http://schemas.openxmlformats.org/drawingml/2006/main">
              <a:ext uri="{FF2B5EF4-FFF2-40B4-BE49-F238E27FC236}">
                <a16:creationId xmlns:a16="http://schemas.microsoft.com/office/drawing/2014/main" id="{A05E78BE-7400-4602-B017-A3FD13B81330}"/>
              </a:ext>
            </a:extLst>
          </p:cNvPr>
          <p:cNvSpPr>
            <a:spLocks xmlns:a="http://schemas.openxmlformats.org/drawingml/2006/main" noGrp="1"/>
          </p:cNvSpPr>
          <p:nvPr/>
        </p:nvSpPr>
        <p:spPr>
          <a:xfrm xmlns:a="http://schemas.openxmlformats.org/drawingml/2006/main">
            <a:off x="666750" y="5067300"/>
            <a:ext cx="10763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 · gateway-service → Monitoring task 2개 → research 병렬 실행</a:t>
            </a:r>
          </a:p>
        </p:txBody>
      </p:sp>
      <p:sp>
        <p:nvSpPr>
          <p:cNvPr id="21" name="">
            <a:extLst xmlns:a="http://schemas.openxmlformats.org/drawingml/2006/main">
              <a:ext uri="{FF2B5EF4-FFF2-40B4-BE49-F238E27FC236}">
                <a16:creationId xmlns:a16="http://schemas.microsoft.com/office/drawing/2014/main" id="{AA1D3D6B-7931-47F3-81F6-6B603E1E399F}"/>
              </a:ext>
            </a:extLst>
          </p:cNvPr>
          <p:cNvSpPr>
            <a:spLocks xmlns:a="http://schemas.openxmlformats.org/drawingml/2006/main" noGrp="1"/>
          </p:cNvSpPr>
          <p:nvPr/>
        </p:nvSpPr>
        <p:spPr>
          <a:xfrm xmlns:a="http://schemas.openxmlformats.org/drawingml/2006/main">
            <a:off x="666750" y="5762625"/>
            <a:ext cx="1081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선택적 analysis task는 gate 검사 후 유지·제거 · Runbook task는 아직 만들지 않음</a:t>
            </a:r>
          </a:p>
        </p:txBody>
      </p:sp>
      <p:sp>
        <p:nvSpPr>
          <p:cNvPr id="22" name="">
            <a:extLst xmlns:a="http://schemas.openxmlformats.org/drawingml/2006/main">
              <a:ext uri="{FF2B5EF4-FFF2-40B4-BE49-F238E27FC236}">
                <a16:creationId xmlns:a16="http://schemas.microsoft.com/office/drawing/2014/main" id="{67E30D95-B971-4EC5-A641-CD6D39E2336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1790065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C14DDDD-E764-4E4B-9F82-795EF0A27D0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E65C1F4A-067C-4F4D-BA4E-727B08EF8ED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90EF1D92-867D-4C4B-AE54-37797AB03D8F}"/>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EE2019C1-C5B1-4913-9858-54C6A71D62A4}"/>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91B17C42-BC77-4FEE-AB0D-AC06F56B33F5}"/>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78C11424-3169-4F03-8D28-7CAB59BEB100}"/>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5474017A-8A08-4F62-91DA-844B1939BEAE}"/>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F006ED03-A934-41CE-A70A-C2F583A16037}"/>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098EA621-D54E-4FFF-B9BA-F82CA1E1509B}"/>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0232F33C-A824-4C7D-961C-F64DB30FA2DC}"/>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625F2011-F717-48AA-8797-074430149B34}"/>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Prompt 조회 → task 작성 (Tool 호출 전)</a:t>
            </a:r>
          </a:p>
        </p:txBody>
      </p:sp>
      <p:sp>
        <p:nvSpPr>
          <p:cNvPr id="12" name="">
            <a:extLst xmlns:a="http://schemas.openxmlformats.org/drawingml/2006/main">
              <a:ext uri="{FF2B5EF4-FFF2-40B4-BE49-F238E27FC236}">
                <a16:creationId xmlns:a16="http://schemas.microsoft.com/office/drawing/2014/main" id="{9B6DB49C-0615-48E4-AE9E-F362880451F8}"/>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34F19C35-E69B-4E60-AF49-0921A4607841}"/>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1A2D6FBE-142A-4803-B5FD-4932B42AD29C}"/>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53C119CC-C758-4D3C-978E-B1CE2BE9C7F8}"/>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Runbook ID 선택·task 추가 (MCP 아님)</a:t>
            </a:r>
          </a:p>
        </p:txBody>
      </p:sp>
      <p:sp>
        <p:nvSpPr>
          <p:cNvPr id="16" name="">
            <a:extLst xmlns:a="http://schemas.openxmlformats.org/drawingml/2006/main">
              <a:ext uri="{FF2B5EF4-FFF2-40B4-BE49-F238E27FC236}">
                <a16:creationId xmlns:a16="http://schemas.microsoft.com/office/drawing/2014/main" id="{5CE8E27D-4404-44AD-AAB4-56E105314A25}"/>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814408ED-E19D-4D87-9E8F-CFF3132A255D}"/>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73F7B7E3-F70A-4F4E-BB59-81271C505F85}"/>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1945045E-457B-442C-A354-87DA89118F2B}"/>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5B766AA0-FE2C-405A-A792-8B2E11FF821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5949467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E5FDBD-F47D-4449-91C1-3E7CBC48882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295E153D-62D6-4D3C-840B-F1E04312F06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89F3CFC5-6169-4B9E-9B55-40BBC338D222}"/>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DAF80368-02E5-47B6-BF3F-72F7D5C2F345}"/>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AE07E55B-7A50-41C9-8E4E-D4DA818CCB36}"/>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472D2951-832E-4504-9FF0-04313CEB2236}"/>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0D505B2E-16B3-43EC-B06A-C60A9A93D844}"/>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C21EF82D-0F09-40D9-AB36-F85AF1EB75CF}"/>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AE7127F5-3354-4E24-B86D-42A8E4B3F78A}"/>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318EE90B-67A0-4FC0-BA57-13A53E15B393}"/>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E49381D7-73B7-428A-A835-D587C430D00E}"/>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B7FDBE7D-933B-4CF1-B525-7EFEE2BEB611}"/>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8836A6D6-3458-4285-B26D-456B7426F807}"/>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91B6BA88-B5A4-4D4C-A875-F818738E2728}"/>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2C4D2C12-1382-43E0-9FE4-0600DCC519F6}"/>
              </a:ext>
            </a:extLst>
          </p:cNvPr>
          <p:cNvPicPr>
            <a:picLocks xmlns:a="http://schemas.openxmlformats.org/drawingml/2006/main" noChangeAspect="1"/>
          </p:cNvPicPr>
          <p:nvPr/>
        </p:nvPicPr>
        <p:blipFill>
          <a:blip xmlns:r="http://schemas.openxmlformats.org/officeDocument/2006/relationships" xmlns:a="http://schemas.openxmlformats.org/drawingml/2006/main" r:embed="R4bab27ab6f194733"/>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772F623-85CB-4AE3-96C3-012B84FBC6B0}"/>
              </a:ext>
            </a:extLst>
          </p:cNvPr>
          <p:cNvSpPr>
            <a:spLocks xmlns:a="http://schemas.openxmlformats.org/drawingml/2006/main" noGrp="1"/>
          </p:cNvSpPr>
          <p:nvPr/>
        </p:nvSpPr>
        <p:spPr>
          <a:xfrm xmlns:a="http://schemas.openxmlformats.org/drawingml/2006/main">
            <a:off x="6572250" y="5953125"/>
            <a:ext cx="4905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조회 성공 → collected에 저장 → 보고서의 확인된 사실</a:t>
            </a:r>
          </a:p>
        </p:txBody>
      </p:sp>
      <p:sp>
        <p:nvSpPr>
          <p:cNvPr id="17" name="">
            <a:extLst xmlns:a="http://schemas.openxmlformats.org/drawingml/2006/main">
              <a:ext uri="{FF2B5EF4-FFF2-40B4-BE49-F238E27FC236}">
                <a16:creationId xmlns:a16="http://schemas.microsoft.com/office/drawing/2014/main" id="{F1DCEE74-538B-482B-B73C-4A2AE7439A4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7346636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8A1B5B8-CA64-4266-BAD2-FE10A637B33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검색 결과를 조사 작업으로 연결</a:t>
            </a:r>
          </a:p>
        </p:txBody>
      </p:sp>
      <p:sp>
        <p:nvSpPr>
          <p:cNvPr id="2" name="">
            <a:extLst xmlns:a="http://schemas.openxmlformats.org/drawingml/2006/main">
              <a:ext uri="{FF2B5EF4-FFF2-40B4-BE49-F238E27FC236}">
                <a16:creationId xmlns:a16="http://schemas.microsoft.com/office/drawing/2014/main" id="{C4833D12-5DA8-48F9-8B32-85A17774BB9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1779BE71-EF5E-4C94-91FC-CA945F28B7BF}"/>
              </a:ext>
            </a:extLst>
          </p:cNvPr>
          <p:cNvSpPr>
            <a:spLocks xmlns:a="http://schemas.openxmlformats.org/drawingml/2006/main" noGrp="1"/>
          </p:cNvSpPr>
          <p:nvPr/>
        </p:nvSpPr>
        <p:spPr>
          <a:xfrm xmlns:a="http://schemas.openxmlformats.org/drawingml/2006/main">
            <a:off x="685800" y="1457325"/>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replan_check · agent/graph.py:175–195</a:t>
            </a:r>
          </a:p>
        </p:txBody>
      </p:sp>
      <p:sp>
        <p:nvSpPr>
          <p:cNvPr id="4" name="">
            <a:extLst xmlns:a="http://schemas.openxmlformats.org/drawingml/2006/main">
              <a:ext uri="{FF2B5EF4-FFF2-40B4-BE49-F238E27FC236}">
                <a16:creationId xmlns:a16="http://schemas.microsoft.com/office/drawing/2014/main" id="{32F3F482-FD2F-4531-8C42-4CA1115902AE}"/>
              </a:ext>
            </a:extLst>
          </p:cNvPr>
          <p:cNvSpPr>
            <a:spLocks xmlns:a="http://schemas.openxmlformats.org/drawingml/2006/main" noGrp="1"/>
          </p:cNvSpPr>
          <p:nvPr/>
        </p:nvSpPr>
        <p:spPr>
          <a:xfrm xmlns:a="http://schemas.openxmlformats.org/drawingml/2006/main">
            <a:off x="685800" y="1876425"/>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5" name="">
            <a:extLst xmlns:a="http://schemas.openxmlformats.org/drawingml/2006/main">
              <a:ext uri="{FF2B5EF4-FFF2-40B4-BE49-F238E27FC236}">
                <a16:creationId xmlns:a16="http://schemas.microsoft.com/office/drawing/2014/main" id="{B533A6E0-FDB6-4351-99A0-5FBEA35301A9}"/>
              </a:ext>
            </a:extLst>
          </p:cNvPr>
          <p:cNvSpPr>
            <a:spLocks xmlns:a="http://schemas.openxmlformats.org/drawingml/2006/main" noGrp="1"/>
          </p:cNvSpPr>
          <p:nvPr/>
        </p:nvSpPr>
        <p:spPr>
          <a:xfrm xmlns:a="http://schemas.openxmlformats.org/drawingml/2006/main">
            <a:off x="685800" y="2171700"/>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state["query"], state.get("collected", []),</a:t>
            </a:r>
          </a:p>
        </p:txBody>
      </p:sp>
      <p:sp>
        <p:nvSpPr>
          <p:cNvPr id="6" name="">
            <a:extLst xmlns:a="http://schemas.openxmlformats.org/drawingml/2006/main">
              <a:ext uri="{FF2B5EF4-FFF2-40B4-BE49-F238E27FC236}">
                <a16:creationId xmlns:a16="http://schemas.microsoft.com/office/drawing/2014/main" id="{BECECFAB-F0F8-4011-9626-C477E59D271D}"/>
              </a:ext>
            </a:extLst>
          </p:cNvPr>
          <p:cNvSpPr>
            <a:spLocks xmlns:a="http://schemas.openxmlformats.org/drawingml/2006/main" noGrp="1"/>
          </p:cNvSpPr>
          <p:nvPr/>
        </p:nvSpPr>
        <p:spPr>
          <a:xfrm xmlns:a="http://schemas.openxmlformats.org/drawingml/2006/main">
            <a:off x="685800" y="2466975"/>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deps.fast_llm)</a:t>
            </a:r>
          </a:p>
        </p:txBody>
      </p:sp>
      <p:sp>
        <p:nvSpPr>
          <p:cNvPr id="7" name="">
            <a:extLst xmlns:a="http://schemas.openxmlformats.org/drawingml/2006/main">
              <a:ext uri="{FF2B5EF4-FFF2-40B4-BE49-F238E27FC236}">
                <a16:creationId xmlns:a16="http://schemas.microsoft.com/office/drawing/2014/main" id="{B062343B-27BF-4110-A1A0-8F630A86E768}"/>
              </a:ext>
            </a:extLst>
          </p:cNvPr>
          <p:cNvSpPr>
            <a:spLocks xmlns:a="http://schemas.openxmlformats.org/drawingml/2006/main" noGrp="1"/>
          </p:cNvSpPr>
          <p:nvPr/>
        </p:nvSpPr>
        <p:spPr>
          <a:xfrm xmlns:a="http://schemas.openxmlformats.org/drawingml/2006/main">
            <a:off x="685800" y="2762250"/>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gap_tasks = [{"kind": "runbook",</a:t>
            </a:r>
          </a:p>
        </p:txBody>
      </p:sp>
      <p:sp>
        <p:nvSpPr>
          <p:cNvPr id="8" name="">
            <a:extLst xmlns:a="http://schemas.openxmlformats.org/drawingml/2006/main">
              <a:ext uri="{FF2B5EF4-FFF2-40B4-BE49-F238E27FC236}">
                <a16:creationId xmlns:a16="http://schemas.microsoft.com/office/drawing/2014/main" id="{33C75069-33F8-41FB-9C0E-BD2169DFD2CA}"/>
              </a:ext>
            </a:extLst>
          </p:cNvPr>
          <p:cNvSpPr>
            <a:spLocks xmlns:a="http://schemas.openxmlformats.org/drawingml/2006/main" noGrp="1"/>
          </p:cNvSpPr>
          <p:nvPr/>
        </p:nvSpPr>
        <p:spPr>
          <a:xfrm xmlns:a="http://schemas.openxmlformats.org/drawingml/2006/main">
            <a:off x="685800" y="3057525"/>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"target": match["id"], ...}</a:t>
            </a:r>
          </a:p>
        </p:txBody>
      </p:sp>
      <p:sp>
        <p:nvSpPr>
          <p:cNvPr id="9" name="">
            <a:extLst xmlns:a="http://schemas.openxmlformats.org/drawingml/2006/main">
              <a:ext uri="{FF2B5EF4-FFF2-40B4-BE49-F238E27FC236}">
                <a16:creationId xmlns:a16="http://schemas.microsoft.com/office/drawing/2014/main" id="{3D9E7A0F-B538-433E-9EEB-7B98177915C1}"/>
              </a:ext>
            </a:extLst>
          </p:cNvPr>
          <p:cNvSpPr>
            <a:spLocks xmlns:a="http://schemas.openxmlformats.org/drawingml/2006/main" noGrp="1"/>
          </p:cNvSpPr>
          <p:nvPr/>
        </p:nvSpPr>
        <p:spPr>
          <a:xfrm xmlns:a="http://schemas.openxmlformats.org/drawingml/2006/main">
            <a:off x="685800" y="3352800"/>
            <a:ext cx="633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0" name="">
            <a:extLst xmlns:a="http://schemas.openxmlformats.org/drawingml/2006/main">
              <a:ext uri="{FF2B5EF4-FFF2-40B4-BE49-F238E27FC236}">
                <a16:creationId xmlns:a16="http://schemas.microsoft.com/office/drawing/2014/main" id="{757B3DBA-F599-4291-ABDE-56066032F614}"/>
              </a:ext>
            </a:extLst>
          </p:cNvPr>
          <p:cNvSpPr>
            <a:spLocks xmlns:a="http://schemas.openxmlformats.org/drawingml/2006/main" noGrp="1"/>
          </p:cNvSpPr>
          <p:nvPr/>
        </p:nvSpPr>
        <p:spPr>
          <a:xfrm xmlns:a="http://schemas.openxmlformats.org/drawingml/2006/main">
            <a:off x="685800" y="3924300"/>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research · agent/graph.py:112–145</a:t>
            </a:r>
          </a:p>
        </p:txBody>
      </p:sp>
      <p:sp>
        <p:nvSpPr>
          <p:cNvPr id="11" name="">
            <a:extLst xmlns:a="http://schemas.openxmlformats.org/drawingml/2006/main">
              <a:ext uri="{FF2B5EF4-FFF2-40B4-BE49-F238E27FC236}">
                <a16:creationId xmlns:a16="http://schemas.microsoft.com/office/drawing/2014/main" id="{54AFE83D-C3A8-407C-81AB-3F7DF3E02A67}"/>
              </a:ext>
            </a:extLst>
          </p:cNvPr>
          <p:cNvSpPr>
            <a:spLocks xmlns:a="http://schemas.openxmlformats.org/drawingml/2006/main" noGrp="1"/>
          </p:cNvSpPr>
          <p:nvPr/>
        </p:nvSpPr>
        <p:spPr>
          <a:xfrm xmlns:a="http://schemas.openxmlformats.org/drawingml/2006/main">
            <a:off x="685800" y="429577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2" name="">
            <a:extLst xmlns:a="http://schemas.openxmlformats.org/drawingml/2006/main">
              <a:ext uri="{FF2B5EF4-FFF2-40B4-BE49-F238E27FC236}">
                <a16:creationId xmlns:a16="http://schemas.microsoft.com/office/drawing/2014/main" id="{7144DDBF-5D0C-4718-9380-204E63C362CB}"/>
              </a:ext>
            </a:extLst>
          </p:cNvPr>
          <p:cNvSpPr>
            <a:spLocks xmlns:a="http://schemas.openxmlformats.org/drawingml/2006/main" noGrp="1"/>
          </p:cNvSpPr>
          <p:nvPr/>
        </p:nvSpPr>
        <p:spPr>
          <a:xfrm xmlns:a="http://schemas.openxmlformats.org/drawingml/2006/main">
            <a:off x="685800" y="463867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3" name="">
            <a:extLst xmlns:a="http://schemas.openxmlformats.org/drawingml/2006/main">
              <a:ext uri="{FF2B5EF4-FFF2-40B4-BE49-F238E27FC236}">
                <a16:creationId xmlns:a16="http://schemas.microsoft.com/office/drawing/2014/main" id="{20CE1042-4C99-4BAA-AA34-550956D99D6F}"/>
              </a:ext>
            </a:extLst>
          </p:cNvPr>
          <p:cNvSpPr>
            <a:spLocks xmlns:a="http://schemas.openxmlformats.org/drawingml/2006/main" noGrp="1"/>
          </p:cNvSpPr>
          <p:nvPr/>
        </p:nvSpPr>
        <p:spPr>
          <a:xfrm xmlns:a="http://schemas.openxmlformats.org/drawingml/2006/main">
            <a:off x="685800" y="498157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4" name="">
            <a:extLst xmlns:a="http://schemas.openxmlformats.org/drawingml/2006/main">
              <a:ext uri="{FF2B5EF4-FFF2-40B4-BE49-F238E27FC236}">
                <a16:creationId xmlns:a16="http://schemas.microsoft.com/office/drawing/2014/main" id="{B4DDE8CE-D419-4B14-AE15-145EA27CBA7D}"/>
              </a:ext>
            </a:extLst>
          </p:cNvPr>
          <p:cNvSpPr>
            <a:spLocks xmlns:a="http://schemas.openxmlformats.org/drawingml/2006/main" noGrp="1"/>
          </p:cNvSpPr>
          <p:nvPr/>
        </p:nvSpPr>
        <p:spPr>
          <a:xfrm xmlns:a="http://schemas.openxmlformats.org/drawingml/2006/main">
            <a:off x="685800" y="532447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collected.append(item)</a:t>
            </a:r>
          </a:p>
        </p:txBody>
      </p:sp>
      <p:sp>
        <p:nvSpPr>
          <p:cNvPr id="15" name="">
            <a:extLst xmlns:a="http://schemas.openxmlformats.org/drawingml/2006/main">
              <a:ext uri="{FF2B5EF4-FFF2-40B4-BE49-F238E27FC236}">
                <a16:creationId xmlns:a16="http://schemas.microsoft.com/office/drawing/2014/main" id="{1BE63FB2-84D4-46A9-AE6F-3EDAF699E785}"/>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6" name="">
            <a:extLst xmlns:a="http://schemas.openxmlformats.org/drawingml/2006/main">
              <a:ext uri="{FF2B5EF4-FFF2-40B4-BE49-F238E27FC236}">
                <a16:creationId xmlns:a16="http://schemas.microsoft.com/office/drawing/2014/main" id="{E38D60CE-0038-45A5-89C6-38A9504C7222}"/>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7" name="">
            <a:extLst xmlns:a="http://schemas.openxmlformats.org/drawingml/2006/main">
              <a:ext uri="{FF2B5EF4-FFF2-40B4-BE49-F238E27FC236}">
                <a16:creationId xmlns:a16="http://schemas.microsoft.com/office/drawing/2014/main" id="{A0EED01D-E7C1-40B3-9D70-6EFE9F190FA6}"/>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8" name="">
            <a:extLst xmlns:a="http://schemas.openxmlformats.org/drawingml/2006/main">
              <a:ext uri="{FF2B5EF4-FFF2-40B4-BE49-F238E27FC236}">
                <a16:creationId xmlns:a16="http://schemas.microsoft.com/office/drawing/2014/main" id="{0EB8B0B0-7D71-4484-94C3-8C4EAFF2C827}"/>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write가 권장 조치의 근거로 사용</a:t>
            </a:r>
          </a:p>
        </p:txBody>
      </p:sp>
      <p:sp>
        <p:nvSpPr>
          <p:cNvPr id="19" name="">
            <a:extLst xmlns:a="http://schemas.openxmlformats.org/drawingml/2006/main">
              <a:ext uri="{FF2B5EF4-FFF2-40B4-BE49-F238E27FC236}">
                <a16:creationId xmlns:a16="http://schemas.microsoft.com/office/drawing/2014/main" id="{D518E69F-61C4-44D2-AC89-0D1D00DBEC12}"/>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검색(R) → MCP 원문 수집(A) → 근거 있는 보고서 작성(G)</a:t>
            </a:r>
          </a:p>
        </p:txBody>
      </p:sp>
      <p:sp>
        <p:nvSpPr>
          <p:cNvPr id="20" name="">
            <a:extLst xmlns:a="http://schemas.openxmlformats.org/drawingml/2006/main">
              <a:ext uri="{FF2B5EF4-FFF2-40B4-BE49-F238E27FC236}">
                <a16:creationId xmlns:a16="http://schemas.microsoft.com/office/drawing/2014/main" id="{70A7ADF0-7461-4506-A775-214B3621915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0131088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08DBB04-AF7C-4872-863C-999C123CBF9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C377E0D8-4ACB-46C7-9F5C-ADEE2D55CC1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469F03DC-05E1-465E-9669-ACEF3374E8A8}"/>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4663B2EE-4D94-450E-ABB4-D0AD6CB17E3D}"/>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1915D5AC-652B-4DA5-B7AA-59F666850BC9}"/>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6196BAFE-3EED-4980-B755-E681CAE80DF4}"/>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770A6848-482A-4B4F-8B3D-7952817831F9}"/>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979B3BE4-5571-4FF9-8E85-E25C3F8F7A70}"/>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9F5A9F15-E0EE-4E6D-ABD6-76EB6DAFA4A4}"/>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B51E111D-20D5-49C1-9248-1A9D3E9BC39B}"/>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E6E1B6A5-AE1E-407D-9E3E-462AA30DE291}"/>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B0E4C4EE-5280-4855-89AE-EE9488E7D727}"/>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683F7B4D-05C8-4711-92AE-036A20FAF79F}"/>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EC3ED490-B9E0-46D4-BA90-434776E9F582}"/>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CBB870F1-A318-4E68-B00B-9151A348DA2F}"/>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9DA22D3B-224A-4DC1-95B4-E8AEC5C07176}"/>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779F4CF6-BF09-413F-B98F-30D41AF9B176}"/>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FC2AD5B2-0832-4889-ADEA-E9926CA1665D}"/>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6AD8A6FD-A3A9-4F04-B636-D64E2529C58E}"/>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39DA0B17-4F79-4CB3-BAE1-E3A8A965BF9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3967158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19D12D6-7FE5-4CEB-B207-23C10C43A33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E96D1E7C-06FC-4A15-8E6D-4035B9F30A9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A9675438-BEE4-461F-BCD9-6EBA3254E162}"/>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358E6A3C-F818-4E6C-8716-73C9F118F706}"/>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2C3D2F3C-67A4-4560-A767-240510C057AC}"/>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21AAF2A7-E03A-4C78-96D0-BF746F1F9590}"/>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8898C5DA-0267-4C8A-9C1C-6A8CA61E0245}"/>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F18F27CD-30ED-4F4F-87AC-DF74A5979CE4}"/>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0C9B0151-9182-46CE-A704-E3473A19F056}"/>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4B6FB281-6783-49A3-A46F-7A3BEBA4EC08}"/>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3FFC3E2C-4F94-4D25-8992-1F7000106EC5}"/>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BB1A9D9B-3830-471A-B6F3-96A34CE5A271}"/>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F3C37634-0681-47DA-A58D-E777A95F1B9D}"/>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A9DC4036-3FAE-4616-9AE5-045FDB603469}"/>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9C077C43-3BB4-40BC-8762-EC6DDA609796}"/>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1AB88DCE-B1D5-475F-8C45-3E253BDFA31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8409657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0C7155-73EB-4B5A-A9C1-C6F897F8212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4345057B-8BC4-4E80-AB70-99FD51C6C26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7253C926-816C-4588-AFDE-A263E6EE1D66}"/>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F8063BB3-AA24-4526-B5BA-47E6948E8968}"/>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66828283-2730-43F1-9E77-6F5FDB85812A}"/>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DDADBBF5-C022-42BB-9E91-50C6E7D2E974}"/>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6A839B88-F71E-4707-96BE-40DC5A419FCB}"/>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B6CD132B-1898-472D-A2C2-0F63FCB0C6D9}"/>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01694FDD-6FAC-4BB5-9F31-3CD2C379DE82}"/>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6485BE86-40DF-4DBB-9C98-0A183E8E8B41}"/>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267E5DC6-D76F-4720-AACB-65D3A2224582}"/>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EAB9A711-9164-491C-A7A7-BB628B6BDE84}"/>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21FFFB35-D7F9-4091-82AE-8AE5A2E37ABF}"/>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DEC4081A-79F0-4231-B7C0-2375198D7D82}"/>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5C561CD4-606B-47EF-A6EF-4788DA33423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7210114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86B191-1924-415C-B6A5-8CE6F630F31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2F5BB4A8-95E0-4B1B-9F69-375C5250091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216F334F-4544-4855-848E-5FB1E1B4E138}"/>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FB3E2D2C-2E4C-41C9-91F3-BAE821CB3A4F}"/>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F1984A70-1D12-4734-8BA7-8F90E81F1CC5}"/>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F7EEE00E-AD25-4A04-A865-850F668A10F0}"/>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05F67BE3-F423-40EC-B811-A6B98E32A906}"/>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877ECD0E-9F97-42CA-B12E-4153778F9087}"/>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40C7B6B7-EFE0-4B29-82B9-16861C81DC90}"/>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801FE7F2-C621-40EF-87A3-7624E0A466DB}"/>
              </a:ext>
            </a:extLst>
          </p:cNvPr>
          <p:cNvPicPr>
            <a:picLocks xmlns:a="http://schemas.openxmlformats.org/drawingml/2006/main" noChangeAspect="1"/>
          </p:cNvPicPr>
          <p:nvPr/>
        </p:nvPicPr>
        <p:blipFill>
          <a:blip xmlns:r="http://schemas.openxmlformats.org/officeDocument/2006/relationships" xmlns:a="http://schemas.openxmlformats.org/drawingml/2006/main" r:embed="Rec000648b9bd4ddc"/>
          <a:srcRect xmlns:a="http://schemas.openxmlformats.org/drawingml/2006/main" l="1500" t="15500" r="28000" b="385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A7A565C-6167-452E-BA69-0D6BF833C4C9}"/>
              </a:ext>
            </a:extLst>
          </p:cNvPr>
          <p:cNvSpPr>
            <a:spLocks xmlns:a="http://schemas.openxmlformats.org/drawingml/2006/main" noGrp="1"/>
          </p:cNvSpPr>
          <p:nvPr/>
        </p:nvSpPr>
        <p:spPr>
          <a:xfrm xmlns:a="http://schemas.openxmlformats.org/drawingml/2006/main">
            <a:off x="685800" y="6248400"/>
            <a:ext cx="6810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Judge는 작성과 별도 호출 · 같은 quality_llm 사용</a:t>
            </a:r>
          </a:p>
        </p:txBody>
      </p:sp>
      <p:sp>
        <p:nvSpPr>
          <p:cNvPr id="12" name="">
            <a:extLst xmlns:a="http://schemas.openxmlformats.org/drawingml/2006/main">
              <a:ext uri="{FF2B5EF4-FFF2-40B4-BE49-F238E27FC236}">
                <a16:creationId xmlns:a16="http://schemas.microsoft.com/office/drawing/2014/main" id="{9B548AC7-120F-4130-9FAA-B18AA0035E5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4767687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9AB658-E750-4BCE-8FFA-4D883557783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A1FF1D44-5AEC-45CF-97E1-027FC78AE07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D1306459-3024-4A18-B4E2-596499CA04F3}"/>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01794E14-CD52-437B-93B4-2CE50518F004}"/>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F32579CD-2267-4456-A4DD-12631CAB7CDD}"/>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D3DE1D7C-8DEB-4E46-8E12-9B45B28D2D63}"/>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9CD6EE06-656B-43D0-A7E2-D9DA52D34538}"/>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1E5F2840-2071-4CE1-990D-771E5FD591B0}"/>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E19A434B-96D7-4E6B-A360-FB860AAEDDF0}"/>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539A386B-9DFD-4532-A963-DE12739E7FE4}"/>
              </a:ext>
            </a:extLst>
          </p:cNvPr>
          <p:cNvPicPr>
            <a:picLocks xmlns:a="http://schemas.openxmlformats.org/drawingml/2006/main" noChangeAspect="1"/>
          </p:cNvPicPr>
          <p:nvPr/>
        </p:nvPicPr>
        <p:blipFill>
          <a:blip xmlns:r="http://schemas.openxmlformats.org/officeDocument/2006/relationships" xmlns:a="http://schemas.openxmlformats.org/drawingml/2006/main" r:embed="R3a1af13bc13f4a2e"/>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BFB6965-5FBE-415A-8F8F-1A12515D0DF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9178751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46CD9F2-B857-40B4-B013-480E840D1A8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8B2B552D-ADE9-4332-A1B7-BE8C8B5231C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FDE832F7-ACD4-4700-A423-31B3D5069B68}"/>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00F9B1E1-1B6B-4716-A9CD-7331F58AA30F}"/>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1AA47B66-B65E-42FE-B89E-7B4C758B82A8}"/>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6A5557B4-8672-4B3C-8DAD-8A929E5966D5}"/>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B83EBD1E-52FA-4058-9BD9-E26F8861A7A8}"/>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AB30C1FE-9CC2-4AC0-B54A-868A14E2D7B5}"/>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CE111D17-6CEB-4D6F-9EC4-A29EC45207B2}"/>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A22023D-8BF0-4693-A649-51F73B86F865}"/>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74E1CE41-6846-4922-A641-ED1140C259A5}"/>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66B1217B-C5A4-4449-8960-CA9C8D3A53B3}"/>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3D14FD64-3087-40C7-8A89-30B68DDD83F9}"/>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24FBF3B1-4924-4DF5-967F-E9116B008207}"/>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0021D3C7-11AF-4A1B-93FD-4D1A4BDD0D03}"/>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FB78D6BB-B798-4559-8B2A-828EAC2FEF83}"/>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DE578537-B390-417B-A14A-9456062087A3}"/>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A3A61D9C-32DB-4886-A4F5-D9058A616BBF}"/>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D5C82A37-D1A8-4768-9B6E-D3B329EF5C69}"/>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272EB539-991B-4E15-97B2-61DF59321F2D}"/>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ACEF527E-6B9A-4100-AB05-0B9D565BBCC8}"/>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0B87B077-CAEF-48F4-AE1A-0DD6DBD2F389}"/>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399438D2-08D4-4909-AA62-BDBC8B318018}"/>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EEA6F7FD-8A93-4CEA-B5C3-2A31E84690FD}"/>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D7929347-226B-4CD4-A2BC-8AD54FD37740}"/>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D07BC6BA-EEC9-429F-971F-C75898AD9BB5}"/>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467839DD-3387-4C9C-8645-E6955067D272}"/>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4963F194-94C3-4D24-9D76-F34A340D99FE}"/>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20107477-CAEA-494C-B729-B864A5C083EA}"/>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994FF5DF-AB7E-492E-85CD-C0B7F749AC3F}"/>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3336C39C-45C6-4B13-8595-5ACF207732CC}"/>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A6FF1D4F-EC5D-4CF6-ADC6-D5767951C86A}"/>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5A26BA4F-F9F8-44C0-B187-B6A0B7760BC2}"/>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63ED2C06-65D4-466B-961B-465958679EC8}"/>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21457F0A-961D-4387-811E-BF7E24B7512E}"/>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B4EE0E2D-7874-4464-96D4-A88A52CA1086}"/>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8F29D522-5F70-4609-97F5-541F48DBC6A0}"/>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A62F5B75-3D92-4CCC-BA02-0B2E92EC8A8E}"/>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D3910183-6A98-4FE6-9CA0-9B1AA3EF2896}"/>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41D56FE5-58FF-474B-8144-6506A9628B57}"/>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2E691A99-9F2E-47DD-8452-1BE05E434965}"/>
              </a:ext>
            </a:extLst>
          </p:cNvPr>
          <p:cNvSpPr>
            <a:spLocks xmlns:a="http://schemas.openxmlformats.org/drawingml/2006/main" noGrp="1"/>
          </p:cNvSpPr>
          <p:nvPr/>
        </p:nvSpPr>
        <p:spPr>
          <a:xfrm xmlns:a="http://schemas.openxmlformats.org/drawingml/2006/main">
            <a:off x="619125" y="52768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is_sufficient = 추가 Runbook 조사 task 없음 · analysis는 필요할 때만 실행</a:t>
            </a:r>
          </a:p>
        </p:txBody>
      </p:sp>
      <p:sp>
        <p:nvSpPr>
          <p:cNvPr id="42" name="">
            <a:extLst xmlns:a="http://schemas.openxmlformats.org/drawingml/2006/main">
              <a:ext uri="{FF2B5EF4-FFF2-40B4-BE49-F238E27FC236}">
                <a16:creationId xmlns:a16="http://schemas.microsoft.com/office/drawing/2014/main" id="{57273B29-E5C7-4671-A73F-2E987DDE82C5}"/>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3" name="">
            <a:extLst xmlns:a="http://schemas.openxmlformats.org/drawingml/2006/main">
              <a:ext uri="{FF2B5EF4-FFF2-40B4-BE49-F238E27FC236}">
                <a16:creationId xmlns:a16="http://schemas.microsoft.com/office/drawing/2014/main" id="{65522E4F-AA5B-432C-8F13-B550B8091475}"/>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923F1A9A-26AE-4EE5-ACCD-B2BA7635A5D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3270853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66AC32-6CA9-47B7-B1C1-8D020228CAB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02721E1D-E41B-4DFB-849A-03DD226DCB5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6B2E53EE-0DCB-4324-8976-686BA032723F}"/>
              </a:ext>
            </a:extLst>
          </p:cNvPr>
          <p:cNvPicPr>
            <a:picLocks xmlns:a="http://schemas.openxmlformats.org/drawingml/2006/main" noChangeAspect="1"/>
          </p:cNvPicPr>
          <p:nvPr/>
        </p:nvPicPr>
        <p:blipFill>
          <a:blip xmlns:r="http://schemas.openxmlformats.org/officeDocument/2006/relationships" xmlns:a="http://schemas.openxmlformats.org/drawingml/2006/main" r:embed="R59e6536de2774021"/>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58962F-0CD5-49A9-BD0D-4C231D6BB3FB}"/>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11CEC0AF-9434-407D-8B3E-1C1E5AEDF7FA}"/>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B5529C4C-018A-4D0E-B857-841A974EFE18}"/>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3F91E34E-BC55-46DA-A373-FD32E4B1129D}"/>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EEB098CC-55EF-411B-9917-15285A77C340}"/>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CC4A52AE-F06F-47F9-96FF-B152C25A3E8B}"/>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AAA2C782-8D0C-434A-90E0-0EE52DC075B2}"/>
              </a:ext>
            </a:extLst>
          </p:cNvPr>
          <p:cNvSpPr>
            <a:spLocks xmlns:a="http://schemas.openxmlformats.org/drawingml/2006/main" noGrp="1"/>
          </p:cNvSpPr>
          <p:nvPr/>
        </p:nvSpPr>
        <p:spPr>
          <a:xfrm xmlns:a="http://schemas.openxmlformats.org/drawingml/2006/main">
            <a:off x="6115050" y="6162675"/>
            <a:ext cx="541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26A73"/>
                </a:solidFill>
                <a:latin typeface="Apple SD Gothic Neo"/>
                <a:ea typeface="Apple SD Gothic Neo"/>
                <a:cs typeface="Apple SD Gothic Neo"/>
              </a:defRPr>
            </a:defPPr>
            <a:lvl1pPr algn="l">
              <a:defRPr sz="1200" b="0">
                <a:solidFill>
                  <a:srgbClr val="626A73"/>
                </a:solidFill>
                <a:latin typeface="Apple SD Gothic Neo"/>
                <a:ea typeface="Apple SD Gothic Neo"/>
                <a:cs typeface="Apple SD Gothic Neo"/>
              </a:defRPr>
            </a:lvl1pPr>
            <a:lvl2pPr algn="l">
              <a:defRPr sz="1200" b="0">
                <a:solidFill>
                  <a:srgbClr val="626A73"/>
                </a:solidFill>
                <a:latin typeface="Apple SD Gothic Neo"/>
                <a:ea typeface="Apple SD Gothic Neo"/>
                <a:cs typeface="Apple SD Gothic Neo"/>
              </a:defRPr>
            </a:lvl2pPr>
            <a:lvl3pPr algn="l">
              <a:defRPr sz="1200" b="0">
                <a:solidFill>
                  <a:srgbClr val="626A73"/>
                </a:solidFill>
                <a:latin typeface="Apple SD Gothic Neo"/>
                <a:ea typeface="Apple SD Gothic Neo"/>
                <a:cs typeface="Apple SD Gothic Neo"/>
              </a:defRPr>
            </a:lvl3pPr>
            <a:lvl4pPr algn="l">
              <a:defRPr sz="1200" b="0">
                <a:solidFill>
                  <a:srgbClr val="626A73"/>
                </a:solidFill>
                <a:latin typeface="Apple SD Gothic Neo"/>
                <a:ea typeface="Apple SD Gothic Neo"/>
                <a:cs typeface="Apple SD Gothic Neo"/>
              </a:defRPr>
            </a:lvl4pPr>
            <a:lvl5pPr algn="l">
              <a:defRPr sz="1200" b="0">
                <a:solidFill>
                  <a:srgbClr val="626A73"/>
                </a:solidFill>
                <a:latin typeface="Apple SD Gothic Neo"/>
                <a:ea typeface="Apple SD Gothic Neo"/>
                <a:cs typeface="Apple SD Gothic Neo"/>
              </a:defRPr>
            </a:lvl5pPr>
            <a:lvl6pPr algn="l">
              <a:defRPr sz="1200" b="0">
                <a:solidFill>
                  <a:srgbClr val="626A73"/>
                </a:solidFill>
                <a:latin typeface="Apple SD Gothic Neo"/>
                <a:ea typeface="Apple SD Gothic Neo"/>
                <a:cs typeface="Apple SD Gothic Neo"/>
              </a:defRPr>
            </a:lvl6pPr>
            <a:lvl7pPr algn="l">
              <a:defRPr sz="1200" b="0">
                <a:solidFill>
                  <a:srgbClr val="626A73"/>
                </a:solidFill>
                <a:latin typeface="Apple SD Gothic Neo"/>
                <a:ea typeface="Apple SD Gothic Neo"/>
                <a:cs typeface="Apple SD Gothic Neo"/>
              </a:defRPr>
            </a:lvl7pPr>
            <a:lvl8pPr algn="l">
              <a:defRPr sz="1200" b="0">
                <a:solidFill>
                  <a:srgbClr val="626A73"/>
                </a:solidFill>
                <a:latin typeface="Apple SD Gothic Neo"/>
                <a:ea typeface="Apple SD Gothic Neo"/>
                <a:cs typeface="Apple SD Gothic Neo"/>
              </a:defRPr>
            </a:lvl8pPr>
            <a:lvl9pPr algn="l">
              <a:defRPr sz="1200" b="0">
                <a:solidFill>
                  <a:srgbClr val="626A73"/>
                </a:solidFill>
                <a:latin typeface="Apple SD Gothic Neo"/>
                <a:ea typeface="Apple SD Gothic Neo"/>
                <a:cs typeface="Apple SD Gothic Neo"/>
              </a:defRPr>
            </a:lvl9pPr>
          </a:lstStyle>
          <a:p xmlns:a="http://schemas.openxmlformats.org/drawingml/2006/main">
            <a:pPr algn="l">
              <a:defRPr sz="1200" b="0">
                <a:solidFill>
                  <a:srgbClr val="626A73"/>
                </a:solidFill>
                <a:latin typeface="Apple SD Gothic Neo"/>
                <a:ea typeface="Apple SD Gothic Neo"/>
                <a:cs typeface="Apple SD Gothic Neo"/>
              </a:defRPr>
            </a:pPr>
            <a:r>
              <a:rPr sz="1200" b="0">
                <a:solidFill>
                  <a:srgbClr val="626A73"/>
                </a:solidFill>
                <a:latin typeface="Apple SD Gothic Neo"/>
                <a:ea typeface="Apple SD Gothic Neo"/>
                <a:cs typeface="Apple SD Gothic Neo"/>
              </a:rPr>
              <a:t>조사·문서 선택 비교 · 두 실행 모두 최종 검증 미통과</a:t>
            </a:r>
          </a:p>
        </p:txBody>
      </p:sp>
      <p:sp>
        <p:nvSpPr>
          <p:cNvPr id="11" name="">
            <a:extLst xmlns:a="http://schemas.openxmlformats.org/drawingml/2006/main">
              <a:ext uri="{FF2B5EF4-FFF2-40B4-BE49-F238E27FC236}">
                <a16:creationId xmlns:a16="http://schemas.microsoft.com/office/drawing/2014/main" id="{5BAAE907-1D20-4553-A057-4E7FB16E8A4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7470665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66DA97-7C1A-4126-8743-79A93CC5971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93D03743-DA4C-49F8-B924-F79FE4BFC2D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082E7ED2-F74F-4610-A77C-DFD3A9889D52}"/>
              </a:ext>
            </a:extLst>
          </p:cNvPr>
          <p:cNvPicPr>
            <a:picLocks xmlns:a="http://schemas.openxmlformats.org/drawingml/2006/main" noChangeAspect="1"/>
          </p:cNvPicPr>
          <p:nvPr/>
        </p:nvPicPr>
        <p:blipFill>
          <a:blip xmlns:r="http://schemas.openxmlformats.org/officeDocument/2006/relationships" xmlns:a="http://schemas.openxmlformats.org/drawingml/2006/main" r:embed="Rba642f61cf124e7c"/>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8BB9AC-6E8E-4B89-ACD8-3FAE6659919C}"/>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C448F5E2-792B-4D72-A7E2-4E36EC52FB61}"/>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E879559C-CEB0-4F63-973D-4051E837031C}"/>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DAD25C31-508D-4C0F-B5C3-7BC6471093AE}"/>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86E386C3-783E-4673-956E-9F90A8758D43}"/>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E9CE4F6E-CA83-4F7F-8342-AB2FBEB14123}"/>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52ED8F90-E3A2-4C20-8A70-F16A0C4E904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4863684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7E478FC-8880-4BD7-928C-4D6EC8AE2EC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FE20B9A2-5035-4002-975B-74DA2EE5E64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17E6F041-6AF8-4FF2-975E-5CE10C5202B0}"/>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661FBD28-19EE-4277-A70E-949C24F7A37D}"/>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1975DAF9-4999-490A-A2FF-4E894C191680}"/>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23F17815-3A26-464C-AE64-9C72633C43AA}"/>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D8BBBAF7-BB65-4F35-95E4-C32129C4025E}"/>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C3927F47-0063-4B53-85BE-B4ABC67B810B}"/>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60CDDAB7-774F-4783-BBEB-E18865D14D94}"/>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9C20012F-6A44-4F18-9E5A-1F7AF7282770}"/>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2320422B-2EE4-4561-A82E-1AB9D571A15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753800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2026-10-22T05:41:34.4700000Z</dcterms:created>
  <dcterms:modified xsi:type="dcterms:W3CDTF">2026-10-22T05:41:34.4700000Z</dcterms:modified>
</coreProperties>
</file>